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线荷载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Sheet1!$A$2:$A$4</c:f>
              <c:strCache>
                <c:ptCount val="3"/>
                <c:pt idx="0">
                  <c:v>pavement</c:v>
                </c:pt>
                <c:pt idx="1">
                  <c:v>barrier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24</c:v>
                </c:pt>
                <c:pt idx="2">
                  <c:v>5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SimSun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线荷载 / (kN·m⁻¹)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恒载弯矩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Sheet1!$A$2:$A$881</c:f>
              <c:numCache>
                <c:formatCode>General</c:formatCode>
                <c:ptCount val="880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</c:numCache>
            </c:numRef>
          </c:xVal>
          <c:yVal>
            <c:numRef>
              <c:f>Sheet1!$B$2:$B$881</c:f>
              <c:numCache>
                <c:formatCode>General</c:formatCode>
                <c:ptCount val="880"/>
                <c:pt idx="0">
                  <c:v>0</c:v>
                </c:pt>
                <c:pt idx="1">
                  <c:v>1.78974099</c:v>
                </c:pt>
                <c:pt idx="2">
                  <c:v>1.78974099</c:v>
                </c:pt>
                <c:pt idx="3">
                  <c:v>3.5206435</c:v>
                </c:pt>
                <c:pt idx="4">
                  <c:v>3.5206435</c:v>
                </c:pt>
                <c:pt idx="5">
                  <c:v>5.19269</c:v>
                </c:pt>
                <c:pt idx="6">
                  <c:v>5.19269</c:v>
                </c:pt>
                <c:pt idx="7">
                  <c:v>6.80585392</c:v>
                </c:pt>
                <c:pt idx="8">
                  <c:v>6.80585392</c:v>
                </c:pt>
                <c:pt idx="9">
                  <c:v>8.3601004</c:v>
                </c:pt>
                <c:pt idx="10">
                  <c:v>8.3601004</c:v>
                </c:pt>
                <c:pt idx="11">
                  <c:v>9.855386810000001</c:v>
                </c:pt>
                <c:pt idx="12">
                  <c:v>9.855386810000001</c:v>
                </c:pt>
                <c:pt idx="13">
                  <c:v>11.29166302</c:v>
                </c:pt>
                <c:pt idx="14">
                  <c:v>11.29166302</c:v>
                </c:pt>
                <c:pt idx="15">
                  <c:v>12.6688717</c:v>
                </c:pt>
                <c:pt idx="16">
                  <c:v>12.6688717</c:v>
                </c:pt>
                <c:pt idx="17">
                  <c:v>13.98694852</c:v>
                </c:pt>
                <c:pt idx="18">
                  <c:v>13.98694852</c:v>
                </c:pt>
                <c:pt idx="19">
                  <c:v>15.2458223</c:v>
                </c:pt>
                <c:pt idx="20">
                  <c:v>15.2458223</c:v>
                </c:pt>
                <c:pt idx="21">
                  <c:v>16.44541521</c:v>
                </c:pt>
                <c:pt idx="22">
                  <c:v>16.44541521</c:v>
                </c:pt>
                <c:pt idx="23">
                  <c:v>17.58564281</c:v>
                </c:pt>
                <c:pt idx="24">
                  <c:v>17.58564281</c:v>
                </c:pt>
                <c:pt idx="25">
                  <c:v>18.66641422</c:v>
                </c:pt>
                <c:pt idx="26">
                  <c:v>18.66641422</c:v>
                </c:pt>
                <c:pt idx="27">
                  <c:v>19.68763218</c:v>
                </c:pt>
                <c:pt idx="28">
                  <c:v>19.68763218</c:v>
                </c:pt>
                <c:pt idx="29">
                  <c:v>20.64919316</c:v>
                </c:pt>
                <c:pt idx="30">
                  <c:v>20.64919316</c:v>
                </c:pt>
                <c:pt idx="31">
                  <c:v>21.5509874</c:v>
                </c:pt>
                <c:pt idx="32">
                  <c:v>21.5509874</c:v>
                </c:pt>
                <c:pt idx="33">
                  <c:v>22.39289897</c:v>
                </c:pt>
                <c:pt idx="34">
                  <c:v>22.39289897</c:v>
                </c:pt>
                <c:pt idx="35">
                  <c:v>23.17480587</c:v>
                </c:pt>
                <c:pt idx="36">
                  <c:v>23.17480587</c:v>
                </c:pt>
                <c:pt idx="37">
                  <c:v>23.89658003</c:v>
                </c:pt>
                <c:pt idx="38">
                  <c:v>23.89658003</c:v>
                </c:pt>
                <c:pt idx="39">
                  <c:v>24.55808737</c:v>
                </c:pt>
                <c:pt idx="40">
                  <c:v>24.55808737</c:v>
                </c:pt>
                <c:pt idx="41">
                  <c:v>25.15918785</c:v>
                </c:pt>
                <c:pt idx="42">
                  <c:v>25.15918785</c:v>
                </c:pt>
                <c:pt idx="43">
                  <c:v>25.69973549</c:v>
                </c:pt>
                <c:pt idx="44">
                  <c:v>25.69973549</c:v>
                </c:pt>
                <c:pt idx="45">
                  <c:v>26.1795784</c:v>
                </c:pt>
                <c:pt idx="46">
                  <c:v>26.1795784</c:v>
                </c:pt>
                <c:pt idx="47">
                  <c:v>26.59855881</c:v>
                </c:pt>
                <c:pt idx="48">
                  <c:v>26.59855881</c:v>
                </c:pt>
                <c:pt idx="49">
                  <c:v>26.9565131</c:v>
                </c:pt>
                <c:pt idx="50">
                  <c:v>26.9565131</c:v>
                </c:pt>
                <c:pt idx="51">
                  <c:v>27.2532718</c:v>
                </c:pt>
                <c:pt idx="52">
                  <c:v>27.2532718</c:v>
                </c:pt>
                <c:pt idx="53">
                  <c:v>27.48865962</c:v>
                </c:pt>
                <c:pt idx="54">
                  <c:v>27.48865962</c:v>
                </c:pt>
                <c:pt idx="55">
                  <c:v>27.66249546</c:v>
                </c:pt>
                <c:pt idx="56">
                  <c:v>27.66249546</c:v>
                </c:pt>
                <c:pt idx="57">
                  <c:v>27.77459243</c:v>
                </c:pt>
                <c:pt idx="58">
                  <c:v>27.77459243</c:v>
                </c:pt>
                <c:pt idx="59">
                  <c:v>27.82475783</c:v>
                </c:pt>
                <c:pt idx="60">
                  <c:v>27.82475783</c:v>
                </c:pt>
                <c:pt idx="61">
                  <c:v>27.81279319</c:v>
                </c:pt>
                <c:pt idx="62">
                  <c:v>27.81279319</c:v>
                </c:pt>
                <c:pt idx="63">
                  <c:v>27.73849425</c:v>
                </c:pt>
                <c:pt idx="64">
                  <c:v>27.73849425</c:v>
                </c:pt>
                <c:pt idx="65">
                  <c:v>27.60165098</c:v>
                </c:pt>
                <c:pt idx="66">
                  <c:v>27.60165098</c:v>
                </c:pt>
                <c:pt idx="67">
                  <c:v>27.40204758</c:v>
                </c:pt>
                <c:pt idx="68">
                  <c:v>27.40204758</c:v>
                </c:pt>
                <c:pt idx="69">
                  <c:v>27.13946244</c:v>
                </c:pt>
                <c:pt idx="70">
                  <c:v>27.13946244</c:v>
                </c:pt>
                <c:pt idx="71">
                  <c:v>26.81366819</c:v>
                </c:pt>
                <c:pt idx="72">
                  <c:v>26.81366819</c:v>
                </c:pt>
                <c:pt idx="73">
                  <c:v>26.42443167</c:v>
                </c:pt>
                <c:pt idx="74">
                  <c:v>26.42443167</c:v>
                </c:pt>
                <c:pt idx="75">
                  <c:v>25.9715139</c:v>
                </c:pt>
                <c:pt idx="76">
                  <c:v>25.9715139</c:v>
                </c:pt>
                <c:pt idx="77">
                  <c:v>25.45467014</c:v>
                </c:pt>
                <c:pt idx="78">
                  <c:v>25.45467014</c:v>
                </c:pt>
                <c:pt idx="79">
                  <c:v>24.8736498</c:v>
                </c:pt>
                <c:pt idx="80">
                  <c:v>24.8736498</c:v>
                </c:pt>
                <c:pt idx="81">
                  <c:v>24.22819647</c:v>
                </c:pt>
                <c:pt idx="82">
                  <c:v>24.22819647</c:v>
                </c:pt>
                <c:pt idx="83">
                  <c:v>23.51804792</c:v>
                </c:pt>
                <c:pt idx="84">
                  <c:v>23.51804792</c:v>
                </c:pt>
                <c:pt idx="85">
                  <c:v>22.74293605</c:v>
                </c:pt>
                <c:pt idx="86">
                  <c:v>22.74293605</c:v>
                </c:pt>
                <c:pt idx="87">
                  <c:v>21.90258691</c:v>
                </c:pt>
                <c:pt idx="88">
                  <c:v>21.90258691</c:v>
                </c:pt>
                <c:pt idx="89">
                  <c:v>20.99672066</c:v>
                </c:pt>
                <c:pt idx="90">
                  <c:v>20.99672066</c:v>
                </c:pt>
                <c:pt idx="91">
                  <c:v>20.02505155</c:v>
                </c:pt>
                <c:pt idx="92">
                  <c:v>20.02505155</c:v>
                </c:pt>
                <c:pt idx="93">
                  <c:v>18.98728793</c:v>
                </c:pt>
                <c:pt idx="94">
                  <c:v>18.98728793</c:v>
                </c:pt>
                <c:pt idx="95">
                  <c:v>17.8831322</c:v>
                </c:pt>
                <c:pt idx="96">
                  <c:v>17.8831322</c:v>
                </c:pt>
                <c:pt idx="97">
                  <c:v>16.71228082</c:v>
                </c:pt>
                <c:pt idx="98">
                  <c:v>16.71228082</c:v>
                </c:pt>
                <c:pt idx="99">
                  <c:v>15.47442424</c:v>
                </c:pt>
                <c:pt idx="100">
                  <c:v>15.47442424</c:v>
                </c:pt>
                <c:pt idx="101">
                  <c:v>14.16924693</c:v>
                </c:pt>
                <c:pt idx="102">
                  <c:v>14.16924693</c:v>
                </c:pt>
                <c:pt idx="103">
                  <c:v>12.79642734</c:v>
                </c:pt>
                <c:pt idx="104">
                  <c:v>12.79642734</c:v>
                </c:pt>
                <c:pt idx="105">
                  <c:v>11.35563783</c:v>
                </c:pt>
                <c:pt idx="106">
                  <c:v>11.35563783</c:v>
                </c:pt>
                <c:pt idx="107">
                  <c:v>9.84654473</c:v>
                </c:pt>
                <c:pt idx="108">
                  <c:v>9.84654473</c:v>
                </c:pt>
                <c:pt idx="109">
                  <c:v>8.268808229999999</c:v>
                </c:pt>
                <c:pt idx="110">
                  <c:v>8.268808229999999</c:v>
                </c:pt>
                <c:pt idx="111">
                  <c:v>6.62208242</c:v>
                </c:pt>
                <c:pt idx="112">
                  <c:v>6.62208242</c:v>
                </c:pt>
                <c:pt idx="113">
                  <c:v>4.9060152</c:v>
                </c:pt>
                <c:pt idx="114">
                  <c:v>4.9060152</c:v>
                </c:pt>
                <c:pt idx="115">
                  <c:v>3.1202483</c:v>
                </c:pt>
                <c:pt idx="116">
                  <c:v>3.1202483</c:v>
                </c:pt>
                <c:pt idx="117">
                  <c:v>1.26441723</c:v>
                </c:pt>
                <c:pt idx="118">
                  <c:v>1.26441723</c:v>
                </c:pt>
                <c:pt idx="119">
                  <c:v>-0.66184876</c:v>
                </c:pt>
                <c:pt idx="120">
                  <c:v>-0.66184876</c:v>
                </c:pt>
                <c:pt idx="121">
                  <c:v>-2.65892668</c:v>
                </c:pt>
                <c:pt idx="122">
                  <c:v>-2.65892668</c:v>
                </c:pt>
                <c:pt idx="123">
                  <c:v>-4.72719988</c:v>
                </c:pt>
                <c:pt idx="124">
                  <c:v>-4.72719988</c:v>
                </c:pt>
                <c:pt idx="125">
                  <c:v>-6.86705804</c:v>
                </c:pt>
                <c:pt idx="126">
                  <c:v>-6.86705804</c:v>
                </c:pt>
                <c:pt idx="127">
                  <c:v>-9.078897230000001</c:v>
                </c:pt>
                <c:pt idx="128">
                  <c:v>-9.078897230000001</c:v>
                </c:pt>
                <c:pt idx="129">
                  <c:v>-11.36311992</c:v>
                </c:pt>
                <c:pt idx="130">
                  <c:v>-11.36311992</c:v>
                </c:pt>
                <c:pt idx="131">
                  <c:v>-13.72013506</c:v>
                </c:pt>
                <c:pt idx="132">
                  <c:v>-13.72013506</c:v>
                </c:pt>
                <c:pt idx="133">
                  <c:v>-16.15035806</c:v>
                </c:pt>
                <c:pt idx="134">
                  <c:v>-16.15035806</c:v>
                </c:pt>
                <c:pt idx="135">
                  <c:v>-18.65421086</c:v>
                </c:pt>
                <c:pt idx="136">
                  <c:v>-18.65421086</c:v>
                </c:pt>
                <c:pt idx="137">
                  <c:v>-21.23212199</c:v>
                </c:pt>
                <c:pt idx="138">
                  <c:v>-21.23212199</c:v>
                </c:pt>
                <c:pt idx="139">
                  <c:v>-23.88452653</c:v>
                </c:pt>
                <c:pt idx="140">
                  <c:v>-23.88452653</c:v>
                </c:pt>
                <c:pt idx="141">
                  <c:v>-26.61186625</c:v>
                </c:pt>
                <c:pt idx="142">
                  <c:v>-26.61186625</c:v>
                </c:pt>
                <c:pt idx="143">
                  <c:v>-29.41458958</c:v>
                </c:pt>
                <c:pt idx="144">
                  <c:v>-29.41458958</c:v>
                </c:pt>
                <c:pt idx="145">
                  <c:v>-32.29315165</c:v>
                </c:pt>
                <c:pt idx="146">
                  <c:v>-32.29315165</c:v>
                </c:pt>
                <c:pt idx="147">
                  <c:v>-35.24801438</c:v>
                </c:pt>
                <c:pt idx="148">
                  <c:v>-35.24801438</c:v>
                </c:pt>
                <c:pt idx="149">
                  <c:v>-38.27964648</c:v>
                </c:pt>
                <c:pt idx="150">
                  <c:v>-38.27964648</c:v>
                </c:pt>
                <c:pt idx="151">
                  <c:v>-41.38852352</c:v>
                </c:pt>
                <c:pt idx="152">
                  <c:v>-41.38852352</c:v>
                </c:pt>
                <c:pt idx="153">
                  <c:v>-44.57512793</c:v>
                </c:pt>
                <c:pt idx="154">
                  <c:v>-44.57512793</c:v>
                </c:pt>
                <c:pt idx="155">
                  <c:v>-47.83994908</c:v>
                </c:pt>
                <c:pt idx="156">
                  <c:v>-47.83994908</c:v>
                </c:pt>
                <c:pt idx="157">
                  <c:v>-51.18348335</c:v>
                </c:pt>
                <c:pt idx="158">
                  <c:v>-51.18348335</c:v>
                </c:pt>
                <c:pt idx="159">
                  <c:v>-54.60623409</c:v>
                </c:pt>
                <c:pt idx="160">
                  <c:v>-54.60623409</c:v>
                </c:pt>
                <c:pt idx="161">
                  <c:v>-58.10871175</c:v>
                </c:pt>
                <c:pt idx="162">
                  <c:v>-58.10871175</c:v>
                </c:pt>
                <c:pt idx="163">
                  <c:v>-61.69143389</c:v>
                </c:pt>
                <c:pt idx="164">
                  <c:v>-61.69143389</c:v>
                </c:pt>
                <c:pt idx="165">
                  <c:v>-65.3549252</c:v>
                </c:pt>
                <c:pt idx="166">
                  <c:v>-65.3549252</c:v>
                </c:pt>
                <c:pt idx="167">
                  <c:v>-69.09971761</c:v>
                </c:pt>
                <c:pt idx="168">
                  <c:v>-69.09971761</c:v>
                </c:pt>
                <c:pt idx="169">
                  <c:v>-72.9263503</c:v>
                </c:pt>
                <c:pt idx="170">
                  <c:v>-72.9263503</c:v>
                </c:pt>
                <c:pt idx="171">
                  <c:v>-76.83536973</c:v>
                </c:pt>
                <c:pt idx="172">
                  <c:v>-76.83536973</c:v>
                </c:pt>
                <c:pt idx="173">
                  <c:v>-80.82732971999999</c:v>
                </c:pt>
                <c:pt idx="174">
                  <c:v>-80.82732971999999</c:v>
                </c:pt>
                <c:pt idx="175">
                  <c:v>-84.90279151</c:v>
                </c:pt>
                <c:pt idx="176">
                  <c:v>-84.90279151</c:v>
                </c:pt>
                <c:pt idx="177">
                  <c:v>-89.06232377000001</c:v>
                </c:pt>
                <c:pt idx="178">
                  <c:v>-89.06232377000001</c:v>
                </c:pt>
                <c:pt idx="179">
                  <c:v>-93.30650267</c:v>
                </c:pt>
                <c:pt idx="180">
                  <c:v>-93.30650267</c:v>
                </c:pt>
                <c:pt idx="181">
                  <c:v>-97.63591194</c:v>
                </c:pt>
                <c:pt idx="182">
                  <c:v>-97.63591194</c:v>
                </c:pt>
                <c:pt idx="183">
                  <c:v>-102.05114291</c:v>
                </c:pt>
                <c:pt idx="184">
                  <c:v>-102.05114291</c:v>
                </c:pt>
                <c:pt idx="185">
                  <c:v>-106.55279458</c:v>
                </c:pt>
                <c:pt idx="186">
                  <c:v>-106.55279458</c:v>
                </c:pt>
                <c:pt idx="187">
                  <c:v>-111.14147364</c:v>
                </c:pt>
                <c:pt idx="188">
                  <c:v>-111.14147364</c:v>
                </c:pt>
                <c:pt idx="189">
                  <c:v>-115.81779454</c:v>
                </c:pt>
                <c:pt idx="190">
                  <c:v>-115.81779454</c:v>
                </c:pt>
                <c:pt idx="191">
                  <c:v>-120.58237956</c:v>
                </c:pt>
                <c:pt idx="192">
                  <c:v>-120.58237956</c:v>
                </c:pt>
                <c:pt idx="193">
                  <c:v>-125.43585885</c:v>
                </c:pt>
                <c:pt idx="194">
                  <c:v>-125.43585885</c:v>
                </c:pt>
                <c:pt idx="195">
                  <c:v>-130.37887047</c:v>
                </c:pt>
                <c:pt idx="196">
                  <c:v>-130.37887047</c:v>
                </c:pt>
                <c:pt idx="197">
                  <c:v>-135.41206048</c:v>
                </c:pt>
                <c:pt idx="198">
                  <c:v>-135.41206048</c:v>
                </c:pt>
                <c:pt idx="199">
                  <c:v>-140.53608294</c:v>
                </c:pt>
                <c:pt idx="200">
                  <c:v>-140.53608294</c:v>
                </c:pt>
                <c:pt idx="201">
                  <c:v>-145.75160005</c:v>
                </c:pt>
                <c:pt idx="202">
                  <c:v>-145.75160005</c:v>
                </c:pt>
                <c:pt idx="203">
                  <c:v>-151.05928212</c:v>
                </c:pt>
                <c:pt idx="204">
                  <c:v>-151.05928212</c:v>
                </c:pt>
                <c:pt idx="205">
                  <c:v>-156.45980768</c:v>
                </c:pt>
                <c:pt idx="206">
                  <c:v>-156.45980768</c:v>
                </c:pt>
                <c:pt idx="207">
                  <c:v>-161.95386353</c:v>
                </c:pt>
                <c:pt idx="208">
                  <c:v>-161.95386353</c:v>
                </c:pt>
                <c:pt idx="209">
                  <c:v>-167.54214478</c:v>
                </c:pt>
                <c:pt idx="210">
                  <c:v>-167.54214478</c:v>
                </c:pt>
                <c:pt idx="211">
                  <c:v>-173.22535493</c:v>
                </c:pt>
                <c:pt idx="212">
                  <c:v>-173.22535493</c:v>
                </c:pt>
                <c:pt idx="213">
                  <c:v>-179.0042059</c:v>
                </c:pt>
                <c:pt idx="214">
                  <c:v>-179.0042059</c:v>
                </c:pt>
                <c:pt idx="215">
                  <c:v>-184.87941814</c:v>
                </c:pt>
                <c:pt idx="216">
                  <c:v>-184.87941814</c:v>
                </c:pt>
                <c:pt idx="217">
                  <c:v>-190.85172064</c:v>
                </c:pt>
                <c:pt idx="218">
                  <c:v>-190.85172064</c:v>
                </c:pt>
                <c:pt idx="219">
                  <c:v>-196.921851</c:v>
                </c:pt>
                <c:pt idx="220">
                  <c:v>-196.921851</c:v>
                </c:pt>
                <c:pt idx="221">
                  <c:v>-203.09055553</c:v>
                </c:pt>
                <c:pt idx="222">
                  <c:v>-203.09055553</c:v>
                </c:pt>
                <c:pt idx="223">
                  <c:v>-209.35858926</c:v>
                </c:pt>
                <c:pt idx="224">
                  <c:v>-209.35858926</c:v>
                </c:pt>
                <c:pt idx="225">
                  <c:v>-215.72671602</c:v>
                </c:pt>
                <c:pt idx="226">
                  <c:v>-215.72671602</c:v>
                </c:pt>
                <c:pt idx="227">
                  <c:v>-222.19570852</c:v>
                </c:pt>
                <c:pt idx="228">
                  <c:v>-222.19570852</c:v>
                </c:pt>
                <c:pt idx="229">
                  <c:v>-228.76634841</c:v>
                </c:pt>
                <c:pt idx="230">
                  <c:v>-228.76634841</c:v>
                </c:pt>
                <c:pt idx="231">
                  <c:v>-235.4394263</c:v>
                </c:pt>
                <c:pt idx="232">
                  <c:v>-235.4394263</c:v>
                </c:pt>
                <c:pt idx="233">
                  <c:v>-242.21574188</c:v>
                </c:pt>
                <c:pt idx="234">
                  <c:v>-242.21574188</c:v>
                </c:pt>
                <c:pt idx="235">
                  <c:v>-249.09610396</c:v>
                </c:pt>
                <c:pt idx="236">
                  <c:v>-249.09610396</c:v>
                </c:pt>
                <c:pt idx="237">
                  <c:v>-256.08133052</c:v>
                </c:pt>
                <c:pt idx="238">
                  <c:v>-256.08133052</c:v>
                </c:pt>
                <c:pt idx="239">
                  <c:v>-263.17224881</c:v>
                </c:pt>
                <c:pt idx="240">
                  <c:v>-263.17224881</c:v>
                </c:pt>
                <c:pt idx="241">
                  <c:v>-255.75601227</c:v>
                </c:pt>
                <c:pt idx="242">
                  <c:v>-255.75601227</c:v>
                </c:pt>
                <c:pt idx="243">
                  <c:v>-248.44530161</c:v>
                </c:pt>
                <c:pt idx="244">
                  <c:v>-248.44530161</c:v>
                </c:pt>
                <c:pt idx="245">
                  <c:v>-241.23912747</c:v>
                </c:pt>
                <c:pt idx="246">
                  <c:v>-241.23912747</c:v>
                </c:pt>
                <c:pt idx="247">
                  <c:v>-234.13651378</c:v>
                </c:pt>
                <c:pt idx="248">
                  <c:v>-234.13651378</c:v>
                </c:pt>
                <c:pt idx="249">
                  <c:v>-227.13649763</c:v>
                </c:pt>
                <c:pt idx="250">
                  <c:v>-227.13649763</c:v>
                </c:pt>
                <c:pt idx="251">
                  <c:v>-220.2381292</c:v>
                </c:pt>
                <c:pt idx="252">
                  <c:v>-220.2381292</c:v>
                </c:pt>
                <c:pt idx="253">
                  <c:v>-213.44047159</c:v>
                </c:pt>
                <c:pt idx="254">
                  <c:v>-213.44047158</c:v>
                </c:pt>
                <c:pt idx="255">
                  <c:v>-206.74260073</c:v>
                </c:pt>
                <c:pt idx="256">
                  <c:v>-206.74260073</c:v>
                </c:pt>
                <c:pt idx="257">
                  <c:v>-200.14360533</c:v>
                </c:pt>
                <c:pt idx="258">
                  <c:v>-200.14360533</c:v>
                </c:pt>
                <c:pt idx="259">
                  <c:v>-193.64258667</c:v>
                </c:pt>
                <c:pt idx="260">
                  <c:v>-193.64258667</c:v>
                </c:pt>
                <c:pt idx="261">
                  <c:v>-187.23865859</c:v>
                </c:pt>
                <c:pt idx="262">
                  <c:v>-187.23865859</c:v>
                </c:pt>
                <c:pt idx="263">
                  <c:v>-180.93094731</c:v>
                </c:pt>
                <c:pt idx="264">
                  <c:v>-180.93094731</c:v>
                </c:pt>
                <c:pt idx="265">
                  <c:v>-174.71859139</c:v>
                </c:pt>
                <c:pt idx="266">
                  <c:v>-174.71859139</c:v>
                </c:pt>
                <c:pt idx="267">
                  <c:v>-168.60074156</c:v>
                </c:pt>
                <c:pt idx="268">
                  <c:v>-168.60074156</c:v>
                </c:pt>
                <c:pt idx="269">
                  <c:v>-162.57656068</c:v>
                </c:pt>
                <c:pt idx="270">
                  <c:v>-162.57656068</c:v>
                </c:pt>
                <c:pt idx="271">
                  <c:v>-156.64522359</c:v>
                </c:pt>
                <c:pt idx="272">
                  <c:v>-156.64522359</c:v>
                </c:pt>
                <c:pt idx="273">
                  <c:v>-150.80591705</c:v>
                </c:pt>
                <c:pt idx="274">
                  <c:v>-150.80591705</c:v>
                </c:pt>
                <c:pt idx="275">
                  <c:v>-145.0578396</c:v>
                </c:pt>
                <c:pt idx="276">
                  <c:v>-145.0578396</c:v>
                </c:pt>
                <c:pt idx="277">
                  <c:v>-139.4002015</c:v>
                </c:pt>
                <c:pt idx="278">
                  <c:v>-139.4002015</c:v>
                </c:pt>
                <c:pt idx="279">
                  <c:v>-133.83222459</c:v>
                </c:pt>
                <c:pt idx="280">
                  <c:v>-133.83222459</c:v>
                </c:pt>
                <c:pt idx="281">
                  <c:v>-128.35314224</c:v>
                </c:pt>
                <c:pt idx="282">
                  <c:v>-128.35314224</c:v>
                </c:pt>
                <c:pt idx="283">
                  <c:v>-122.96219921</c:v>
                </c:pt>
                <c:pt idx="284">
                  <c:v>-122.96219921</c:v>
                </c:pt>
                <c:pt idx="285">
                  <c:v>-117.65865159</c:v>
                </c:pt>
                <c:pt idx="286">
                  <c:v>-117.65865159</c:v>
                </c:pt>
                <c:pt idx="287">
                  <c:v>-112.4417667</c:v>
                </c:pt>
                <c:pt idx="288">
                  <c:v>-112.4417667</c:v>
                </c:pt>
                <c:pt idx="289">
                  <c:v>-107.31082299</c:v>
                </c:pt>
                <c:pt idx="290">
                  <c:v>-107.31082299</c:v>
                </c:pt>
                <c:pt idx="291">
                  <c:v>-102.26510992</c:v>
                </c:pt>
                <c:pt idx="292">
                  <c:v>-102.26510992</c:v>
                </c:pt>
                <c:pt idx="293">
                  <c:v>-97.30392793</c:v>
                </c:pt>
                <c:pt idx="294">
                  <c:v>-97.30392793</c:v>
                </c:pt>
                <c:pt idx="295">
                  <c:v>-92.42658831999999</c:v>
                </c:pt>
                <c:pt idx="296">
                  <c:v>-92.42658831999999</c:v>
                </c:pt>
                <c:pt idx="297">
                  <c:v>-87.63241315</c:v>
                </c:pt>
                <c:pt idx="298">
                  <c:v>-87.63241315</c:v>
                </c:pt>
                <c:pt idx="299">
                  <c:v>-82.92073516000001</c:v>
                </c:pt>
                <c:pt idx="300">
                  <c:v>-82.92073516000001</c:v>
                </c:pt>
                <c:pt idx="301">
                  <c:v>-78.29089772</c:v>
                </c:pt>
                <c:pt idx="302">
                  <c:v>-78.29089772</c:v>
                </c:pt>
                <c:pt idx="303">
                  <c:v>-73.74225466999999</c:v>
                </c:pt>
                <c:pt idx="304">
                  <c:v>-73.74225466999999</c:v>
                </c:pt>
                <c:pt idx="305">
                  <c:v>-69.27417033</c:v>
                </c:pt>
                <c:pt idx="306">
                  <c:v>-69.27417033</c:v>
                </c:pt>
                <c:pt idx="307">
                  <c:v>-64.88601933</c:v>
                </c:pt>
                <c:pt idx="308">
                  <c:v>-64.88601933</c:v>
                </c:pt>
                <c:pt idx="309">
                  <c:v>-60.57718659</c:v>
                </c:pt>
                <c:pt idx="310">
                  <c:v>-60.57718659</c:v>
                </c:pt>
                <c:pt idx="311">
                  <c:v>-56.34706721</c:v>
                </c:pt>
                <c:pt idx="312">
                  <c:v>-56.34706721</c:v>
                </c:pt>
                <c:pt idx="313">
                  <c:v>-52.19506641</c:v>
                </c:pt>
                <c:pt idx="314">
                  <c:v>-52.19506641</c:v>
                </c:pt>
                <c:pt idx="315">
                  <c:v>-48.12059942</c:v>
                </c:pt>
                <c:pt idx="316">
                  <c:v>-48.12059942</c:v>
                </c:pt>
                <c:pt idx="317">
                  <c:v>-44.12309146</c:v>
                </c:pt>
                <c:pt idx="318">
                  <c:v>-44.12309146</c:v>
                </c:pt>
                <c:pt idx="319">
                  <c:v>-40.20197761</c:v>
                </c:pt>
                <c:pt idx="320">
                  <c:v>-40.20197761</c:v>
                </c:pt>
                <c:pt idx="321">
                  <c:v>-36.35670275</c:v>
                </c:pt>
                <c:pt idx="322">
                  <c:v>-36.35670275</c:v>
                </c:pt>
                <c:pt idx="323">
                  <c:v>-32.58672152</c:v>
                </c:pt>
                <c:pt idx="324">
                  <c:v>-32.58672152</c:v>
                </c:pt>
                <c:pt idx="325">
                  <c:v>-28.89149821</c:v>
                </c:pt>
                <c:pt idx="326">
                  <c:v>-28.89149821</c:v>
                </c:pt>
                <c:pt idx="327">
                  <c:v>-25.2705067</c:v>
                </c:pt>
                <c:pt idx="328">
                  <c:v>-25.2705067</c:v>
                </c:pt>
                <c:pt idx="329">
                  <c:v>-21.72323042</c:v>
                </c:pt>
                <c:pt idx="330">
                  <c:v>-21.72323042</c:v>
                </c:pt>
                <c:pt idx="331">
                  <c:v>-18.24916224</c:v>
                </c:pt>
                <c:pt idx="332">
                  <c:v>-18.24916224</c:v>
                </c:pt>
                <c:pt idx="333">
                  <c:v>-14.84780444</c:v>
                </c:pt>
                <c:pt idx="334">
                  <c:v>-14.84780444</c:v>
                </c:pt>
                <c:pt idx="335">
                  <c:v>-11.51866861</c:v>
                </c:pt>
                <c:pt idx="336">
                  <c:v>-11.51866861</c:v>
                </c:pt>
                <c:pt idx="337">
                  <c:v>-8.261275639999999</c:v>
                </c:pt>
                <c:pt idx="338">
                  <c:v>-8.261275639999999</c:v>
                </c:pt>
                <c:pt idx="339">
                  <c:v>-5.07515561</c:v>
                </c:pt>
                <c:pt idx="340">
                  <c:v>-5.07515561</c:v>
                </c:pt>
                <c:pt idx="341">
                  <c:v>-1.95984774</c:v>
                </c:pt>
                <c:pt idx="342">
                  <c:v>-1.95984774</c:v>
                </c:pt>
                <c:pt idx="343">
                  <c:v>1.08509963</c:v>
                </c:pt>
                <c:pt idx="344">
                  <c:v>1.08509963</c:v>
                </c:pt>
                <c:pt idx="345">
                  <c:v>4.06012915</c:v>
                </c:pt>
                <c:pt idx="346">
                  <c:v>4.06012915</c:v>
                </c:pt>
                <c:pt idx="347">
                  <c:v>6.96567447</c:v>
                </c:pt>
                <c:pt idx="348">
                  <c:v>6.96567447</c:v>
                </c:pt>
                <c:pt idx="349">
                  <c:v>9.80216032</c:v>
                </c:pt>
                <c:pt idx="350">
                  <c:v>9.80216032</c:v>
                </c:pt>
                <c:pt idx="351">
                  <c:v>12.57000255</c:v>
                </c:pt>
                <c:pt idx="352">
                  <c:v>12.57000255</c:v>
                </c:pt>
                <c:pt idx="353">
                  <c:v>15.26960818</c:v>
                </c:pt>
                <c:pt idx="354">
                  <c:v>15.26960818</c:v>
                </c:pt>
                <c:pt idx="355">
                  <c:v>17.90137547</c:v>
                </c:pt>
                <c:pt idx="356">
                  <c:v>17.90137547</c:v>
                </c:pt>
                <c:pt idx="357">
                  <c:v>20.4656939</c:v>
                </c:pt>
                <c:pt idx="358">
                  <c:v>20.4656939</c:v>
                </c:pt>
                <c:pt idx="359">
                  <c:v>22.96294429</c:v>
                </c:pt>
                <c:pt idx="360">
                  <c:v>22.96294429</c:v>
                </c:pt>
                <c:pt idx="361">
                  <c:v>25.3934988</c:v>
                </c:pt>
                <c:pt idx="362">
                  <c:v>25.3934988</c:v>
                </c:pt>
                <c:pt idx="363">
                  <c:v>27.75772098</c:v>
                </c:pt>
                <c:pt idx="364">
                  <c:v>27.75772098</c:v>
                </c:pt>
                <c:pt idx="365">
                  <c:v>30.05596581</c:v>
                </c:pt>
                <c:pt idx="366">
                  <c:v>30.05596581</c:v>
                </c:pt>
                <c:pt idx="367">
                  <c:v>32.28857972</c:v>
                </c:pt>
                <c:pt idx="368">
                  <c:v>32.28857972</c:v>
                </c:pt>
                <c:pt idx="369">
                  <c:v>34.45590064</c:v>
                </c:pt>
                <c:pt idx="370">
                  <c:v>34.45590064</c:v>
                </c:pt>
                <c:pt idx="371">
                  <c:v>36.55825804</c:v>
                </c:pt>
                <c:pt idx="372">
                  <c:v>36.55825804</c:v>
                </c:pt>
                <c:pt idx="373">
                  <c:v>38.59597291</c:v>
                </c:pt>
                <c:pt idx="374">
                  <c:v>38.59597291</c:v>
                </c:pt>
                <c:pt idx="375">
                  <c:v>40.56935784</c:v>
                </c:pt>
                <c:pt idx="376">
                  <c:v>40.56935784</c:v>
                </c:pt>
                <c:pt idx="377">
                  <c:v>42.47871703</c:v>
                </c:pt>
                <c:pt idx="378">
                  <c:v>42.47871703</c:v>
                </c:pt>
                <c:pt idx="379">
                  <c:v>44.32434628</c:v>
                </c:pt>
                <c:pt idx="380">
                  <c:v>44.32434628</c:v>
                </c:pt>
                <c:pt idx="381">
                  <c:v>46.10653304</c:v>
                </c:pt>
                <c:pt idx="382">
                  <c:v>46.10653304</c:v>
                </c:pt>
                <c:pt idx="383">
                  <c:v>47.82555641</c:v>
                </c:pt>
                <c:pt idx="384">
                  <c:v>47.82555641</c:v>
                </c:pt>
                <c:pt idx="385">
                  <c:v>49.48168717</c:v>
                </c:pt>
                <c:pt idx="386">
                  <c:v>49.48168717</c:v>
                </c:pt>
                <c:pt idx="387">
                  <c:v>51.07518776</c:v>
                </c:pt>
                <c:pt idx="388">
                  <c:v>51.07518776</c:v>
                </c:pt>
                <c:pt idx="389">
                  <c:v>52.6063123</c:v>
                </c:pt>
                <c:pt idx="390">
                  <c:v>52.6063123</c:v>
                </c:pt>
                <c:pt idx="391">
                  <c:v>54.07530659</c:v>
                </c:pt>
                <c:pt idx="392">
                  <c:v>54.07530659</c:v>
                </c:pt>
                <c:pt idx="393">
                  <c:v>55.4824081</c:v>
                </c:pt>
                <c:pt idx="394">
                  <c:v>55.4824081</c:v>
                </c:pt>
                <c:pt idx="395">
                  <c:v>56.82784597</c:v>
                </c:pt>
                <c:pt idx="396">
                  <c:v>56.82784597</c:v>
                </c:pt>
                <c:pt idx="397">
                  <c:v>58.11184101</c:v>
                </c:pt>
                <c:pt idx="398">
                  <c:v>58.11184101</c:v>
                </c:pt>
                <c:pt idx="399">
                  <c:v>59.33460565</c:v>
                </c:pt>
                <c:pt idx="400">
                  <c:v>59.33460565</c:v>
                </c:pt>
                <c:pt idx="401">
                  <c:v>60.49634396</c:v>
                </c:pt>
                <c:pt idx="402">
                  <c:v>60.49634396</c:v>
                </c:pt>
                <c:pt idx="403">
                  <c:v>61.59725157</c:v>
                </c:pt>
                <c:pt idx="404">
                  <c:v>61.59725157</c:v>
                </c:pt>
                <c:pt idx="405">
                  <c:v>62.63751571</c:v>
                </c:pt>
                <c:pt idx="406">
                  <c:v>62.63751571</c:v>
                </c:pt>
                <c:pt idx="407">
                  <c:v>63.61731508</c:v>
                </c:pt>
                <c:pt idx="408">
                  <c:v>63.61731508</c:v>
                </c:pt>
                <c:pt idx="409">
                  <c:v>64.53681989</c:v>
                </c:pt>
                <c:pt idx="410">
                  <c:v>64.53681989</c:v>
                </c:pt>
                <c:pt idx="411">
                  <c:v>65.39619173</c:v>
                </c:pt>
                <c:pt idx="412">
                  <c:v>65.39619173</c:v>
                </c:pt>
                <c:pt idx="413">
                  <c:v>66.19558357</c:v>
                </c:pt>
                <c:pt idx="414">
                  <c:v>66.19558357</c:v>
                </c:pt>
                <c:pt idx="415">
                  <c:v>66.93513962</c:v>
                </c:pt>
                <c:pt idx="416">
                  <c:v>66.93513962</c:v>
                </c:pt>
                <c:pt idx="417">
                  <c:v>67.6149953</c:v>
                </c:pt>
                <c:pt idx="418">
                  <c:v>67.6149953</c:v>
                </c:pt>
                <c:pt idx="419">
                  <c:v>68.2352771</c:v>
                </c:pt>
                <c:pt idx="420">
                  <c:v>68.2352771</c:v>
                </c:pt>
                <c:pt idx="421">
                  <c:v>68.79610246999999</c:v>
                </c:pt>
                <c:pt idx="422">
                  <c:v>68.79610246999999</c:v>
                </c:pt>
                <c:pt idx="423">
                  <c:v>69.29757970999999</c:v>
                </c:pt>
                <c:pt idx="424">
                  <c:v>69.29757970999999</c:v>
                </c:pt>
                <c:pt idx="425">
                  <c:v>69.73980775</c:v>
                </c:pt>
                <c:pt idx="426">
                  <c:v>69.73980775</c:v>
                </c:pt>
                <c:pt idx="427">
                  <c:v>70.12287603</c:v>
                </c:pt>
                <c:pt idx="428">
                  <c:v>70.12287603</c:v>
                </c:pt>
                <c:pt idx="429">
                  <c:v>70.44686421999999</c:v>
                </c:pt>
                <c:pt idx="430">
                  <c:v>70.44686421999999</c:v>
                </c:pt>
                <c:pt idx="431">
                  <c:v>70.71184193000001</c:v>
                </c:pt>
                <c:pt idx="432">
                  <c:v>70.71184193000001</c:v>
                </c:pt>
                <c:pt idx="433">
                  <c:v>70.91786843</c:v>
                </c:pt>
                <c:pt idx="434">
                  <c:v>70.91786843</c:v>
                </c:pt>
                <c:pt idx="435">
                  <c:v>71.06499211000001</c:v>
                </c:pt>
                <c:pt idx="436">
                  <c:v>71.06499211000001</c:v>
                </c:pt>
                <c:pt idx="437">
                  <c:v>71.15324986</c:v>
                </c:pt>
                <c:pt idx="438">
                  <c:v>71.15324986</c:v>
                </c:pt>
                <c:pt idx="439">
                  <c:v>71.18266604</c:v>
                </c:pt>
                <c:pt idx="440">
                  <c:v>71.18266604</c:v>
                </c:pt>
                <c:pt idx="441">
                  <c:v>71.15324986</c:v>
                </c:pt>
                <c:pt idx="442">
                  <c:v>71.15324986</c:v>
                </c:pt>
                <c:pt idx="443">
                  <c:v>71.06499211000001</c:v>
                </c:pt>
                <c:pt idx="444">
                  <c:v>71.06499211000001</c:v>
                </c:pt>
                <c:pt idx="445">
                  <c:v>70.91786844000001</c:v>
                </c:pt>
                <c:pt idx="446">
                  <c:v>70.91786844000001</c:v>
                </c:pt>
                <c:pt idx="447">
                  <c:v>70.71184194</c:v>
                </c:pt>
                <c:pt idx="448">
                  <c:v>70.71184194</c:v>
                </c:pt>
                <c:pt idx="449">
                  <c:v>70.44686421999999</c:v>
                </c:pt>
                <c:pt idx="450">
                  <c:v>70.44686421999999</c:v>
                </c:pt>
                <c:pt idx="451">
                  <c:v>70.12287603999999</c:v>
                </c:pt>
                <c:pt idx="452">
                  <c:v>70.12287603999999</c:v>
                </c:pt>
                <c:pt idx="453">
                  <c:v>69.73980776000001</c:v>
                </c:pt>
                <c:pt idx="454">
                  <c:v>69.73980776000001</c:v>
                </c:pt>
                <c:pt idx="455">
                  <c:v>69.29757970999999</c:v>
                </c:pt>
                <c:pt idx="456">
                  <c:v>69.29757970999999</c:v>
                </c:pt>
                <c:pt idx="457">
                  <c:v>68.79610248</c:v>
                </c:pt>
                <c:pt idx="458">
                  <c:v>68.79610248</c:v>
                </c:pt>
                <c:pt idx="459">
                  <c:v>68.23527711</c:v>
                </c:pt>
                <c:pt idx="460">
                  <c:v>68.23527711</c:v>
                </c:pt>
                <c:pt idx="461">
                  <c:v>67.61499531</c:v>
                </c:pt>
                <c:pt idx="462">
                  <c:v>67.61499531</c:v>
                </c:pt>
                <c:pt idx="463">
                  <c:v>66.93513964</c:v>
                </c:pt>
                <c:pt idx="464">
                  <c:v>66.93513964</c:v>
                </c:pt>
                <c:pt idx="465">
                  <c:v>66.19558359</c:v>
                </c:pt>
                <c:pt idx="466">
                  <c:v>66.19558359</c:v>
                </c:pt>
                <c:pt idx="467">
                  <c:v>65.39619175</c:v>
                </c:pt>
                <c:pt idx="468">
                  <c:v>65.39619175</c:v>
                </c:pt>
                <c:pt idx="469">
                  <c:v>64.53681991000001</c:v>
                </c:pt>
                <c:pt idx="470">
                  <c:v>64.53681991000001</c:v>
                </c:pt>
                <c:pt idx="471">
                  <c:v>63.6173151</c:v>
                </c:pt>
                <c:pt idx="472">
                  <c:v>63.6173151</c:v>
                </c:pt>
                <c:pt idx="473">
                  <c:v>62.63751573</c:v>
                </c:pt>
                <c:pt idx="474">
                  <c:v>62.63751573</c:v>
                </c:pt>
                <c:pt idx="475">
                  <c:v>61.5972516</c:v>
                </c:pt>
                <c:pt idx="476">
                  <c:v>61.5972516</c:v>
                </c:pt>
                <c:pt idx="477">
                  <c:v>60.49634398</c:v>
                </c:pt>
                <c:pt idx="478">
                  <c:v>60.49634398</c:v>
                </c:pt>
                <c:pt idx="479">
                  <c:v>59.33460568</c:v>
                </c:pt>
                <c:pt idx="480">
                  <c:v>59.33460568</c:v>
                </c:pt>
                <c:pt idx="481">
                  <c:v>58.11184103</c:v>
                </c:pt>
                <c:pt idx="482">
                  <c:v>58.11184103</c:v>
                </c:pt>
                <c:pt idx="483">
                  <c:v>56.82784599</c:v>
                </c:pt>
                <c:pt idx="484">
                  <c:v>56.82784599</c:v>
                </c:pt>
                <c:pt idx="485">
                  <c:v>55.48240812</c:v>
                </c:pt>
                <c:pt idx="486">
                  <c:v>55.48240812</c:v>
                </c:pt>
                <c:pt idx="487">
                  <c:v>54.07530661</c:v>
                </c:pt>
                <c:pt idx="488">
                  <c:v>54.07530661</c:v>
                </c:pt>
                <c:pt idx="489">
                  <c:v>52.60631233</c:v>
                </c:pt>
                <c:pt idx="490">
                  <c:v>52.60631233</c:v>
                </c:pt>
                <c:pt idx="491">
                  <c:v>51.07518779</c:v>
                </c:pt>
                <c:pt idx="492">
                  <c:v>51.07518779</c:v>
                </c:pt>
                <c:pt idx="493">
                  <c:v>49.4816872</c:v>
                </c:pt>
                <c:pt idx="494">
                  <c:v>49.4816872</c:v>
                </c:pt>
                <c:pt idx="495">
                  <c:v>47.82555644</c:v>
                </c:pt>
                <c:pt idx="496">
                  <c:v>47.82555644</c:v>
                </c:pt>
                <c:pt idx="497">
                  <c:v>46.10653307</c:v>
                </c:pt>
                <c:pt idx="498">
                  <c:v>46.10653307</c:v>
                </c:pt>
                <c:pt idx="499">
                  <c:v>44.32434631</c:v>
                </c:pt>
                <c:pt idx="500">
                  <c:v>44.32434631</c:v>
                </c:pt>
                <c:pt idx="501">
                  <c:v>42.47871706</c:v>
                </c:pt>
                <c:pt idx="502">
                  <c:v>42.47871706</c:v>
                </c:pt>
                <c:pt idx="503">
                  <c:v>40.56935788</c:v>
                </c:pt>
                <c:pt idx="504">
                  <c:v>40.56935788</c:v>
                </c:pt>
                <c:pt idx="505">
                  <c:v>38.59597295</c:v>
                </c:pt>
                <c:pt idx="506">
                  <c:v>38.59597295</c:v>
                </c:pt>
                <c:pt idx="507">
                  <c:v>36.55825808</c:v>
                </c:pt>
                <c:pt idx="508">
                  <c:v>36.55825808</c:v>
                </c:pt>
                <c:pt idx="509">
                  <c:v>34.45590069</c:v>
                </c:pt>
                <c:pt idx="510">
                  <c:v>34.45590069</c:v>
                </c:pt>
                <c:pt idx="511">
                  <c:v>32.28857976</c:v>
                </c:pt>
                <c:pt idx="512">
                  <c:v>32.28857976</c:v>
                </c:pt>
                <c:pt idx="513">
                  <c:v>30.05596585</c:v>
                </c:pt>
                <c:pt idx="514">
                  <c:v>30.05596585</c:v>
                </c:pt>
                <c:pt idx="515">
                  <c:v>27.75772103</c:v>
                </c:pt>
                <c:pt idx="516">
                  <c:v>27.75772103</c:v>
                </c:pt>
                <c:pt idx="517">
                  <c:v>25.39349885</c:v>
                </c:pt>
                <c:pt idx="518">
                  <c:v>25.39349885</c:v>
                </c:pt>
                <c:pt idx="519">
                  <c:v>22.96294434</c:v>
                </c:pt>
                <c:pt idx="520">
                  <c:v>22.96294434</c:v>
                </c:pt>
                <c:pt idx="521">
                  <c:v>20.46569395</c:v>
                </c:pt>
                <c:pt idx="522">
                  <c:v>20.46569395</c:v>
                </c:pt>
                <c:pt idx="523">
                  <c:v>17.90137552</c:v>
                </c:pt>
                <c:pt idx="524">
                  <c:v>17.90137552</c:v>
                </c:pt>
                <c:pt idx="525">
                  <c:v>15.26960824</c:v>
                </c:pt>
                <c:pt idx="526">
                  <c:v>15.26960824</c:v>
                </c:pt>
                <c:pt idx="527">
                  <c:v>12.5700026</c:v>
                </c:pt>
                <c:pt idx="528">
                  <c:v>12.5700026</c:v>
                </c:pt>
                <c:pt idx="529">
                  <c:v>9.802160369999999</c:v>
                </c:pt>
                <c:pt idx="530">
                  <c:v>9.802160369999999</c:v>
                </c:pt>
                <c:pt idx="531">
                  <c:v>6.96567452</c:v>
                </c:pt>
                <c:pt idx="532">
                  <c:v>6.96567452</c:v>
                </c:pt>
                <c:pt idx="533">
                  <c:v>4.06012921</c:v>
                </c:pt>
                <c:pt idx="534">
                  <c:v>4.06012921</c:v>
                </c:pt>
                <c:pt idx="535">
                  <c:v>1.08509969</c:v>
                </c:pt>
                <c:pt idx="536">
                  <c:v>1.08509969</c:v>
                </c:pt>
                <c:pt idx="537">
                  <c:v>-1.95984768</c:v>
                </c:pt>
                <c:pt idx="538">
                  <c:v>-1.95984768</c:v>
                </c:pt>
                <c:pt idx="539">
                  <c:v>-5.07515554</c:v>
                </c:pt>
                <c:pt idx="540">
                  <c:v>-5.07515554</c:v>
                </c:pt>
                <c:pt idx="541">
                  <c:v>-8.26127558</c:v>
                </c:pt>
                <c:pt idx="542">
                  <c:v>-8.26127558</c:v>
                </c:pt>
                <c:pt idx="543">
                  <c:v>-11.51866855</c:v>
                </c:pt>
                <c:pt idx="544">
                  <c:v>-11.51866855</c:v>
                </c:pt>
                <c:pt idx="545">
                  <c:v>-14.84780437</c:v>
                </c:pt>
                <c:pt idx="546">
                  <c:v>-14.84780437</c:v>
                </c:pt>
                <c:pt idx="547">
                  <c:v>-18.24916218</c:v>
                </c:pt>
                <c:pt idx="548">
                  <c:v>-18.24916218</c:v>
                </c:pt>
                <c:pt idx="549">
                  <c:v>-21.72323036</c:v>
                </c:pt>
                <c:pt idx="550">
                  <c:v>-21.72323036</c:v>
                </c:pt>
                <c:pt idx="551">
                  <c:v>-25.27050664</c:v>
                </c:pt>
                <c:pt idx="552">
                  <c:v>-25.27050664</c:v>
                </c:pt>
                <c:pt idx="553">
                  <c:v>-28.89149814</c:v>
                </c:pt>
                <c:pt idx="554">
                  <c:v>-28.89149814</c:v>
                </c:pt>
                <c:pt idx="555">
                  <c:v>-32.58672145</c:v>
                </c:pt>
                <c:pt idx="556">
                  <c:v>-32.58672145</c:v>
                </c:pt>
                <c:pt idx="557">
                  <c:v>-36.35670269</c:v>
                </c:pt>
                <c:pt idx="558">
                  <c:v>-36.35670269</c:v>
                </c:pt>
                <c:pt idx="559">
                  <c:v>-40.20197754</c:v>
                </c:pt>
                <c:pt idx="560">
                  <c:v>-40.20197754</c:v>
                </c:pt>
                <c:pt idx="561">
                  <c:v>-44.1230914</c:v>
                </c:pt>
                <c:pt idx="562">
                  <c:v>-44.1230914</c:v>
                </c:pt>
                <c:pt idx="563">
                  <c:v>-48.12059936</c:v>
                </c:pt>
                <c:pt idx="564">
                  <c:v>-48.12059936</c:v>
                </c:pt>
                <c:pt idx="565">
                  <c:v>-52.19506634</c:v>
                </c:pt>
                <c:pt idx="566">
                  <c:v>-52.19506634</c:v>
                </c:pt>
                <c:pt idx="567">
                  <c:v>-56.34706715</c:v>
                </c:pt>
                <c:pt idx="568">
                  <c:v>-56.34706715</c:v>
                </c:pt>
                <c:pt idx="569">
                  <c:v>-60.57718653</c:v>
                </c:pt>
                <c:pt idx="570">
                  <c:v>-60.57718653</c:v>
                </c:pt>
                <c:pt idx="571">
                  <c:v>-64.88601927000001</c:v>
                </c:pt>
                <c:pt idx="572">
                  <c:v>-64.88601927000001</c:v>
                </c:pt>
                <c:pt idx="573">
                  <c:v>-69.27417027</c:v>
                </c:pt>
                <c:pt idx="574">
                  <c:v>-69.27417027</c:v>
                </c:pt>
                <c:pt idx="575">
                  <c:v>-73.74225461</c:v>
                </c:pt>
                <c:pt idx="576">
                  <c:v>-73.74225461</c:v>
                </c:pt>
                <c:pt idx="577">
                  <c:v>-78.29089766</c:v>
                </c:pt>
                <c:pt idx="578">
                  <c:v>-78.29089766</c:v>
                </c:pt>
                <c:pt idx="579">
                  <c:v>-82.92073511</c:v>
                </c:pt>
                <c:pt idx="580">
                  <c:v>-82.92073511</c:v>
                </c:pt>
                <c:pt idx="581">
                  <c:v>-87.63241309</c:v>
                </c:pt>
                <c:pt idx="582">
                  <c:v>-87.63241309</c:v>
                </c:pt>
                <c:pt idx="583">
                  <c:v>-92.42658827</c:v>
                </c:pt>
                <c:pt idx="584">
                  <c:v>-92.42658827</c:v>
                </c:pt>
                <c:pt idx="585">
                  <c:v>-97.30392788</c:v>
                </c:pt>
                <c:pt idx="586">
                  <c:v>-97.30392788</c:v>
                </c:pt>
                <c:pt idx="587">
                  <c:v>-102.26510987</c:v>
                </c:pt>
                <c:pt idx="588">
                  <c:v>-102.26510987</c:v>
                </c:pt>
                <c:pt idx="589">
                  <c:v>-107.31082294</c:v>
                </c:pt>
                <c:pt idx="590">
                  <c:v>-107.31082294</c:v>
                </c:pt>
                <c:pt idx="591">
                  <c:v>-112.44176666</c:v>
                </c:pt>
                <c:pt idx="592">
                  <c:v>-112.44176666</c:v>
                </c:pt>
                <c:pt idx="593">
                  <c:v>-117.65865156</c:v>
                </c:pt>
                <c:pt idx="594">
                  <c:v>-117.65865156</c:v>
                </c:pt>
                <c:pt idx="595">
                  <c:v>-122.96219917</c:v>
                </c:pt>
                <c:pt idx="596">
                  <c:v>-122.96219917</c:v>
                </c:pt>
                <c:pt idx="597">
                  <c:v>-128.3531422</c:v>
                </c:pt>
                <c:pt idx="598">
                  <c:v>-128.3531422</c:v>
                </c:pt>
                <c:pt idx="599">
                  <c:v>-133.83222456</c:v>
                </c:pt>
                <c:pt idx="600">
                  <c:v>-133.83222456</c:v>
                </c:pt>
                <c:pt idx="601">
                  <c:v>-139.40020147</c:v>
                </c:pt>
                <c:pt idx="602">
                  <c:v>-139.40020147</c:v>
                </c:pt>
                <c:pt idx="603">
                  <c:v>-145.05783958</c:v>
                </c:pt>
                <c:pt idx="604">
                  <c:v>-145.05783958</c:v>
                </c:pt>
                <c:pt idx="605">
                  <c:v>-150.80591703</c:v>
                </c:pt>
                <c:pt idx="606">
                  <c:v>-150.80591703</c:v>
                </c:pt>
                <c:pt idx="607">
                  <c:v>-156.64522358</c:v>
                </c:pt>
                <c:pt idx="608">
                  <c:v>-156.64522358</c:v>
                </c:pt>
                <c:pt idx="609">
                  <c:v>-162.57656067</c:v>
                </c:pt>
                <c:pt idx="610">
                  <c:v>-162.57656067</c:v>
                </c:pt>
                <c:pt idx="611">
                  <c:v>-168.60074155</c:v>
                </c:pt>
                <c:pt idx="612">
                  <c:v>-168.60074155</c:v>
                </c:pt>
                <c:pt idx="613">
                  <c:v>-174.71859138</c:v>
                </c:pt>
                <c:pt idx="614">
                  <c:v>-174.71859138</c:v>
                </c:pt>
                <c:pt idx="615">
                  <c:v>-180.93094731</c:v>
                </c:pt>
                <c:pt idx="616">
                  <c:v>-180.93094731</c:v>
                </c:pt>
                <c:pt idx="617">
                  <c:v>-187.23865859</c:v>
                </c:pt>
                <c:pt idx="618">
                  <c:v>-187.23865859</c:v>
                </c:pt>
                <c:pt idx="619">
                  <c:v>-193.64258668</c:v>
                </c:pt>
                <c:pt idx="620">
                  <c:v>-193.64258668</c:v>
                </c:pt>
                <c:pt idx="621">
                  <c:v>-200.14360534</c:v>
                </c:pt>
                <c:pt idx="622">
                  <c:v>-200.14360534</c:v>
                </c:pt>
                <c:pt idx="623">
                  <c:v>-206.74260075</c:v>
                </c:pt>
                <c:pt idx="624">
                  <c:v>-206.74260075</c:v>
                </c:pt>
                <c:pt idx="625">
                  <c:v>-213.4404716</c:v>
                </c:pt>
                <c:pt idx="626">
                  <c:v>-213.4404716</c:v>
                </c:pt>
                <c:pt idx="627">
                  <c:v>-220.23812922</c:v>
                </c:pt>
                <c:pt idx="628">
                  <c:v>-220.23812922</c:v>
                </c:pt>
                <c:pt idx="629">
                  <c:v>-227.13649766</c:v>
                </c:pt>
                <c:pt idx="630">
                  <c:v>-227.13649766</c:v>
                </c:pt>
                <c:pt idx="631">
                  <c:v>-234.1365138</c:v>
                </c:pt>
                <c:pt idx="632">
                  <c:v>-234.1365138</c:v>
                </c:pt>
                <c:pt idx="633">
                  <c:v>-241.23912749</c:v>
                </c:pt>
                <c:pt idx="634">
                  <c:v>-241.23912749</c:v>
                </c:pt>
                <c:pt idx="635">
                  <c:v>-248.44530164</c:v>
                </c:pt>
                <c:pt idx="636">
                  <c:v>-248.44530164</c:v>
                </c:pt>
                <c:pt idx="637">
                  <c:v>-255.75601231</c:v>
                </c:pt>
                <c:pt idx="638">
                  <c:v>-255.75601231</c:v>
                </c:pt>
                <c:pt idx="639">
                  <c:v>-263.17224885</c:v>
                </c:pt>
                <c:pt idx="640">
                  <c:v>-263.17224885</c:v>
                </c:pt>
                <c:pt idx="641">
                  <c:v>-256.08133056</c:v>
                </c:pt>
                <c:pt idx="642">
                  <c:v>-256.08133056</c:v>
                </c:pt>
                <c:pt idx="643">
                  <c:v>-249.096104</c:v>
                </c:pt>
                <c:pt idx="644">
                  <c:v>-249.096104</c:v>
                </c:pt>
                <c:pt idx="645">
                  <c:v>-242.21574192</c:v>
                </c:pt>
                <c:pt idx="646">
                  <c:v>-242.21574192</c:v>
                </c:pt>
                <c:pt idx="647">
                  <c:v>-235.43942634</c:v>
                </c:pt>
                <c:pt idx="648">
                  <c:v>-235.43942634</c:v>
                </c:pt>
                <c:pt idx="649">
                  <c:v>-228.76634845</c:v>
                </c:pt>
                <c:pt idx="650">
                  <c:v>-228.76634845</c:v>
                </c:pt>
                <c:pt idx="651">
                  <c:v>-222.19570857</c:v>
                </c:pt>
                <c:pt idx="652">
                  <c:v>-222.19570857</c:v>
                </c:pt>
                <c:pt idx="653">
                  <c:v>-215.72671606</c:v>
                </c:pt>
                <c:pt idx="654">
                  <c:v>-215.72671606</c:v>
                </c:pt>
                <c:pt idx="655">
                  <c:v>-209.3585893</c:v>
                </c:pt>
                <c:pt idx="656">
                  <c:v>-209.3585893</c:v>
                </c:pt>
                <c:pt idx="657">
                  <c:v>-203.09055558</c:v>
                </c:pt>
                <c:pt idx="658">
                  <c:v>-203.09055558</c:v>
                </c:pt>
                <c:pt idx="659">
                  <c:v>-196.92185105</c:v>
                </c:pt>
                <c:pt idx="660">
                  <c:v>-196.92185105</c:v>
                </c:pt>
                <c:pt idx="661">
                  <c:v>-190.85172069</c:v>
                </c:pt>
                <c:pt idx="662">
                  <c:v>-190.85172069</c:v>
                </c:pt>
                <c:pt idx="663">
                  <c:v>-184.87941819</c:v>
                </c:pt>
                <c:pt idx="664">
                  <c:v>-184.87941819</c:v>
                </c:pt>
                <c:pt idx="665">
                  <c:v>-179.00420595</c:v>
                </c:pt>
                <c:pt idx="666">
                  <c:v>-179.00420595</c:v>
                </c:pt>
                <c:pt idx="667">
                  <c:v>-173.22535497</c:v>
                </c:pt>
                <c:pt idx="668">
                  <c:v>-173.22535497</c:v>
                </c:pt>
                <c:pt idx="669">
                  <c:v>-167.54214483</c:v>
                </c:pt>
                <c:pt idx="670">
                  <c:v>-167.54214483</c:v>
                </c:pt>
                <c:pt idx="671">
                  <c:v>-161.95386358</c:v>
                </c:pt>
                <c:pt idx="672">
                  <c:v>-161.95386358</c:v>
                </c:pt>
                <c:pt idx="673">
                  <c:v>-156.45980773</c:v>
                </c:pt>
                <c:pt idx="674">
                  <c:v>-156.45980773</c:v>
                </c:pt>
                <c:pt idx="675">
                  <c:v>-151.05928217</c:v>
                </c:pt>
                <c:pt idx="676">
                  <c:v>-151.05928217</c:v>
                </c:pt>
                <c:pt idx="677">
                  <c:v>-145.7516001</c:v>
                </c:pt>
                <c:pt idx="678">
                  <c:v>-145.7516001</c:v>
                </c:pt>
                <c:pt idx="679">
                  <c:v>-140.53608299</c:v>
                </c:pt>
                <c:pt idx="680">
                  <c:v>-140.53608299</c:v>
                </c:pt>
                <c:pt idx="681">
                  <c:v>-135.41206053</c:v>
                </c:pt>
                <c:pt idx="682">
                  <c:v>-135.41206053</c:v>
                </c:pt>
                <c:pt idx="683">
                  <c:v>-130.37887052</c:v>
                </c:pt>
                <c:pt idx="684">
                  <c:v>-130.37887052</c:v>
                </c:pt>
                <c:pt idx="685">
                  <c:v>-125.4358589</c:v>
                </c:pt>
                <c:pt idx="686">
                  <c:v>-125.4358589</c:v>
                </c:pt>
                <c:pt idx="687">
                  <c:v>-120.58237961</c:v>
                </c:pt>
                <c:pt idx="688">
                  <c:v>-120.58237961</c:v>
                </c:pt>
                <c:pt idx="689">
                  <c:v>-115.81779459</c:v>
                </c:pt>
                <c:pt idx="690">
                  <c:v>-115.81779459</c:v>
                </c:pt>
                <c:pt idx="691">
                  <c:v>-111.14147368</c:v>
                </c:pt>
                <c:pt idx="692">
                  <c:v>-111.14147368</c:v>
                </c:pt>
                <c:pt idx="693">
                  <c:v>-106.55279463</c:v>
                </c:pt>
                <c:pt idx="694">
                  <c:v>-106.55279463</c:v>
                </c:pt>
                <c:pt idx="695">
                  <c:v>-102.05114296</c:v>
                </c:pt>
                <c:pt idx="696">
                  <c:v>-102.05114296</c:v>
                </c:pt>
                <c:pt idx="697">
                  <c:v>-97.63591198</c:v>
                </c:pt>
                <c:pt idx="698">
                  <c:v>-97.63591198</c:v>
                </c:pt>
                <c:pt idx="699">
                  <c:v>-93.30650271</c:v>
                </c:pt>
                <c:pt idx="700">
                  <c:v>-93.30650271</c:v>
                </c:pt>
                <c:pt idx="701">
                  <c:v>-89.06232381</c:v>
                </c:pt>
                <c:pt idx="702">
                  <c:v>-89.06232381</c:v>
                </c:pt>
                <c:pt idx="703">
                  <c:v>-84.90279156</c:v>
                </c:pt>
                <c:pt idx="704">
                  <c:v>-84.90279156</c:v>
                </c:pt>
                <c:pt idx="705">
                  <c:v>-80.82732977000001</c:v>
                </c:pt>
                <c:pt idx="706">
                  <c:v>-80.82732977000001</c:v>
                </c:pt>
                <c:pt idx="707">
                  <c:v>-76.83536977</c:v>
                </c:pt>
                <c:pt idx="708">
                  <c:v>-76.83536977</c:v>
                </c:pt>
                <c:pt idx="709">
                  <c:v>-72.92635034</c:v>
                </c:pt>
                <c:pt idx="710">
                  <c:v>-72.92635034</c:v>
                </c:pt>
                <c:pt idx="711">
                  <c:v>-69.09971766</c:v>
                </c:pt>
                <c:pt idx="712">
                  <c:v>-69.09971766</c:v>
                </c:pt>
                <c:pt idx="713">
                  <c:v>-65.35492524</c:v>
                </c:pt>
                <c:pt idx="714">
                  <c:v>-65.35492524</c:v>
                </c:pt>
                <c:pt idx="715">
                  <c:v>-61.69143393</c:v>
                </c:pt>
                <c:pt idx="716">
                  <c:v>-61.69143393</c:v>
                </c:pt>
                <c:pt idx="717">
                  <c:v>-58.10871179</c:v>
                </c:pt>
                <c:pt idx="718">
                  <c:v>-58.10871179</c:v>
                </c:pt>
                <c:pt idx="719">
                  <c:v>-54.60623413</c:v>
                </c:pt>
                <c:pt idx="720">
                  <c:v>-54.60623413</c:v>
                </c:pt>
                <c:pt idx="721">
                  <c:v>-51.18348339</c:v>
                </c:pt>
                <c:pt idx="722">
                  <c:v>-51.18348339</c:v>
                </c:pt>
                <c:pt idx="723">
                  <c:v>-47.83994912</c:v>
                </c:pt>
                <c:pt idx="724">
                  <c:v>-47.83994912</c:v>
                </c:pt>
                <c:pt idx="725">
                  <c:v>-44.57512796</c:v>
                </c:pt>
                <c:pt idx="726">
                  <c:v>-44.57512796</c:v>
                </c:pt>
                <c:pt idx="727">
                  <c:v>-41.38852356</c:v>
                </c:pt>
                <c:pt idx="728">
                  <c:v>-41.38852356</c:v>
                </c:pt>
                <c:pt idx="729">
                  <c:v>-38.27964652</c:v>
                </c:pt>
                <c:pt idx="730">
                  <c:v>-38.27964652</c:v>
                </c:pt>
                <c:pt idx="731">
                  <c:v>-35.24801442</c:v>
                </c:pt>
                <c:pt idx="732">
                  <c:v>-35.24801442</c:v>
                </c:pt>
                <c:pt idx="733">
                  <c:v>-32.29315169</c:v>
                </c:pt>
                <c:pt idx="734">
                  <c:v>-32.29315169</c:v>
                </c:pt>
                <c:pt idx="735">
                  <c:v>-29.41458961</c:v>
                </c:pt>
                <c:pt idx="736">
                  <c:v>-29.41458961</c:v>
                </c:pt>
                <c:pt idx="737">
                  <c:v>-26.61186629</c:v>
                </c:pt>
                <c:pt idx="738">
                  <c:v>-26.61186629</c:v>
                </c:pt>
                <c:pt idx="739">
                  <c:v>-23.88452657</c:v>
                </c:pt>
                <c:pt idx="740">
                  <c:v>-23.88452657</c:v>
                </c:pt>
                <c:pt idx="741">
                  <c:v>-21.23212202</c:v>
                </c:pt>
                <c:pt idx="742">
                  <c:v>-21.23212202</c:v>
                </c:pt>
                <c:pt idx="743">
                  <c:v>-18.6542109</c:v>
                </c:pt>
                <c:pt idx="744">
                  <c:v>-18.6542109</c:v>
                </c:pt>
                <c:pt idx="745">
                  <c:v>-16.15035809</c:v>
                </c:pt>
                <c:pt idx="746">
                  <c:v>-16.15035809</c:v>
                </c:pt>
                <c:pt idx="747">
                  <c:v>-13.72013509</c:v>
                </c:pt>
                <c:pt idx="748">
                  <c:v>-13.72013509</c:v>
                </c:pt>
                <c:pt idx="749">
                  <c:v>-11.36311996</c:v>
                </c:pt>
                <c:pt idx="750">
                  <c:v>-11.36311996</c:v>
                </c:pt>
                <c:pt idx="751">
                  <c:v>-9.07889726</c:v>
                </c:pt>
                <c:pt idx="752">
                  <c:v>-9.07889726</c:v>
                </c:pt>
                <c:pt idx="753">
                  <c:v>-6.86705808</c:v>
                </c:pt>
                <c:pt idx="754">
                  <c:v>-6.86705808</c:v>
                </c:pt>
                <c:pt idx="755">
                  <c:v>-4.72719992</c:v>
                </c:pt>
                <c:pt idx="756">
                  <c:v>-4.72719992</c:v>
                </c:pt>
                <c:pt idx="757">
                  <c:v>-2.65892672</c:v>
                </c:pt>
                <c:pt idx="758">
                  <c:v>-2.65892672</c:v>
                </c:pt>
                <c:pt idx="759">
                  <c:v>-0.66184879</c:v>
                </c:pt>
                <c:pt idx="760">
                  <c:v>-0.66184879</c:v>
                </c:pt>
                <c:pt idx="761">
                  <c:v>1.26441719</c:v>
                </c:pt>
                <c:pt idx="762">
                  <c:v>1.26441719</c:v>
                </c:pt>
                <c:pt idx="763">
                  <c:v>3.12024827</c:v>
                </c:pt>
                <c:pt idx="764">
                  <c:v>3.12024827</c:v>
                </c:pt>
                <c:pt idx="765">
                  <c:v>4.90601517</c:v>
                </c:pt>
                <c:pt idx="766">
                  <c:v>4.90601517</c:v>
                </c:pt>
                <c:pt idx="767">
                  <c:v>6.62208239</c:v>
                </c:pt>
                <c:pt idx="768">
                  <c:v>6.62208239</c:v>
                </c:pt>
                <c:pt idx="769">
                  <c:v>8.2688082</c:v>
                </c:pt>
                <c:pt idx="770">
                  <c:v>8.2688082</c:v>
                </c:pt>
                <c:pt idx="771">
                  <c:v>9.846544700000001</c:v>
                </c:pt>
                <c:pt idx="772">
                  <c:v>9.846544700000001</c:v>
                </c:pt>
                <c:pt idx="773">
                  <c:v>11.3556378</c:v>
                </c:pt>
                <c:pt idx="774">
                  <c:v>11.3556378</c:v>
                </c:pt>
                <c:pt idx="775">
                  <c:v>12.79642731</c:v>
                </c:pt>
                <c:pt idx="776">
                  <c:v>12.79642731</c:v>
                </c:pt>
                <c:pt idx="777">
                  <c:v>14.16924691</c:v>
                </c:pt>
                <c:pt idx="778">
                  <c:v>14.16924691</c:v>
                </c:pt>
                <c:pt idx="779">
                  <c:v>15.47442421</c:v>
                </c:pt>
                <c:pt idx="780">
                  <c:v>15.47442421</c:v>
                </c:pt>
                <c:pt idx="781">
                  <c:v>16.71228079</c:v>
                </c:pt>
                <c:pt idx="782">
                  <c:v>16.71228079</c:v>
                </c:pt>
                <c:pt idx="783">
                  <c:v>17.88313218</c:v>
                </c:pt>
                <c:pt idx="784">
                  <c:v>17.88313218</c:v>
                </c:pt>
                <c:pt idx="785">
                  <c:v>18.9872879</c:v>
                </c:pt>
                <c:pt idx="786">
                  <c:v>18.9872879</c:v>
                </c:pt>
                <c:pt idx="787">
                  <c:v>20.02505152</c:v>
                </c:pt>
                <c:pt idx="788">
                  <c:v>20.02505152</c:v>
                </c:pt>
                <c:pt idx="789">
                  <c:v>20.99672063</c:v>
                </c:pt>
                <c:pt idx="790">
                  <c:v>20.99672063</c:v>
                </c:pt>
                <c:pt idx="791">
                  <c:v>21.90258689</c:v>
                </c:pt>
                <c:pt idx="792">
                  <c:v>21.90258689</c:v>
                </c:pt>
                <c:pt idx="793">
                  <c:v>22.74293603</c:v>
                </c:pt>
                <c:pt idx="794">
                  <c:v>22.74293603</c:v>
                </c:pt>
                <c:pt idx="795">
                  <c:v>23.5180479</c:v>
                </c:pt>
                <c:pt idx="796">
                  <c:v>23.5180479</c:v>
                </c:pt>
                <c:pt idx="797">
                  <c:v>24.22819645</c:v>
                </c:pt>
                <c:pt idx="798">
                  <c:v>24.22819645</c:v>
                </c:pt>
                <c:pt idx="799">
                  <c:v>24.87364978</c:v>
                </c:pt>
                <c:pt idx="800">
                  <c:v>24.87364978</c:v>
                </c:pt>
                <c:pt idx="801">
                  <c:v>25.45467012</c:v>
                </c:pt>
                <c:pt idx="802">
                  <c:v>25.45467012</c:v>
                </c:pt>
                <c:pt idx="803">
                  <c:v>25.97151388</c:v>
                </c:pt>
                <c:pt idx="804">
                  <c:v>25.97151388</c:v>
                </c:pt>
                <c:pt idx="805">
                  <c:v>26.42443165</c:v>
                </c:pt>
                <c:pt idx="806">
                  <c:v>26.42443165</c:v>
                </c:pt>
                <c:pt idx="807">
                  <c:v>26.81366817</c:v>
                </c:pt>
                <c:pt idx="808">
                  <c:v>26.81366817</c:v>
                </c:pt>
                <c:pt idx="809">
                  <c:v>27.13946242</c:v>
                </c:pt>
                <c:pt idx="810">
                  <c:v>27.13946242</c:v>
                </c:pt>
                <c:pt idx="811">
                  <c:v>27.40204756</c:v>
                </c:pt>
                <c:pt idx="812">
                  <c:v>27.40204756</c:v>
                </c:pt>
                <c:pt idx="813">
                  <c:v>27.60165097</c:v>
                </c:pt>
                <c:pt idx="814">
                  <c:v>27.60165097</c:v>
                </c:pt>
                <c:pt idx="815">
                  <c:v>27.73849423</c:v>
                </c:pt>
                <c:pt idx="816">
                  <c:v>27.73849423</c:v>
                </c:pt>
                <c:pt idx="817">
                  <c:v>27.81279317</c:v>
                </c:pt>
                <c:pt idx="818">
                  <c:v>27.81279317</c:v>
                </c:pt>
                <c:pt idx="819">
                  <c:v>27.82475781</c:v>
                </c:pt>
                <c:pt idx="820">
                  <c:v>27.82475781</c:v>
                </c:pt>
                <c:pt idx="821">
                  <c:v>27.77459241</c:v>
                </c:pt>
                <c:pt idx="822">
                  <c:v>27.77459241</c:v>
                </c:pt>
                <c:pt idx="823">
                  <c:v>27.66249545</c:v>
                </c:pt>
                <c:pt idx="824">
                  <c:v>27.66249545</c:v>
                </c:pt>
                <c:pt idx="825">
                  <c:v>27.4886596</c:v>
                </c:pt>
                <c:pt idx="826">
                  <c:v>27.4886596</c:v>
                </c:pt>
                <c:pt idx="827">
                  <c:v>27.25327178</c:v>
                </c:pt>
                <c:pt idx="828">
                  <c:v>27.25327178</c:v>
                </c:pt>
                <c:pt idx="829">
                  <c:v>26.95651308</c:v>
                </c:pt>
                <c:pt idx="830">
                  <c:v>26.95651308</c:v>
                </c:pt>
                <c:pt idx="831">
                  <c:v>26.59855879</c:v>
                </c:pt>
                <c:pt idx="832">
                  <c:v>26.59855879</c:v>
                </c:pt>
                <c:pt idx="833">
                  <c:v>26.17957838</c:v>
                </c:pt>
                <c:pt idx="834">
                  <c:v>26.17957838</c:v>
                </c:pt>
                <c:pt idx="835">
                  <c:v>25.69973547</c:v>
                </c:pt>
                <c:pt idx="836">
                  <c:v>25.69973547</c:v>
                </c:pt>
                <c:pt idx="837">
                  <c:v>25.15918784</c:v>
                </c:pt>
                <c:pt idx="838">
                  <c:v>25.15918784</c:v>
                </c:pt>
                <c:pt idx="839">
                  <c:v>24.55808736</c:v>
                </c:pt>
                <c:pt idx="840">
                  <c:v>24.55808736</c:v>
                </c:pt>
                <c:pt idx="841">
                  <c:v>23.89658002</c:v>
                </c:pt>
                <c:pt idx="842">
                  <c:v>23.89658002</c:v>
                </c:pt>
                <c:pt idx="843">
                  <c:v>23.17480586</c:v>
                </c:pt>
                <c:pt idx="844">
                  <c:v>23.17480586</c:v>
                </c:pt>
                <c:pt idx="845">
                  <c:v>22.39289896</c:v>
                </c:pt>
                <c:pt idx="846">
                  <c:v>22.39289896</c:v>
                </c:pt>
                <c:pt idx="847">
                  <c:v>21.55098739</c:v>
                </c:pt>
                <c:pt idx="848">
                  <c:v>21.55098739</c:v>
                </c:pt>
                <c:pt idx="849">
                  <c:v>20.64919315</c:v>
                </c:pt>
                <c:pt idx="850">
                  <c:v>20.64919315</c:v>
                </c:pt>
                <c:pt idx="851">
                  <c:v>19.68763217</c:v>
                </c:pt>
                <c:pt idx="852">
                  <c:v>19.68763217</c:v>
                </c:pt>
                <c:pt idx="853">
                  <c:v>18.66641421</c:v>
                </c:pt>
                <c:pt idx="854">
                  <c:v>18.66641421</c:v>
                </c:pt>
                <c:pt idx="855">
                  <c:v>17.5856428</c:v>
                </c:pt>
                <c:pt idx="856">
                  <c:v>17.5856428</c:v>
                </c:pt>
                <c:pt idx="857">
                  <c:v>16.4454152</c:v>
                </c:pt>
                <c:pt idx="858">
                  <c:v>16.4454152</c:v>
                </c:pt>
                <c:pt idx="859">
                  <c:v>15.2458223</c:v>
                </c:pt>
                <c:pt idx="860">
                  <c:v>15.2458223</c:v>
                </c:pt>
                <c:pt idx="861">
                  <c:v>13.98694851</c:v>
                </c:pt>
                <c:pt idx="862">
                  <c:v>13.98694851</c:v>
                </c:pt>
                <c:pt idx="863">
                  <c:v>12.66887169</c:v>
                </c:pt>
                <c:pt idx="864">
                  <c:v>12.66887169</c:v>
                </c:pt>
                <c:pt idx="865">
                  <c:v>11.29166302</c:v>
                </c:pt>
                <c:pt idx="866">
                  <c:v>11.29166302</c:v>
                </c:pt>
                <c:pt idx="867">
                  <c:v>9.855386810000001</c:v>
                </c:pt>
                <c:pt idx="868">
                  <c:v>9.855386810000001</c:v>
                </c:pt>
                <c:pt idx="869">
                  <c:v>8.3601004</c:v>
                </c:pt>
                <c:pt idx="870">
                  <c:v>8.3601004</c:v>
                </c:pt>
                <c:pt idx="871">
                  <c:v>6.80585392</c:v>
                </c:pt>
                <c:pt idx="872">
                  <c:v>6.80585392</c:v>
                </c:pt>
                <c:pt idx="873">
                  <c:v>5.19269</c:v>
                </c:pt>
                <c:pt idx="874">
                  <c:v>5.19269</c:v>
                </c:pt>
                <c:pt idx="875">
                  <c:v>3.5206435</c:v>
                </c:pt>
                <c:pt idx="876">
                  <c:v>3.5206435</c:v>
                </c:pt>
                <c:pt idx="877">
                  <c:v>1.78974099</c:v>
                </c:pt>
                <c:pt idx="878">
                  <c:v>1.78974099</c:v>
                </c:pt>
                <c:pt idx="879">
                  <c:v>-0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纵向坐标 x / 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弯矩 / (MN·m)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最大值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Sheet1!$A$2:$A$881</c:f>
              <c:numCache>
                <c:formatCode>General</c:formatCode>
                <c:ptCount val="880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</c:numCache>
            </c:numRef>
          </c:xVal>
          <c:yVal>
            <c:numRef>
              <c:f>Sheet1!$B$2:$B$881</c:f>
              <c:numCache>
                <c:formatCode>General</c:formatCode>
                <c:ptCount val="880"/>
                <c:pt idx="0">
                  <c:v>0</c:v>
                </c:pt>
                <c:pt idx="1">
                  <c:v>0.64847259</c:v>
                </c:pt>
                <c:pt idx="2">
                  <c:v>0.64847259</c:v>
                </c:pt>
                <c:pt idx="3">
                  <c:v>1.28372789</c:v>
                </c:pt>
                <c:pt idx="4">
                  <c:v>1.28372789</c:v>
                </c:pt>
                <c:pt idx="5">
                  <c:v>1.90577084</c:v>
                </c:pt>
                <c:pt idx="6">
                  <c:v>1.90577084</c:v>
                </c:pt>
                <c:pt idx="7">
                  <c:v>2.51460965</c:v>
                </c:pt>
                <c:pt idx="8">
                  <c:v>2.51460965</c:v>
                </c:pt>
                <c:pt idx="9">
                  <c:v>3.11025579</c:v>
                </c:pt>
                <c:pt idx="10">
                  <c:v>3.11025579</c:v>
                </c:pt>
                <c:pt idx="11">
                  <c:v>3.69272393</c:v>
                </c:pt>
                <c:pt idx="12">
                  <c:v>3.69272393</c:v>
                </c:pt>
                <c:pt idx="13">
                  <c:v>4.26203191</c:v>
                </c:pt>
                <c:pt idx="14">
                  <c:v>4.26203191</c:v>
                </c:pt>
                <c:pt idx="15">
                  <c:v>4.81820068</c:v>
                </c:pt>
                <c:pt idx="16">
                  <c:v>4.81820068</c:v>
                </c:pt>
                <c:pt idx="17">
                  <c:v>5.36125425</c:v>
                </c:pt>
                <c:pt idx="18">
                  <c:v>5.36125425</c:v>
                </c:pt>
                <c:pt idx="19">
                  <c:v>5.89121962</c:v>
                </c:pt>
                <c:pt idx="20">
                  <c:v>5.89121962</c:v>
                </c:pt>
                <c:pt idx="21">
                  <c:v>6.40812671</c:v>
                </c:pt>
                <c:pt idx="22">
                  <c:v>6.40812671</c:v>
                </c:pt>
                <c:pt idx="23">
                  <c:v>6.9120083</c:v>
                </c:pt>
                <c:pt idx="24">
                  <c:v>6.9120083</c:v>
                </c:pt>
                <c:pt idx="25">
                  <c:v>7.40289993</c:v>
                </c:pt>
                <c:pt idx="26">
                  <c:v>7.40289993</c:v>
                </c:pt>
                <c:pt idx="27">
                  <c:v>7.88083981</c:v>
                </c:pt>
                <c:pt idx="28">
                  <c:v>7.88083981</c:v>
                </c:pt>
                <c:pt idx="29">
                  <c:v>8.345868769999999</c:v>
                </c:pt>
                <c:pt idx="30">
                  <c:v>8.345868769999999</c:v>
                </c:pt>
                <c:pt idx="31">
                  <c:v>8.79803014</c:v>
                </c:pt>
                <c:pt idx="32">
                  <c:v>8.79803014</c:v>
                </c:pt>
                <c:pt idx="33">
                  <c:v>9.237369640000001</c:v>
                </c:pt>
                <c:pt idx="34">
                  <c:v>9.237369640000001</c:v>
                </c:pt>
                <c:pt idx="35">
                  <c:v>9.663935329999999</c:v>
                </c:pt>
                <c:pt idx="36">
                  <c:v>9.663935329999999</c:v>
                </c:pt>
                <c:pt idx="37">
                  <c:v>10.07777748</c:v>
                </c:pt>
                <c:pt idx="38">
                  <c:v>10.07777748</c:v>
                </c:pt>
                <c:pt idx="39">
                  <c:v>10.47894846</c:v>
                </c:pt>
                <c:pt idx="40">
                  <c:v>10.47894846</c:v>
                </c:pt>
                <c:pt idx="41">
                  <c:v>10.86750267</c:v>
                </c:pt>
                <c:pt idx="42">
                  <c:v>10.86750267</c:v>
                </c:pt>
                <c:pt idx="43">
                  <c:v>11.2434964</c:v>
                </c:pt>
                <c:pt idx="44">
                  <c:v>11.2434964</c:v>
                </c:pt>
                <c:pt idx="45">
                  <c:v>11.60698777</c:v>
                </c:pt>
                <c:pt idx="46">
                  <c:v>11.60698777</c:v>
                </c:pt>
                <c:pt idx="47">
                  <c:v>11.95803657</c:v>
                </c:pt>
                <c:pt idx="48">
                  <c:v>11.95803657</c:v>
                </c:pt>
                <c:pt idx="49">
                  <c:v>12.29670421</c:v>
                </c:pt>
                <c:pt idx="50">
                  <c:v>12.29670421</c:v>
                </c:pt>
                <c:pt idx="51">
                  <c:v>12.62305358</c:v>
                </c:pt>
                <c:pt idx="52">
                  <c:v>12.62305358</c:v>
                </c:pt>
                <c:pt idx="53">
                  <c:v>12.93714897</c:v>
                </c:pt>
                <c:pt idx="54">
                  <c:v>12.93714897</c:v>
                </c:pt>
                <c:pt idx="55">
                  <c:v>13.23905594</c:v>
                </c:pt>
                <c:pt idx="56">
                  <c:v>13.23905594</c:v>
                </c:pt>
                <c:pt idx="57">
                  <c:v>13.52884124</c:v>
                </c:pt>
                <c:pt idx="58">
                  <c:v>13.52884124</c:v>
                </c:pt>
                <c:pt idx="59">
                  <c:v>13.80657269</c:v>
                </c:pt>
                <c:pt idx="60">
                  <c:v>13.80657269</c:v>
                </c:pt>
                <c:pt idx="61">
                  <c:v>14.07231912</c:v>
                </c:pt>
                <c:pt idx="62">
                  <c:v>14.07231912</c:v>
                </c:pt>
                <c:pt idx="63">
                  <c:v>14.32615022</c:v>
                </c:pt>
                <c:pt idx="64">
                  <c:v>14.32615022</c:v>
                </c:pt>
                <c:pt idx="65">
                  <c:v>14.56813648</c:v>
                </c:pt>
                <c:pt idx="66">
                  <c:v>14.56813648</c:v>
                </c:pt>
                <c:pt idx="67">
                  <c:v>14.79834908</c:v>
                </c:pt>
                <c:pt idx="68">
                  <c:v>14.79834908</c:v>
                </c:pt>
                <c:pt idx="69">
                  <c:v>15.01685982</c:v>
                </c:pt>
                <c:pt idx="70">
                  <c:v>15.01685982</c:v>
                </c:pt>
                <c:pt idx="71">
                  <c:v>15.22374099</c:v>
                </c:pt>
                <c:pt idx="72">
                  <c:v>15.22374099</c:v>
                </c:pt>
                <c:pt idx="73">
                  <c:v>15.41906532</c:v>
                </c:pt>
                <c:pt idx="74">
                  <c:v>15.41906532</c:v>
                </c:pt>
                <c:pt idx="75">
                  <c:v>15.60290589</c:v>
                </c:pt>
                <c:pt idx="76">
                  <c:v>15.60290589</c:v>
                </c:pt>
                <c:pt idx="77">
                  <c:v>15.77533603</c:v>
                </c:pt>
                <c:pt idx="78">
                  <c:v>15.77533603</c:v>
                </c:pt>
                <c:pt idx="79">
                  <c:v>15.93642927</c:v>
                </c:pt>
                <c:pt idx="80">
                  <c:v>15.93642927</c:v>
                </c:pt>
                <c:pt idx="81">
                  <c:v>16.08625923</c:v>
                </c:pt>
                <c:pt idx="82">
                  <c:v>16.08625923</c:v>
                </c:pt>
                <c:pt idx="83">
                  <c:v>16.22489956</c:v>
                </c:pt>
                <c:pt idx="84">
                  <c:v>16.22489956</c:v>
                </c:pt>
                <c:pt idx="85">
                  <c:v>16.35242391</c:v>
                </c:pt>
                <c:pt idx="86">
                  <c:v>16.35242391</c:v>
                </c:pt>
                <c:pt idx="87">
                  <c:v>16.46890577</c:v>
                </c:pt>
                <c:pt idx="88">
                  <c:v>16.46890577</c:v>
                </c:pt>
                <c:pt idx="89">
                  <c:v>16.57441851</c:v>
                </c:pt>
                <c:pt idx="90">
                  <c:v>16.57441851</c:v>
                </c:pt>
                <c:pt idx="91">
                  <c:v>16.66903523</c:v>
                </c:pt>
                <c:pt idx="92">
                  <c:v>16.66903523</c:v>
                </c:pt>
                <c:pt idx="93">
                  <c:v>16.75282876</c:v>
                </c:pt>
                <c:pt idx="94">
                  <c:v>16.75282876</c:v>
                </c:pt>
                <c:pt idx="95">
                  <c:v>16.8258716</c:v>
                </c:pt>
                <c:pt idx="96">
                  <c:v>16.8258716</c:v>
                </c:pt>
                <c:pt idx="97">
                  <c:v>16.8882358</c:v>
                </c:pt>
                <c:pt idx="98">
                  <c:v>16.8882358</c:v>
                </c:pt>
                <c:pt idx="99">
                  <c:v>16.93999301</c:v>
                </c:pt>
                <c:pt idx="100">
                  <c:v>16.93999301</c:v>
                </c:pt>
                <c:pt idx="101">
                  <c:v>16.98121435</c:v>
                </c:pt>
                <c:pt idx="102">
                  <c:v>16.98121435</c:v>
                </c:pt>
                <c:pt idx="103">
                  <c:v>17.01197042</c:v>
                </c:pt>
                <c:pt idx="104">
                  <c:v>17.01197042</c:v>
                </c:pt>
                <c:pt idx="105">
                  <c:v>17.03233122</c:v>
                </c:pt>
                <c:pt idx="106">
                  <c:v>17.03233122</c:v>
                </c:pt>
                <c:pt idx="107">
                  <c:v>17.04236612</c:v>
                </c:pt>
                <c:pt idx="108">
                  <c:v>17.04236612</c:v>
                </c:pt>
                <c:pt idx="109">
                  <c:v>17.04214385</c:v>
                </c:pt>
                <c:pt idx="110">
                  <c:v>17.04214385</c:v>
                </c:pt>
                <c:pt idx="111">
                  <c:v>17.03173242</c:v>
                </c:pt>
                <c:pt idx="112">
                  <c:v>17.03173242</c:v>
                </c:pt>
                <c:pt idx="113">
                  <c:v>17.01119911</c:v>
                </c:pt>
                <c:pt idx="114">
                  <c:v>17.01119911</c:v>
                </c:pt>
                <c:pt idx="115">
                  <c:v>16.98061048</c:v>
                </c:pt>
                <c:pt idx="116">
                  <c:v>16.98061048</c:v>
                </c:pt>
                <c:pt idx="117">
                  <c:v>16.94003227</c:v>
                </c:pt>
                <c:pt idx="118">
                  <c:v>16.94003227</c:v>
                </c:pt>
                <c:pt idx="119">
                  <c:v>16.88952941</c:v>
                </c:pt>
                <c:pt idx="120">
                  <c:v>16.88952941</c:v>
                </c:pt>
                <c:pt idx="121">
                  <c:v>16.829166</c:v>
                </c:pt>
                <c:pt idx="122">
                  <c:v>16.829166</c:v>
                </c:pt>
                <c:pt idx="123">
                  <c:v>16.75900531</c:v>
                </c:pt>
                <c:pt idx="124">
                  <c:v>16.75900531</c:v>
                </c:pt>
                <c:pt idx="125">
                  <c:v>16.67910969</c:v>
                </c:pt>
                <c:pt idx="126">
                  <c:v>16.67910969</c:v>
                </c:pt>
                <c:pt idx="127">
                  <c:v>16.58954065</c:v>
                </c:pt>
                <c:pt idx="128">
                  <c:v>16.58954065</c:v>
                </c:pt>
                <c:pt idx="129">
                  <c:v>16.49035876</c:v>
                </c:pt>
                <c:pt idx="130">
                  <c:v>16.49035876</c:v>
                </c:pt>
                <c:pt idx="131">
                  <c:v>16.38162368</c:v>
                </c:pt>
                <c:pt idx="132">
                  <c:v>16.38162368</c:v>
                </c:pt>
                <c:pt idx="133">
                  <c:v>16.26339416</c:v>
                </c:pt>
                <c:pt idx="134">
                  <c:v>16.26339416</c:v>
                </c:pt>
                <c:pt idx="135">
                  <c:v>16.13572799</c:v>
                </c:pt>
                <c:pt idx="136">
                  <c:v>16.13572799</c:v>
                </c:pt>
                <c:pt idx="137">
                  <c:v>15.99868201</c:v>
                </c:pt>
                <c:pt idx="138">
                  <c:v>15.99868201</c:v>
                </c:pt>
                <c:pt idx="139">
                  <c:v>15.85231213</c:v>
                </c:pt>
                <c:pt idx="140">
                  <c:v>15.85231213</c:v>
                </c:pt>
                <c:pt idx="141">
                  <c:v>15.69667327</c:v>
                </c:pt>
                <c:pt idx="142">
                  <c:v>15.69667327</c:v>
                </c:pt>
                <c:pt idx="143">
                  <c:v>15.53181942</c:v>
                </c:pt>
                <c:pt idx="144">
                  <c:v>15.53181942</c:v>
                </c:pt>
                <c:pt idx="145">
                  <c:v>15.35780358</c:v>
                </c:pt>
                <c:pt idx="146">
                  <c:v>15.35780358</c:v>
                </c:pt>
                <c:pt idx="147">
                  <c:v>15.17467779</c:v>
                </c:pt>
                <c:pt idx="148">
                  <c:v>15.17467779</c:v>
                </c:pt>
                <c:pt idx="149">
                  <c:v>14.98249312</c:v>
                </c:pt>
                <c:pt idx="150">
                  <c:v>14.98249312</c:v>
                </c:pt>
                <c:pt idx="151">
                  <c:v>14.78129968</c:v>
                </c:pt>
                <c:pt idx="152">
                  <c:v>14.78129968</c:v>
                </c:pt>
                <c:pt idx="153">
                  <c:v>14.57114661</c:v>
                </c:pt>
                <c:pt idx="154">
                  <c:v>14.57114661</c:v>
                </c:pt>
                <c:pt idx="155">
                  <c:v>14.35208211</c:v>
                </c:pt>
                <c:pt idx="156">
                  <c:v>14.35208211</c:v>
                </c:pt>
                <c:pt idx="157">
                  <c:v>14.12415337</c:v>
                </c:pt>
                <c:pt idx="158">
                  <c:v>14.12415337</c:v>
                </c:pt>
                <c:pt idx="159">
                  <c:v>13.88740668</c:v>
                </c:pt>
                <c:pt idx="160">
                  <c:v>13.88740668</c:v>
                </c:pt>
                <c:pt idx="161">
                  <c:v>13.64188737</c:v>
                </c:pt>
                <c:pt idx="162">
                  <c:v>13.64188737</c:v>
                </c:pt>
                <c:pt idx="163">
                  <c:v>13.38763981</c:v>
                </c:pt>
                <c:pt idx="164">
                  <c:v>13.38763981</c:v>
                </c:pt>
                <c:pt idx="165">
                  <c:v>13.12470744</c:v>
                </c:pt>
                <c:pt idx="166">
                  <c:v>13.12470744</c:v>
                </c:pt>
                <c:pt idx="167">
                  <c:v>12.8531328</c:v>
                </c:pt>
                <c:pt idx="168">
                  <c:v>12.8531328</c:v>
                </c:pt>
                <c:pt idx="169">
                  <c:v>12.57295746</c:v>
                </c:pt>
                <c:pt idx="170">
                  <c:v>12.57295746</c:v>
                </c:pt>
                <c:pt idx="171">
                  <c:v>12.28422214</c:v>
                </c:pt>
                <c:pt idx="172">
                  <c:v>12.28422214</c:v>
                </c:pt>
                <c:pt idx="173">
                  <c:v>11.98696661</c:v>
                </c:pt>
                <c:pt idx="174">
                  <c:v>11.98696661</c:v>
                </c:pt>
                <c:pt idx="175">
                  <c:v>11.68122976</c:v>
                </c:pt>
                <c:pt idx="176">
                  <c:v>11.68122976</c:v>
                </c:pt>
                <c:pt idx="177">
                  <c:v>11.36704962</c:v>
                </c:pt>
                <c:pt idx="178">
                  <c:v>11.36704962</c:v>
                </c:pt>
                <c:pt idx="179">
                  <c:v>11.04446333</c:v>
                </c:pt>
                <c:pt idx="180">
                  <c:v>11.04446333</c:v>
                </c:pt>
                <c:pt idx="181">
                  <c:v>10.7155062</c:v>
                </c:pt>
                <c:pt idx="182">
                  <c:v>10.7155062</c:v>
                </c:pt>
                <c:pt idx="183">
                  <c:v>10.38716426</c:v>
                </c:pt>
                <c:pt idx="184">
                  <c:v>10.38716426</c:v>
                </c:pt>
                <c:pt idx="185">
                  <c:v>10.06026754</c:v>
                </c:pt>
                <c:pt idx="186">
                  <c:v>10.06026754</c:v>
                </c:pt>
                <c:pt idx="187">
                  <c:v>9.735056050000001</c:v>
                </c:pt>
                <c:pt idx="188">
                  <c:v>9.735056050000001</c:v>
                </c:pt>
                <c:pt idx="189">
                  <c:v>9.411748619999999</c:v>
                </c:pt>
                <c:pt idx="190">
                  <c:v>9.411748619999999</c:v>
                </c:pt>
                <c:pt idx="191">
                  <c:v>9.09055968</c:v>
                </c:pt>
                <c:pt idx="192">
                  <c:v>9.09055968</c:v>
                </c:pt>
                <c:pt idx="193">
                  <c:v>8.771697270000001</c:v>
                </c:pt>
                <c:pt idx="194">
                  <c:v>8.771697270000001</c:v>
                </c:pt>
                <c:pt idx="195">
                  <c:v>8.45535776</c:v>
                </c:pt>
                <c:pt idx="196">
                  <c:v>8.45535776</c:v>
                </c:pt>
                <c:pt idx="197">
                  <c:v>8.14173954</c:v>
                </c:pt>
                <c:pt idx="198">
                  <c:v>8.14173954</c:v>
                </c:pt>
                <c:pt idx="199">
                  <c:v>7.83103396</c:v>
                </c:pt>
                <c:pt idx="200">
                  <c:v>7.83103396</c:v>
                </c:pt>
                <c:pt idx="201">
                  <c:v>7.52343107</c:v>
                </c:pt>
                <c:pt idx="202">
                  <c:v>7.52343107</c:v>
                </c:pt>
                <c:pt idx="203">
                  <c:v>7.21913144</c:v>
                </c:pt>
                <c:pt idx="204">
                  <c:v>7.21913144</c:v>
                </c:pt>
                <c:pt idx="205">
                  <c:v>6.91831057</c:v>
                </c:pt>
                <c:pt idx="206">
                  <c:v>6.91831057</c:v>
                </c:pt>
                <c:pt idx="207">
                  <c:v>6.62117596</c:v>
                </c:pt>
                <c:pt idx="208">
                  <c:v>6.62117596</c:v>
                </c:pt>
                <c:pt idx="209">
                  <c:v>6.32787665</c:v>
                </c:pt>
                <c:pt idx="210">
                  <c:v>6.32787665</c:v>
                </c:pt>
                <c:pt idx="211">
                  <c:v>6.03864606</c:v>
                </c:pt>
                <c:pt idx="212">
                  <c:v>6.03864606</c:v>
                </c:pt>
                <c:pt idx="213">
                  <c:v>5.75364347</c:v>
                </c:pt>
                <c:pt idx="214">
                  <c:v>5.75364347</c:v>
                </c:pt>
                <c:pt idx="215">
                  <c:v>5.47305755</c:v>
                </c:pt>
                <c:pt idx="216">
                  <c:v>5.47305755</c:v>
                </c:pt>
                <c:pt idx="217">
                  <c:v>5.19707657</c:v>
                </c:pt>
                <c:pt idx="218">
                  <c:v>5.19707657</c:v>
                </c:pt>
                <c:pt idx="219">
                  <c:v>4.92588373</c:v>
                </c:pt>
                <c:pt idx="220">
                  <c:v>4.92588373</c:v>
                </c:pt>
                <c:pt idx="221">
                  <c:v>4.74168267</c:v>
                </c:pt>
                <c:pt idx="222">
                  <c:v>4.74168267</c:v>
                </c:pt>
                <c:pt idx="223">
                  <c:v>4.70863424</c:v>
                </c:pt>
                <c:pt idx="224">
                  <c:v>4.70863424</c:v>
                </c:pt>
                <c:pt idx="225">
                  <c:v>4.68343785</c:v>
                </c:pt>
                <c:pt idx="226">
                  <c:v>4.68343785</c:v>
                </c:pt>
                <c:pt idx="227">
                  <c:v>4.66631696</c:v>
                </c:pt>
                <c:pt idx="228">
                  <c:v>4.66631696</c:v>
                </c:pt>
                <c:pt idx="229">
                  <c:v>4.65740381</c:v>
                </c:pt>
                <c:pt idx="230">
                  <c:v>4.65740381</c:v>
                </c:pt>
                <c:pt idx="231">
                  <c:v>4.65690129</c:v>
                </c:pt>
                <c:pt idx="232">
                  <c:v>4.65690129</c:v>
                </c:pt>
                <c:pt idx="233">
                  <c:v>4.66495527</c:v>
                </c:pt>
                <c:pt idx="234">
                  <c:v>4.66495527</c:v>
                </c:pt>
                <c:pt idx="235">
                  <c:v>4.68179905</c:v>
                </c:pt>
                <c:pt idx="236">
                  <c:v>4.68179905</c:v>
                </c:pt>
                <c:pt idx="237">
                  <c:v>4.70756422</c:v>
                </c:pt>
                <c:pt idx="238">
                  <c:v>4.70756422</c:v>
                </c:pt>
                <c:pt idx="239">
                  <c:v>4.74245548</c:v>
                </c:pt>
                <c:pt idx="240">
                  <c:v>4.74245548</c:v>
                </c:pt>
                <c:pt idx="241">
                  <c:v>4.6740249</c:v>
                </c:pt>
                <c:pt idx="242">
                  <c:v>4.6740249</c:v>
                </c:pt>
                <c:pt idx="243">
                  <c:v>4.60851581</c:v>
                </c:pt>
                <c:pt idx="244">
                  <c:v>4.60851581</c:v>
                </c:pt>
                <c:pt idx="245">
                  <c:v>4.54590019</c:v>
                </c:pt>
                <c:pt idx="246">
                  <c:v>4.54590019</c:v>
                </c:pt>
                <c:pt idx="247">
                  <c:v>4.48620566</c:v>
                </c:pt>
                <c:pt idx="248">
                  <c:v>4.48620566</c:v>
                </c:pt>
                <c:pt idx="249">
                  <c:v>4.42938385</c:v>
                </c:pt>
                <c:pt idx="250">
                  <c:v>4.42938385</c:v>
                </c:pt>
                <c:pt idx="251">
                  <c:v>4.37538948</c:v>
                </c:pt>
                <c:pt idx="252">
                  <c:v>4.37538948</c:v>
                </c:pt>
                <c:pt idx="253">
                  <c:v>4.32420655</c:v>
                </c:pt>
                <c:pt idx="254">
                  <c:v>4.32420655</c:v>
                </c:pt>
                <c:pt idx="255">
                  <c:v>4.27583239</c:v>
                </c:pt>
                <c:pt idx="256">
                  <c:v>4.27583239</c:v>
                </c:pt>
                <c:pt idx="257">
                  <c:v>4.23023647</c:v>
                </c:pt>
                <c:pt idx="258">
                  <c:v>4.23023647</c:v>
                </c:pt>
                <c:pt idx="259">
                  <c:v>4.18738104</c:v>
                </c:pt>
                <c:pt idx="260">
                  <c:v>4.18738104</c:v>
                </c:pt>
                <c:pt idx="261">
                  <c:v>4.14724354</c:v>
                </c:pt>
                <c:pt idx="262">
                  <c:v>4.14724354</c:v>
                </c:pt>
                <c:pt idx="263">
                  <c:v>4.10983244</c:v>
                </c:pt>
                <c:pt idx="264">
                  <c:v>4.10983244</c:v>
                </c:pt>
                <c:pt idx="265">
                  <c:v>4.07510334</c:v>
                </c:pt>
                <c:pt idx="266">
                  <c:v>4.07510334</c:v>
                </c:pt>
                <c:pt idx="267">
                  <c:v>4.04439923</c:v>
                </c:pt>
                <c:pt idx="268">
                  <c:v>4.04439923</c:v>
                </c:pt>
                <c:pt idx="269">
                  <c:v>4.16962161</c:v>
                </c:pt>
                <c:pt idx="270">
                  <c:v>4.16962161</c:v>
                </c:pt>
                <c:pt idx="271">
                  <c:v>4.29685357</c:v>
                </c:pt>
                <c:pt idx="272">
                  <c:v>4.29685357</c:v>
                </c:pt>
                <c:pt idx="273">
                  <c:v>4.42604855</c:v>
                </c:pt>
                <c:pt idx="274">
                  <c:v>4.42604855</c:v>
                </c:pt>
                <c:pt idx="275">
                  <c:v>4.55718907</c:v>
                </c:pt>
                <c:pt idx="276">
                  <c:v>4.55718907</c:v>
                </c:pt>
                <c:pt idx="277">
                  <c:v>4.69024384</c:v>
                </c:pt>
                <c:pt idx="278">
                  <c:v>4.69024384</c:v>
                </c:pt>
                <c:pt idx="279">
                  <c:v>4.82520659</c:v>
                </c:pt>
                <c:pt idx="280">
                  <c:v>4.82520659</c:v>
                </c:pt>
                <c:pt idx="281">
                  <c:v>4.96197658</c:v>
                </c:pt>
                <c:pt idx="282">
                  <c:v>4.96197658</c:v>
                </c:pt>
                <c:pt idx="283">
                  <c:v>5.10056159</c:v>
                </c:pt>
                <c:pt idx="284">
                  <c:v>5.10056159</c:v>
                </c:pt>
                <c:pt idx="285">
                  <c:v>5.24093161</c:v>
                </c:pt>
                <c:pt idx="286">
                  <c:v>5.24093161</c:v>
                </c:pt>
                <c:pt idx="287">
                  <c:v>5.38301222</c:v>
                </c:pt>
                <c:pt idx="288">
                  <c:v>5.38301222</c:v>
                </c:pt>
                <c:pt idx="289">
                  <c:v>5.52679975</c:v>
                </c:pt>
                <c:pt idx="290">
                  <c:v>5.52679975</c:v>
                </c:pt>
                <c:pt idx="291">
                  <c:v>5.67227677</c:v>
                </c:pt>
                <c:pt idx="292">
                  <c:v>5.67227677</c:v>
                </c:pt>
                <c:pt idx="293">
                  <c:v>5.81936024</c:v>
                </c:pt>
                <c:pt idx="294">
                  <c:v>5.81936024</c:v>
                </c:pt>
                <c:pt idx="295">
                  <c:v>5.96804451</c:v>
                </c:pt>
                <c:pt idx="296">
                  <c:v>5.96804451</c:v>
                </c:pt>
                <c:pt idx="297">
                  <c:v>6.11826207</c:v>
                </c:pt>
                <c:pt idx="298">
                  <c:v>6.11826207</c:v>
                </c:pt>
                <c:pt idx="299">
                  <c:v>6.26998445</c:v>
                </c:pt>
                <c:pt idx="300">
                  <c:v>6.26998445</c:v>
                </c:pt>
                <c:pt idx="301">
                  <c:v>6.42318353</c:v>
                </c:pt>
                <c:pt idx="302">
                  <c:v>6.42318353</c:v>
                </c:pt>
                <c:pt idx="303">
                  <c:v>6.57785116</c:v>
                </c:pt>
                <c:pt idx="304">
                  <c:v>6.57785116</c:v>
                </c:pt>
                <c:pt idx="305">
                  <c:v>6.73387862</c:v>
                </c:pt>
                <c:pt idx="306">
                  <c:v>6.73387862</c:v>
                </c:pt>
                <c:pt idx="307">
                  <c:v>6.89126874</c:v>
                </c:pt>
                <c:pt idx="308">
                  <c:v>6.89126874</c:v>
                </c:pt>
                <c:pt idx="309">
                  <c:v>7.04998558</c:v>
                </c:pt>
                <c:pt idx="310">
                  <c:v>7.04998558</c:v>
                </c:pt>
                <c:pt idx="311">
                  <c:v>7.20995634</c:v>
                </c:pt>
                <c:pt idx="312">
                  <c:v>7.20995634</c:v>
                </c:pt>
                <c:pt idx="313">
                  <c:v>7.37119314</c:v>
                </c:pt>
                <c:pt idx="314">
                  <c:v>7.37119314</c:v>
                </c:pt>
                <c:pt idx="315">
                  <c:v>7.53360813</c:v>
                </c:pt>
                <c:pt idx="316">
                  <c:v>7.53360813</c:v>
                </c:pt>
                <c:pt idx="317">
                  <c:v>7.69715564</c:v>
                </c:pt>
                <c:pt idx="318">
                  <c:v>7.69715564</c:v>
                </c:pt>
                <c:pt idx="319">
                  <c:v>7.86185535</c:v>
                </c:pt>
                <c:pt idx="320">
                  <c:v>7.86185535</c:v>
                </c:pt>
                <c:pt idx="321">
                  <c:v>8.02762194</c:v>
                </c:pt>
                <c:pt idx="322">
                  <c:v>8.02762194</c:v>
                </c:pt>
                <c:pt idx="323">
                  <c:v>8.19441971</c:v>
                </c:pt>
                <c:pt idx="324">
                  <c:v>8.19441971</c:v>
                </c:pt>
                <c:pt idx="325">
                  <c:v>8.362213759999999</c:v>
                </c:pt>
                <c:pt idx="326">
                  <c:v>8.362213759999999</c:v>
                </c:pt>
                <c:pt idx="327">
                  <c:v>8.53096487</c:v>
                </c:pt>
                <c:pt idx="328">
                  <c:v>8.53096487</c:v>
                </c:pt>
                <c:pt idx="329">
                  <c:v>8.7006291</c:v>
                </c:pt>
                <c:pt idx="330">
                  <c:v>8.7006291</c:v>
                </c:pt>
                <c:pt idx="331">
                  <c:v>8.871216690000001</c:v>
                </c:pt>
                <c:pt idx="332">
                  <c:v>8.871216690000001</c:v>
                </c:pt>
                <c:pt idx="333">
                  <c:v>9.04263407</c:v>
                </c:pt>
                <c:pt idx="334">
                  <c:v>9.04263407</c:v>
                </c:pt>
                <c:pt idx="335">
                  <c:v>9.214891120000001</c:v>
                </c:pt>
                <c:pt idx="336">
                  <c:v>9.214891120000001</c:v>
                </c:pt>
                <c:pt idx="337">
                  <c:v>9.38793802</c:v>
                </c:pt>
                <c:pt idx="338">
                  <c:v>9.38793802</c:v>
                </c:pt>
                <c:pt idx="339">
                  <c:v>9.561769119999999</c:v>
                </c:pt>
                <c:pt idx="340">
                  <c:v>9.561769119999999</c:v>
                </c:pt>
                <c:pt idx="341">
                  <c:v>9.736354820000001</c:v>
                </c:pt>
                <c:pt idx="342">
                  <c:v>9.736354820000001</c:v>
                </c:pt>
                <c:pt idx="343">
                  <c:v>9.91167493</c:v>
                </c:pt>
                <c:pt idx="344">
                  <c:v>9.91167493</c:v>
                </c:pt>
                <c:pt idx="345">
                  <c:v>10.08775819</c:v>
                </c:pt>
                <c:pt idx="346">
                  <c:v>10.08775819</c:v>
                </c:pt>
                <c:pt idx="347">
                  <c:v>10.26457967</c:v>
                </c:pt>
                <c:pt idx="348">
                  <c:v>10.26457967</c:v>
                </c:pt>
                <c:pt idx="349">
                  <c:v>10.44215485</c:v>
                </c:pt>
                <c:pt idx="350">
                  <c:v>10.44215485</c:v>
                </c:pt>
                <c:pt idx="351">
                  <c:v>10.62051938</c:v>
                </c:pt>
                <c:pt idx="352">
                  <c:v>10.62051938</c:v>
                </c:pt>
                <c:pt idx="353">
                  <c:v>10.79971922</c:v>
                </c:pt>
                <c:pt idx="354">
                  <c:v>10.79971922</c:v>
                </c:pt>
                <c:pt idx="355">
                  <c:v>10.97978158</c:v>
                </c:pt>
                <c:pt idx="356">
                  <c:v>10.97978158</c:v>
                </c:pt>
                <c:pt idx="357">
                  <c:v>11.16077992</c:v>
                </c:pt>
                <c:pt idx="358">
                  <c:v>11.16077992</c:v>
                </c:pt>
                <c:pt idx="359">
                  <c:v>11.34278228</c:v>
                </c:pt>
                <c:pt idx="360">
                  <c:v>11.34278228</c:v>
                </c:pt>
                <c:pt idx="361">
                  <c:v>11.52587723</c:v>
                </c:pt>
                <c:pt idx="362">
                  <c:v>11.52587723</c:v>
                </c:pt>
                <c:pt idx="363">
                  <c:v>11.71016923</c:v>
                </c:pt>
                <c:pt idx="364">
                  <c:v>11.71016923</c:v>
                </c:pt>
                <c:pt idx="365">
                  <c:v>11.8957839</c:v>
                </c:pt>
                <c:pt idx="366">
                  <c:v>11.8957839</c:v>
                </c:pt>
                <c:pt idx="367">
                  <c:v>12.08288144</c:v>
                </c:pt>
                <c:pt idx="368">
                  <c:v>12.08288144</c:v>
                </c:pt>
                <c:pt idx="369">
                  <c:v>12.27165913</c:v>
                </c:pt>
                <c:pt idx="370">
                  <c:v>12.27165913</c:v>
                </c:pt>
                <c:pt idx="371">
                  <c:v>12.46237749</c:v>
                </c:pt>
                <c:pt idx="372">
                  <c:v>12.46237749</c:v>
                </c:pt>
                <c:pt idx="373">
                  <c:v>12.65541223</c:v>
                </c:pt>
                <c:pt idx="374">
                  <c:v>12.65541223</c:v>
                </c:pt>
                <c:pt idx="375">
                  <c:v>12.85760018</c:v>
                </c:pt>
                <c:pt idx="376">
                  <c:v>12.85760018</c:v>
                </c:pt>
                <c:pt idx="377">
                  <c:v>13.08732026</c:v>
                </c:pt>
                <c:pt idx="378">
                  <c:v>13.08732026</c:v>
                </c:pt>
                <c:pt idx="379">
                  <c:v>13.31005396</c:v>
                </c:pt>
                <c:pt idx="380">
                  <c:v>13.31005396</c:v>
                </c:pt>
                <c:pt idx="381">
                  <c:v>13.52577403</c:v>
                </c:pt>
                <c:pt idx="382">
                  <c:v>13.52577403</c:v>
                </c:pt>
                <c:pt idx="383">
                  <c:v>13.73445361</c:v>
                </c:pt>
                <c:pt idx="384">
                  <c:v>13.73445361</c:v>
                </c:pt>
                <c:pt idx="385">
                  <c:v>13.93606622</c:v>
                </c:pt>
                <c:pt idx="386">
                  <c:v>13.93606622</c:v>
                </c:pt>
                <c:pt idx="387">
                  <c:v>14.13058584</c:v>
                </c:pt>
                <c:pt idx="388">
                  <c:v>14.13058584</c:v>
                </c:pt>
                <c:pt idx="389">
                  <c:v>14.31798695</c:v>
                </c:pt>
                <c:pt idx="390">
                  <c:v>14.31798695</c:v>
                </c:pt>
                <c:pt idx="391">
                  <c:v>14.49824464</c:v>
                </c:pt>
                <c:pt idx="392">
                  <c:v>14.49824464</c:v>
                </c:pt>
                <c:pt idx="393">
                  <c:v>14.67133458</c:v>
                </c:pt>
                <c:pt idx="394">
                  <c:v>14.67133458</c:v>
                </c:pt>
                <c:pt idx="395">
                  <c:v>14.83723316</c:v>
                </c:pt>
                <c:pt idx="396">
                  <c:v>14.83723316</c:v>
                </c:pt>
                <c:pt idx="397">
                  <c:v>14.9959175</c:v>
                </c:pt>
                <c:pt idx="398">
                  <c:v>14.9959175</c:v>
                </c:pt>
                <c:pt idx="399">
                  <c:v>15.14736552</c:v>
                </c:pt>
                <c:pt idx="400">
                  <c:v>15.14736552</c:v>
                </c:pt>
                <c:pt idx="401">
                  <c:v>15.29155602</c:v>
                </c:pt>
                <c:pt idx="402">
                  <c:v>15.29155602</c:v>
                </c:pt>
                <c:pt idx="403">
                  <c:v>15.42846867</c:v>
                </c:pt>
                <c:pt idx="404">
                  <c:v>15.42846867</c:v>
                </c:pt>
                <c:pt idx="405">
                  <c:v>15.55808414</c:v>
                </c:pt>
                <c:pt idx="406">
                  <c:v>15.55808414</c:v>
                </c:pt>
                <c:pt idx="407">
                  <c:v>15.6803841</c:v>
                </c:pt>
                <c:pt idx="408">
                  <c:v>15.6803841</c:v>
                </c:pt>
                <c:pt idx="409">
                  <c:v>15.79535131</c:v>
                </c:pt>
                <c:pt idx="410">
                  <c:v>15.79535131</c:v>
                </c:pt>
                <c:pt idx="411">
                  <c:v>15.90296962</c:v>
                </c:pt>
                <c:pt idx="412">
                  <c:v>15.90296962</c:v>
                </c:pt>
                <c:pt idx="413">
                  <c:v>16.00322403</c:v>
                </c:pt>
                <c:pt idx="414">
                  <c:v>16.00322403</c:v>
                </c:pt>
                <c:pt idx="415">
                  <c:v>16.09610075</c:v>
                </c:pt>
                <c:pt idx="416">
                  <c:v>16.09610075</c:v>
                </c:pt>
                <c:pt idx="417">
                  <c:v>16.18158721</c:v>
                </c:pt>
                <c:pt idx="418">
                  <c:v>16.18158721</c:v>
                </c:pt>
                <c:pt idx="419">
                  <c:v>16.25967209</c:v>
                </c:pt>
                <c:pt idx="420">
                  <c:v>16.25967209</c:v>
                </c:pt>
                <c:pt idx="421">
                  <c:v>16.33034535</c:v>
                </c:pt>
                <c:pt idx="422">
                  <c:v>16.33034535</c:v>
                </c:pt>
                <c:pt idx="423">
                  <c:v>16.39359821</c:v>
                </c:pt>
                <c:pt idx="424">
                  <c:v>16.39359821</c:v>
                </c:pt>
                <c:pt idx="425">
                  <c:v>16.44942323</c:v>
                </c:pt>
                <c:pt idx="426">
                  <c:v>16.44942323</c:v>
                </c:pt>
                <c:pt idx="427">
                  <c:v>16.49781419</c:v>
                </c:pt>
                <c:pt idx="428">
                  <c:v>16.49781419</c:v>
                </c:pt>
                <c:pt idx="429">
                  <c:v>16.53876618</c:v>
                </c:pt>
                <c:pt idx="430">
                  <c:v>16.53876618</c:v>
                </c:pt>
                <c:pt idx="431">
                  <c:v>16.5722755</c:v>
                </c:pt>
                <c:pt idx="432">
                  <c:v>16.5722755</c:v>
                </c:pt>
                <c:pt idx="433">
                  <c:v>16.59833962</c:v>
                </c:pt>
                <c:pt idx="434">
                  <c:v>16.59833962</c:v>
                </c:pt>
                <c:pt idx="435">
                  <c:v>16.61695708</c:v>
                </c:pt>
                <c:pt idx="436">
                  <c:v>16.61695708</c:v>
                </c:pt>
                <c:pt idx="437">
                  <c:v>16.62812736</c:v>
                </c:pt>
                <c:pt idx="438">
                  <c:v>16.62812736</c:v>
                </c:pt>
                <c:pt idx="439">
                  <c:v>16.63185069</c:v>
                </c:pt>
                <c:pt idx="440">
                  <c:v>16.63185069</c:v>
                </c:pt>
                <c:pt idx="441">
                  <c:v>16.62812736</c:v>
                </c:pt>
                <c:pt idx="442">
                  <c:v>16.62812736</c:v>
                </c:pt>
                <c:pt idx="443">
                  <c:v>16.61695708</c:v>
                </c:pt>
                <c:pt idx="444">
                  <c:v>16.61695708</c:v>
                </c:pt>
                <c:pt idx="445">
                  <c:v>16.59833962</c:v>
                </c:pt>
                <c:pt idx="446">
                  <c:v>16.59833962</c:v>
                </c:pt>
                <c:pt idx="447">
                  <c:v>16.5722755</c:v>
                </c:pt>
                <c:pt idx="448">
                  <c:v>16.5722755</c:v>
                </c:pt>
                <c:pt idx="449">
                  <c:v>16.53876618</c:v>
                </c:pt>
                <c:pt idx="450">
                  <c:v>16.53876618</c:v>
                </c:pt>
                <c:pt idx="451">
                  <c:v>16.49781419</c:v>
                </c:pt>
                <c:pt idx="452">
                  <c:v>16.49781419</c:v>
                </c:pt>
                <c:pt idx="453">
                  <c:v>16.44942322</c:v>
                </c:pt>
                <c:pt idx="454">
                  <c:v>16.44942322</c:v>
                </c:pt>
                <c:pt idx="455">
                  <c:v>16.39359821</c:v>
                </c:pt>
                <c:pt idx="456">
                  <c:v>16.39359821</c:v>
                </c:pt>
                <c:pt idx="457">
                  <c:v>16.33034535</c:v>
                </c:pt>
                <c:pt idx="458">
                  <c:v>16.33034535</c:v>
                </c:pt>
                <c:pt idx="459">
                  <c:v>16.25967209</c:v>
                </c:pt>
                <c:pt idx="460">
                  <c:v>16.25967209</c:v>
                </c:pt>
                <c:pt idx="461">
                  <c:v>16.18158721</c:v>
                </c:pt>
                <c:pt idx="462">
                  <c:v>16.18158721</c:v>
                </c:pt>
                <c:pt idx="463">
                  <c:v>16.09610076</c:v>
                </c:pt>
                <c:pt idx="464">
                  <c:v>16.09610076</c:v>
                </c:pt>
                <c:pt idx="465">
                  <c:v>16.00322403</c:v>
                </c:pt>
                <c:pt idx="466">
                  <c:v>16.00322403</c:v>
                </c:pt>
                <c:pt idx="467">
                  <c:v>15.90296962</c:v>
                </c:pt>
                <c:pt idx="468">
                  <c:v>15.90296962</c:v>
                </c:pt>
                <c:pt idx="469">
                  <c:v>15.79535131</c:v>
                </c:pt>
                <c:pt idx="470">
                  <c:v>15.79535131</c:v>
                </c:pt>
                <c:pt idx="471">
                  <c:v>15.6803841</c:v>
                </c:pt>
                <c:pt idx="472">
                  <c:v>15.6803841</c:v>
                </c:pt>
                <c:pt idx="473">
                  <c:v>15.55808414</c:v>
                </c:pt>
                <c:pt idx="474">
                  <c:v>15.55808414</c:v>
                </c:pt>
                <c:pt idx="475">
                  <c:v>15.42846867</c:v>
                </c:pt>
                <c:pt idx="476">
                  <c:v>15.42846867</c:v>
                </c:pt>
                <c:pt idx="477">
                  <c:v>15.29155602</c:v>
                </c:pt>
                <c:pt idx="478">
                  <c:v>15.29155602</c:v>
                </c:pt>
                <c:pt idx="479">
                  <c:v>15.14736553</c:v>
                </c:pt>
                <c:pt idx="480">
                  <c:v>15.14736553</c:v>
                </c:pt>
                <c:pt idx="481">
                  <c:v>14.9959175</c:v>
                </c:pt>
                <c:pt idx="482">
                  <c:v>14.9959175</c:v>
                </c:pt>
                <c:pt idx="483">
                  <c:v>14.83723316</c:v>
                </c:pt>
                <c:pt idx="484">
                  <c:v>14.83723316</c:v>
                </c:pt>
                <c:pt idx="485">
                  <c:v>14.67133458</c:v>
                </c:pt>
                <c:pt idx="486">
                  <c:v>14.67133458</c:v>
                </c:pt>
                <c:pt idx="487">
                  <c:v>14.49824464</c:v>
                </c:pt>
                <c:pt idx="488">
                  <c:v>14.49824464</c:v>
                </c:pt>
                <c:pt idx="489">
                  <c:v>14.31798695</c:v>
                </c:pt>
                <c:pt idx="490">
                  <c:v>14.31798695</c:v>
                </c:pt>
                <c:pt idx="491">
                  <c:v>14.13058584</c:v>
                </c:pt>
                <c:pt idx="492">
                  <c:v>14.13058584</c:v>
                </c:pt>
                <c:pt idx="493">
                  <c:v>13.93606622</c:v>
                </c:pt>
                <c:pt idx="494">
                  <c:v>13.93606622</c:v>
                </c:pt>
                <c:pt idx="495">
                  <c:v>13.73445361</c:v>
                </c:pt>
                <c:pt idx="496">
                  <c:v>13.73445361</c:v>
                </c:pt>
                <c:pt idx="497">
                  <c:v>13.52577404</c:v>
                </c:pt>
                <c:pt idx="498">
                  <c:v>13.52577404</c:v>
                </c:pt>
                <c:pt idx="499">
                  <c:v>13.31005396</c:v>
                </c:pt>
                <c:pt idx="500">
                  <c:v>13.31005396</c:v>
                </c:pt>
                <c:pt idx="501">
                  <c:v>13.08732027</c:v>
                </c:pt>
                <c:pt idx="502">
                  <c:v>13.08732027</c:v>
                </c:pt>
                <c:pt idx="503">
                  <c:v>12.85760018</c:v>
                </c:pt>
                <c:pt idx="504">
                  <c:v>12.85760018</c:v>
                </c:pt>
                <c:pt idx="505">
                  <c:v>12.65541223</c:v>
                </c:pt>
                <c:pt idx="506">
                  <c:v>12.65541223</c:v>
                </c:pt>
                <c:pt idx="507">
                  <c:v>12.4623775</c:v>
                </c:pt>
                <c:pt idx="508">
                  <c:v>12.4623775</c:v>
                </c:pt>
                <c:pt idx="509">
                  <c:v>12.27165913</c:v>
                </c:pt>
                <c:pt idx="510">
                  <c:v>12.27165913</c:v>
                </c:pt>
                <c:pt idx="511">
                  <c:v>12.08288144</c:v>
                </c:pt>
                <c:pt idx="512">
                  <c:v>12.08288144</c:v>
                </c:pt>
                <c:pt idx="513">
                  <c:v>11.8957839</c:v>
                </c:pt>
                <c:pt idx="514">
                  <c:v>11.8957839</c:v>
                </c:pt>
                <c:pt idx="515">
                  <c:v>11.71016923</c:v>
                </c:pt>
                <c:pt idx="516">
                  <c:v>11.71016923</c:v>
                </c:pt>
                <c:pt idx="517">
                  <c:v>11.52587723</c:v>
                </c:pt>
                <c:pt idx="518">
                  <c:v>11.52587723</c:v>
                </c:pt>
                <c:pt idx="519">
                  <c:v>11.34278228</c:v>
                </c:pt>
                <c:pt idx="520">
                  <c:v>11.34278228</c:v>
                </c:pt>
                <c:pt idx="521">
                  <c:v>11.16077992</c:v>
                </c:pt>
                <c:pt idx="522">
                  <c:v>11.16077992</c:v>
                </c:pt>
                <c:pt idx="523">
                  <c:v>10.97978159</c:v>
                </c:pt>
                <c:pt idx="524">
                  <c:v>10.97978159</c:v>
                </c:pt>
                <c:pt idx="525">
                  <c:v>10.79971922</c:v>
                </c:pt>
                <c:pt idx="526">
                  <c:v>10.79971922</c:v>
                </c:pt>
                <c:pt idx="527">
                  <c:v>10.62051938</c:v>
                </c:pt>
                <c:pt idx="528">
                  <c:v>10.62051938</c:v>
                </c:pt>
                <c:pt idx="529">
                  <c:v>10.44215486</c:v>
                </c:pt>
                <c:pt idx="530">
                  <c:v>10.44215486</c:v>
                </c:pt>
                <c:pt idx="531">
                  <c:v>10.26457968</c:v>
                </c:pt>
                <c:pt idx="532">
                  <c:v>10.26457968</c:v>
                </c:pt>
                <c:pt idx="533">
                  <c:v>10.0877582</c:v>
                </c:pt>
                <c:pt idx="534">
                  <c:v>10.0877582</c:v>
                </c:pt>
                <c:pt idx="535">
                  <c:v>9.91167493</c:v>
                </c:pt>
                <c:pt idx="536">
                  <c:v>9.91167493</c:v>
                </c:pt>
                <c:pt idx="537">
                  <c:v>9.736354820000001</c:v>
                </c:pt>
                <c:pt idx="538">
                  <c:v>9.736354820000001</c:v>
                </c:pt>
                <c:pt idx="539">
                  <c:v>9.56176913</c:v>
                </c:pt>
                <c:pt idx="540">
                  <c:v>9.56176913</c:v>
                </c:pt>
                <c:pt idx="541">
                  <c:v>9.38793802</c:v>
                </c:pt>
                <c:pt idx="542">
                  <c:v>9.38793802</c:v>
                </c:pt>
                <c:pt idx="543">
                  <c:v>9.214891120000001</c:v>
                </c:pt>
                <c:pt idx="544">
                  <c:v>9.214891120000001</c:v>
                </c:pt>
                <c:pt idx="545">
                  <c:v>9.04263407</c:v>
                </c:pt>
                <c:pt idx="546">
                  <c:v>9.04263407</c:v>
                </c:pt>
                <c:pt idx="547">
                  <c:v>8.871216690000001</c:v>
                </c:pt>
                <c:pt idx="548">
                  <c:v>8.871216690000001</c:v>
                </c:pt>
                <c:pt idx="549">
                  <c:v>8.7006291</c:v>
                </c:pt>
                <c:pt idx="550">
                  <c:v>8.7006291</c:v>
                </c:pt>
                <c:pt idx="551">
                  <c:v>8.530964880000001</c:v>
                </c:pt>
                <c:pt idx="552">
                  <c:v>8.530964880000001</c:v>
                </c:pt>
                <c:pt idx="553">
                  <c:v>8.362213759999999</c:v>
                </c:pt>
                <c:pt idx="554">
                  <c:v>8.362213759999999</c:v>
                </c:pt>
                <c:pt idx="555">
                  <c:v>8.19441971</c:v>
                </c:pt>
                <c:pt idx="556">
                  <c:v>8.19441971</c:v>
                </c:pt>
                <c:pt idx="557">
                  <c:v>8.02762195</c:v>
                </c:pt>
                <c:pt idx="558">
                  <c:v>8.02762195</c:v>
                </c:pt>
                <c:pt idx="559">
                  <c:v>7.86185536</c:v>
                </c:pt>
                <c:pt idx="560">
                  <c:v>7.86185536</c:v>
                </c:pt>
                <c:pt idx="561">
                  <c:v>7.69715564</c:v>
                </c:pt>
                <c:pt idx="562">
                  <c:v>7.69715564</c:v>
                </c:pt>
                <c:pt idx="563">
                  <c:v>7.53360813</c:v>
                </c:pt>
                <c:pt idx="564">
                  <c:v>7.53360813</c:v>
                </c:pt>
                <c:pt idx="565">
                  <c:v>7.37119314</c:v>
                </c:pt>
                <c:pt idx="566">
                  <c:v>7.37119314</c:v>
                </c:pt>
                <c:pt idx="567">
                  <c:v>7.20995634</c:v>
                </c:pt>
                <c:pt idx="568">
                  <c:v>7.20995634</c:v>
                </c:pt>
                <c:pt idx="569">
                  <c:v>7.04998559</c:v>
                </c:pt>
                <c:pt idx="570">
                  <c:v>7.04998559</c:v>
                </c:pt>
                <c:pt idx="571">
                  <c:v>6.89126874</c:v>
                </c:pt>
                <c:pt idx="572">
                  <c:v>6.89126874</c:v>
                </c:pt>
                <c:pt idx="573">
                  <c:v>6.73387862</c:v>
                </c:pt>
                <c:pt idx="574">
                  <c:v>6.73387862</c:v>
                </c:pt>
                <c:pt idx="575">
                  <c:v>6.57785116</c:v>
                </c:pt>
                <c:pt idx="576">
                  <c:v>6.57785116</c:v>
                </c:pt>
                <c:pt idx="577">
                  <c:v>6.42318353</c:v>
                </c:pt>
                <c:pt idx="578">
                  <c:v>6.42318353</c:v>
                </c:pt>
                <c:pt idx="579">
                  <c:v>6.26998445</c:v>
                </c:pt>
                <c:pt idx="580">
                  <c:v>6.26998445</c:v>
                </c:pt>
                <c:pt idx="581">
                  <c:v>6.11826208</c:v>
                </c:pt>
                <c:pt idx="582">
                  <c:v>6.11826208</c:v>
                </c:pt>
                <c:pt idx="583">
                  <c:v>5.96804451</c:v>
                </c:pt>
                <c:pt idx="584">
                  <c:v>5.96804451</c:v>
                </c:pt>
                <c:pt idx="585">
                  <c:v>5.81936025</c:v>
                </c:pt>
                <c:pt idx="586">
                  <c:v>5.81936025</c:v>
                </c:pt>
                <c:pt idx="587">
                  <c:v>5.67227677</c:v>
                </c:pt>
                <c:pt idx="588">
                  <c:v>5.67227677</c:v>
                </c:pt>
                <c:pt idx="589">
                  <c:v>5.52679976</c:v>
                </c:pt>
                <c:pt idx="590">
                  <c:v>5.52679976</c:v>
                </c:pt>
                <c:pt idx="591">
                  <c:v>5.38301222</c:v>
                </c:pt>
                <c:pt idx="592">
                  <c:v>5.38301222</c:v>
                </c:pt>
                <c:pt idx="593">
                  <c:v>5.24093161</c:v>
                </c:pt>
                <c:pt idx="594">
                  <c:v>5.24093161</c:v>
                </c:pt>
                <c:pt idx="595">
                  <c:v>5.10056159</c:v>
                </c:pt>
                <c:pt idx="596">
                  <c:v>5.10056159</c:v>
                </c:pt>
                <c:pt idx="597">
                  <c:v>4.96197658</c:v>
                </c:pt>
                <c:pt idx="598">
                  <c:v>4.96197658</c:v>
                </c:pt>
                <c:pt idx="599">
                  <c:v>4.82520659</c:v>
                </c:pt>
                <c:pt idx="600">
                  <c:v>4.82520659</c:v>
                </c:pt>
                <c:pt idx="601">
                  <c:v>4.69024384</c:v>
                </c:pt>
                <c:pt idx="602">
                  <c:v>4.69024384</c:v>
                </c:pt>
                <c:pt idx="603">
                  <c:v>4.55718907</c:v>
                </c:pt>
                <c:pt idx="604">
                  <c:v>4.55718907</c:v>
                </c:pt>
                <c:pt idx="605">
                  <c:v>4.42604855</c:v>
                </c:pt>
                <c:pt idx="606">
                  <c:v>4.42604855</c:v>
                </c:pt>
                <c:pt idx="607">
                  <c:v>4.29685357</c:v>
                </c:pt>
                <c:pt idx="608">
                  <c:v>4.29685357</c:v>
                </c:pt>
                <c:pt idx="609">
                  <c:v>4.16962161</c:v>
                </c:pt>
                <c:pt idx="610">
                  <c:v>4.16962161</c:v>
                </c:pt>
                <c:pt idx="611">
                  <c:v>4.04439923</c:v>
                </c:pt>
                <c:pt idx="612">
                  <c:v>4.04439923</c:v>
                </c:pt>
                <c:pt idx="613">
                  <c:v>4.07510334</c:v>
                </c:pt>
                <c:pt idx="614">
                  <c:v>4.07510334</c:v>
                </c:pt>
                <c:pt idx="615">
                  <c:v>4.10983244</c:v>
                </c:pt>
                <c:pt idx="616">
                  <c:v>4.10983244</c:v>
                </c:pt>
                <c:pt idx="617">
                  <c:v>4.14724354</c:v>
                </c:pt>
                <c:pt idx="618">
                  <c:v>4.14724354</c:v>
                </c:pt>
                <c:pt idx="619">
                  <c:v>4.18738104</c:v>
                </c:pt>
                <c:pt idx="620">
                  <c:v>4.18738104</c:v>
                </c:pt>
                <c:pt idx="621">
                  <c:v>4.23023647</c:v>
                </c:pt>
                <c:pt idx="622">
                  <c:v>4.23023647</c:v>
                </c:pt>
                <c:pt idx="623">
                  <c:v>4.27583238</c:v>
                </c:pt>
                <c:pt idx="624">
                  <c:v>4.27583238</c:v>
                </c:pt>
                <c:pt idx="625">
                  <c:v>4.32420655</c:v>
                </c:pt>
                <c:pt idx="626">
                  <c:v>4.32420655</c:v>
                </c:pt>
                <c:pt idx="627">
                  <c:v>4.37538948</c:v>
                </c:pt>
                <c:pt idx="628">
                  <c:v>4.37538948</c:v>
                </c:pt>
                <c:pt idx="629">
                  <c:v>4.42938384</c:v>
                </c:pt>
                <c:pt idx="630">
                  <c:v>4.42938384</c:v>
                </c:pt>
                <c:pt idx="631">
                  <c:v>4.48620566</c:v>
                </c:pt>
                <c:pt idx="632">
                  <c:v>4.48620566</c:v>
                </c:pt>
                <c:pt idx="633">
                  <c:v>4.54590019</c:v>
                </c:pt>
                <c:pt idx="634">
                  <c:v>4.54590019</c:v>
                </c:pt>
                <c:pt idx="635">
                  <c:v>4.60851581</c:v>
                </c:pt>
                <c:pt idx="636">
                  <c:v>4.60851581</c:v>
                </c:pt>
                <c:pt idx="637">
                  <c:v>4.6740249</c:v>
                </c:pt>
                <c:pt idx="638">
                  <c:v>4.6740249</c:v>
                </c:pt>
                <c:pt idx="639">
                  <c:v>4.74245548</c:v>
                </c:pt>
                <c:pt idx="640">
                  <c:v>4.74245548</c:v>
                </c:pt>
                <c:pt idx="641">
                  <c:v>4.70756422</c:v>
                </c:pt>
                <c:pt idx="642">
                  <c:v>4.70756422</c:v>
                </c:pt>
                <c:pt idx="643">
                  <c:v>4.68179904</c:v>
                </c:pt>
                <c:pt idx="644">
                  <c:v>4.68179904</c:v>
                </c:pt>
                <c:pt idx="645">
                  <c:v>4.66495526</c:v>
                </c:pt>
                <c:pt idx="646">
                  <c:v>4.66495526</c:v>
                </c:pt>
                <c:pt idx="647">
                  <c:v>4.65690129</c:v>
                </c:pt>
                <c:pt idx="648">
                  <c:v>4.65690129</c:v>
                </c:pt>
                <c:pt idx="649">
                  <c:v>4.65740381</c:v>
                </c:pt>
                <c:pt idx="650">
                  <c:v>4.65740381</c:v>
                </c:pt>
                <c:pt idx="651">
                  <c:v>4.66631696</c:v>
                </c:pt>
                <c:pt idx="652">
                  <c:v>4.66631696</c:v>
                </c:pt>
                <c:pt idx="653">
                  <c:v>4.68343785</c:v>
                </c:pt>
                <c:pt idx="654">
                  <c:v>4.68343785</c:v>
                </c:pt>
                <c:pt idx="655">
                  <c:v>4.70863424</c:v>
                </c:pt>
                <c:pt idx="656">
                  <c:v>4.70863424</c:v>
                </c:pt>
                <c:pt idx="657">
                  <c:v>4.74168267</c:v>
                </c:pt>
                <c:pt idx="658">
                  <c:v>4.74168267</c:v>
                </c:pt>
                <c:pt idx="659">
                  <c:v>4.92588373</c:v>
                </c:pt>
                <c:pt idx="660">
                  <c:v>4.92588373</c:v>
                </c:pt>
                <c:pt idx="661">
                  <c:v>5.19707657</c:v>
                </c:pt>
                <c:pt idx="662">
                  <c:v>5.19707657</c:v>
                </c:pt>
                <c:pt idx="663">
                  <c:v>5.47305754</c:v>
                </c:pt>
                <c:pt idx="664">
                  <c:v>5.47305754</c:v>
                </c:pt>
                <c:pt idx="665">
                  <c:v>5.75364347</c:v>
                </c:pt>
                <c:pt idx="666">
                  <c:v>5.75364347</c:v>
                </c:pt>
                <c:pt idx="667">
                  <c:v>6.03864606</c:v>
                </c:pt>
                <c:pt idx="668">
                  <c:v>6.03864606</c:v>
                </c:pt>
                <c:pt idx="669">
                  <c:v>6.32787665</c:v>
                </c:pt>
                <c:pt idx="670">
                  <c:v>6.32787665</c:v>
                </c:pt>
                <c:pt idx="671">
                  <c:v>6.62117596</c:v>
                </c:pt>
                <c:pt idx="672">
                  <c:v>6.62117596</c:v>
                </c:pt>
                <c:pt idx="673">
                  <c:v>6.91831057</c:v>
                </c:pt>
                <c:pt idx="674">
                  <c:v>6.91831057</c:v>
                </c:pt>
                <c:pt idx="675">
                  <c:v>7.21913143</c:v>
                </c:pt>
                <c:pt idx="676">
                  <c:v>7.21913143</c:v>
                </c:pt>
                <c:pt idx="677">
                  <c:v>7.52343107</c:v>
                </c:pt>
                <c:pt idx="678">
                  <c:v>7.52343107</c:v>
                </c:pt>
                <c:pt idx="679">
                  <c:v>7.83103396</c:v>
                </c:pt>
                <c:pt idx="680">
                  <c:v>7.83103396</c:v>
                </c:pt>
                <c:pt idx="681">
                  <c:v>8.14173954</c:v>
                </c:pt>
                <c:pt idx="682">
                  <c:v>8.14173954</c:v>
                </c:pt>
                <c:pt idx="683">
                  <c:v>8.45535776</c:v>
                </c:pt>
                <c:pt idx="684">
                  <c:v>8.45535776</c:v>
                </c:pt>
                <c:pt idx="685">
                  <c:v>8.771697270000001</c:v>
                </c:pt>
                <c:pt idx="686">
                  <c:v>8.771697270000001</c:v>
                </c:pt>
                <c:pt idx="687">
                  <c:v>9.09055968</c:v>
                </c:pt>
                <c:pt idx="688">
                  <c:v>9.09055968</c:v>
                </c:pt>
                <c:pt idx="689">
                  <c:v>9.411748619999999</c:v>
                </c:pt>
                <c:pt idx="690">
                  <c:v>9.411748619999999</c:v>
                </c:pt>
                <c:pt idx="691">
                  <c:v>9.735056050000001</c:v>
                </c:pt>
                <c:pt idx="692">
                  <c:v>9.735056050000001</c:v>
                </c:pt>
                <c:pt idx="693">
                  <c:v>10.06026755</c:v>
                </c:pt>
                <c:pt idx="694">
                  <c:v>10.06026755</c:v>
                </c:pt>
                <c:pt idx="695">
                  <c:v>10.38716426</c:v>
                </c:pt>
                <c:pt idx="696">
                  <c:v>10.38716426</c:v>
                </c:pt>
                <c:pt idx="697">
                  <c:v>10.7155062</c:v>
                </c:pt>
                <c:pt idx="698">
                  <c:v>10.7155062</c:v>
                </c:pt>
                <c:pt idx="699">
                  <c:v>11.04446333</c:v>
                </c:pt>
                <c:pt idx="700">
                  <c:v>11.04446333</c:v>
                </c:pt>
                <c:pt idx="701">
                  <c:v>11.36704962</c:v>
                </c:pt>
                <c:pt idx="702">
                  <c:v>11.36704962</c:v>
                </c:pt>
                <c:pt idx="703">
                  <c:v>11.68122976</c:v>
                </c:pt>
                <c:pt idx="704">
                  <c:v>11.68122976</c:v>
                </c:pt>
                <c:pt idx="705">
                  <c:v>11.98696661</c:v>
                </c:pt>
                <c:pt idx="706">
                  <c:v>11.98696661</c:v>
                </c:pt>
                <c:pt idx="707">
                  <c:v>12.28422214</c:v>
                </c:pt>
                <c:pt idx="708">
                  <c:v>12.28422214</c:v>
                </c:pt>
                <c:pt idx="709">
                  <c:v>12.57295746</c:v>
                </c:pt>
                <c:pt idx="710">
                  <c:v>12.57295746</c:v>
                </c:pt>
                <c:pt idx="711">
                  <c:v>12.8531328</c:v>
                </c:pt>
                <c:pt idx="712">
                  <c:v>12.8531328</c:v>
                </c:pt>
                <c:pt idx="713">
                  <c:v>13.12470745</c:v>
                </c:pt>
                <c:pt idx="714">
                  <c:v>13.12470745</c:v>
                </c:pt>
                <c:pt idx="715">
                  <c:v>13.38763981</c:v>
                </c:pt>
                <c:pt idx="716">
                  <c:v>13.38763981</c:v>
                </c:pt>
                <c:pt idx="717">
                  <c:v>13.64188738</c:v>
                </c:pt>
                <c:pt idx="718">
                  <c:v>13.64188738</c:v>
                </c:pt>
                <c:pt idx="719">
                  <c:v>13.88740669</c:v>
                </c:pt>
                <c:pt idx="720">
                  <c:v>13.88740669</c:v>
                </c:pt>
                <c:pt idx="721">
                  <c:v>14.12415337</c:v>
                </c:pt>
                <c:pt idx="722">
                  <c:v>14.12415337</c:v>
                </c:pt>
                <c:pt idx="723">
                  <c:v>14.35208211</c:v>
                </c:pt>
                <c:pt idx="724">
                  <c:v>14.35208211</c:v>
                </c:pt>
                <c:pt idx="725">
                  <c:v>14.57114662</c:v>
                </c:pt>
                <c:pt idx="726">
                  <c:v>14.57114662</c:v>
                </c:pt>
                <c:pt idx="727">
                  <c:v>14.78129968</c:v>
                </c:pt>
                <c:pt idx="728">
                  <c:v>14.78129968</c:v>
                </c:pt>
                <c:pt idx="729">
                  <c:v>14.98249312</c:v>
                </c:pt>
                <c:pt idx="730">
                  <c:v>14.98249312</c:v>
                </c:pt>
                <c:pt idx="731">
                  <c:v>15.17467779</c:v>
                </c:pt>
                <c:pt idx="732">
                  <c:v>15.17467779</c:v>
                </c:pt>
                <c:pt idx="733">
                  <c:v>15.35780359</c:v>
                </c:pt>
                <c:pt idx="734">
                  <c:v>15.35780359</c:v>
                </c:pt>
                <c:pt idx="735">
                  <c:v>15.53181943</c:v>
                </c:pt>
                <c:pt idx="736">
                  <c:v>15.53181943</c:v>
                </c:pt>
                <c:pt idx="737">
                  <c:v>15.69667328</c:v>
                </c:pt>
                <c:pt idx="738">
                  <c:v>15.69667328</c:v>
                </c:pt>
                <c:pt idx="739">
                  <c:v>15.85231214</c:v>
                </c:pt>
                <c:pt idx="740">
                  <c:v>15.85231214</c:v>
                </c:pt>
                <c:pt idx="741">
                  <c:v>15.99868202</c:v>
                </c:pt>
                <c:pt idx="742">
                  <c:v>15.99868202</c:v>
                </c:pt>
                <c:pt idx="743">
                  <c:v>16.13572799</c:v>
                </c:pt>
                <c:pt idx="744">
                  <c:v>16.13572799</c:v>
                </c:pt>
                <c:pt idx="745">
                  <c:v>16.26339417</c:v>
                </c:pt>
                <c:pt idx="746">
                  <c:v>16.26339417</c:v>
                </c:pt>
                <c:pt idx="747">
                  <c:v>16.38162369</c:v>
                </c:pt>
                <c:pt idx="748">
                  <c:v>16.38162369</c:v>
                </c:pt>
                <c:pt idx="749">
                  <c:v>16.49035876</c:v>
                </c:pt>
                <c:pt idx="750">
                  <c:v>16.49035876</c:v>
                </c:pt>
                <c:pt idx="751">
                  <c:v>16.58954065</c:v>
                </c:pt>
                <c:pt idx="752">
                  <c:v>16.58954065</c:v>
                </c:pt>
                <c:pt idx="753">
                  <c:v>16.6791097</c:v>
                </c:pt>
                <c:pt idx="754">
                  <c:v>16.6791097</c:v>
                </c:pt>
                <c:pt idx="755">
                  <c:v>16.75900531</c:v>
                </c:pt>
                <c:pt idx="756">
                  <c:v>16.75900531</c:v>
                </c:pt>
                <c:pt idx="757">
                  <c:v>16.82916601</c:v>
                </c:pt>
                <c:pt idx="758">
                  <c:v>16.82916601</c:v>
                </c:pt>
                <c:pt idx="759">
                  <c:v>16.88952942</c:v>
                </c:pt>
                <c:pt idx="760">
                  <c:v>16.88952942</c:v>
                </c:pt>
                <c:pt idx="761">
                  <c:v>16.94003228</c:v>
                </c:pt>
                <c:pt idx="762">
                  <c:v>16.94003228</c:v>
                </c:pt>
                <c:pt idx="763">
                  <c:v>16.98061049</c:v>
                </c:pt>
                <c:pt idx="764">
                  <c:v>16.98061049</c:v>
                </c:pt>
                <c:pt idx="765">
                  <c:v>17.01119912</c:v>
                </c:pt>
                <c:pt idx="766">
                  <c:v>17.01119912</c:v>
                </c:pt>
                <c:pt idx="767">
                  <c:v>17.03173242</c:v>
                </c:pt>
                <c:pt idx="768">
                  <c:v>17.03173242</c:v>
                </c:pt>
                <c:pt idx="769">
                  <c:v>17.04214385</c:v>
                </c:pt>
                <c:pt idx="770">
                  <c:v>17.04214385</c:v>
                </c:pt>
                <c:pt idx="771">
                  <c:v>17.04236613</c:v>
                </c:pt>
                <c:pt idx="772">
                  <c:v>17.04236613</c:v>
                </c:pt>
                <c:pt idx="773">
                  <c:v>17.03233122</c:v>
                </c:pt>
                <c:pt idx="774">
                  <c:v>17.03233122</c:v>
                </c:pt>
                <c:pt idx="775">
                  <c:v>17.01197043</c:v>
                </c:pt>
                <c:pt idx="776">
                  <c:v>17.01197043</c:v>
                </c:pt>
                <c:pt idx="777">
                  <c:v>16.98121436</c:v>
                </c:pt>
                <c:pt idx="778">
                  <c:v>16.98121436</c:v>
                </c:pt>
                <c:pt idx="779">
                  <c:v>16.93999301</c:v>
                </c:pt>
                <c:pt idx="780">
                  <c:v>16.93999301</c:v>
                </c:pt>
                <c:pt idx="781">
                  <c:v>16.8882358</c:v>
                </c:pt>
                <c:pt idx="782">
                  <c:v>16.8882358</c:v>
                </c:pt>
                <c:pt idx="783">
                  <c:v>16.8258716</c:v>
                </c:pt>
                <c:pt idx="784">
                  <c:v>16.8258716</c:v>
                </c:pt>
                <c:pt idx="785">
                  <c:v>16.75282877</c:v>
                </c:pt>
                <c:pt idx="786">
                  <c:v>16.75282877</c:v>
                </c:pt>
                <c:pt idx="787">
                  <c:v>16.66903523</c:v>
                </c:pt>
                <c:pt idx="788">
                  <c:v>16.66903523</c:v>
                </c:pt>
                <c:pt idx="789">
                  <c:v>16.57441851</c:v>
                </c:pt>
                <c:pt idx="790">
                  <c:v>16.57441851</c:v>
                </c:pt>
                <c:pt idx="791">
                  <c:v>16.46890578</c:v>
                </c:pt>
                <c:pt idx="792">
                  <c:v>16.46890578</c:v>
                </c:pt>
                <c:pt idx="793">
                  <c:v>16.35242391</c:v>
                </c:pt>
                <c:pt idx="794">
                  <c:v>16.35242391</c:v>
                </c:pt>
                <c:pt idx="795">
                  <c:v>16.22489957</c:v>
                </c:pt>
                <c:pt idx="796">
                  <c:v>16.22489957</c:v>
                </c:pt>
                <c:pt idx="797">
                  <c:v>16.08625923</c:v>
                </c:pt>
                <c:pt idx="798">
                  <c:v>16.08625923</c:v>
                </c:pt>
                <c:pt idx="799">
                  <c:v>15.93642927</c:v>
                </c:pt>
                <c:pt idx="800">
                  <c:v>15.93642927</c:v>
                </c:pt>
                <c:pt idx="801">
                  <c:v>15.77533604</c:v>
                </c:pt>
                <c:pt idx="802">
                  <c:v>15.77533604</c:v>
                </c:pt>
                <c:pt idx="803">
                  <c:v>15.60290589</c:v>
                </c:pt>
                <c:pt idx="804">
                  <c:v>15.60290589</c:v>
                </c:pt>
                <c:pt idx="805">
                  <c:v>15.41906532</c:v>
                </c:pt>
                <c:pt idx="806">
                  <c:v>15.41906532</c:v>
                </c:pt>
                <c:pt idx="807">
                  <c:v>15.22374099</c:v>
                </c:pt>
                <c:pt idx="808">
                  <c:v>15.22374099</c:v>
                </c:pt>
                <c:pt idx="809">
                  <c:v>15.01685982</c:v>
                </c:pt>
                <c:pt idx="810">
                  <c:v>15.01685982</c:v>
                </c:pt>
                <c:pt idx="811">
                  <c:v>14.79834909</c:v>
                </c:pt>
                <c:pt idx="812">
                  <c:v>14.79834909</c:v>
                </c:pt>
                <c:pt idx="813">
                  <c:v>14.56813649</c:v>
                </c:pt>
                <c:pt idx="814">
                  <c:v>14.56813649</c:v>
                </c:pt>
                <c:pt idx="815">
                  <c:v>14.32615023</c:v>
                </c:pt>
                <c:pt idx="816">
                  <c:v>14.32615023</c:v>
                </c:pt>
                <c:pt idx="817">
                  <c:v>14.07231913</c:v>
                </c:pt>
                <c:pt idx="818">
                  <c:v>14.07231913</c:v>
                </c:pt>
                <c:pt idx="819">
                  <c:v>13.8065727</c:v>
                </c:pt>
                <c:pt idx="820">
                  <c:v>13.8065727</c:v>
                </c:pt>
                <c:pt idx="821">
                  <c:v>13.52884124</c:v>
                </c:pt>
                <c:pt idx="822">
                  <c:v>13.52884124</c:v>
                </c:pt>
                <c:pt idx="823">
                  <c:v>13.23905594</c:v>
                </c:pt>
                <c:pt idx="824">
                  <c:v>13.23905594</c:v>
                </c:pt>
                <c:pt idx="825">
                  <c:v>12.93714898</c:v>
                </c:pt>
                <c:pt idx="826">
                  <c:v>12.93714898</c:v>
                </c:pt>
                <c:pt idx="827">
                  <c:v>12.62305359</c:v>
                </c:pt>
                <c:pt idx="828">
                  <c:v>12.62305359</c:v>
                </c:pt>
                <c:pt idx="829">
                  <c:v>12.29670421</c:v>
                </c:pt>
                <c:pt idx="830">
                  <c:v>12.29670421</c:v>
                </c:pt>
                <c:pt idx="831">
                  <c:v>11.95803657</c:v>
                </c:pt>
                <c:pt idx="832">
                  <c:v>11.95803657</c:v>
                </c:pt>
                <c:pt idx="833">
                  <c:v>11.60698777</c:v>
                </c:pt>
                <c:pt idx="834">
                  <c:v>11.60698777</c:v>
                </c:pt>
                <c:pt idx="835">
                  <c:v>11.2434964</c:v>
                </c:pt>
                <c:pt idx="836">
                  <c:v>11.2434964</c:v>
                </c:pt>
                <c:pt idx="837">
                  <c:v>10.86750267</c:v>
                </c:pt>
                <c:pt idx="838">
                  <c:v>10.86750267</c:v>
                </c:pt>
                <c:pt idx="839">
                  <c:v>10.47894847</c:v>
                </c:pt>
                <c:pt idx="840">
                  <c:v>10.47894847</c:v>
                </c:pt>
                <c:pt idx="841">
                  <c:v>10.07777748</c:v>
                </c:pt>
                <c:pt idx="842">
                  <c:v>10.07777748</c:v>
                </c:pt>
                <c:pt idx="843">
                  <c:v>9.66393534</c:v>
                </c:pt>
                <c:pt idx="844">
                  <c:v>9.66393534</c:v>
                </c:pt>
                <c:pt idx="845">
                  <c:v>9.237369640000001</c:v>
                </c:pt>
                <c:pt idx="846">
                  <c:v>9.237369640000001</c:v>
                </c:pt>
                <c:pt idx="847">
                  <c:v>8.79803014</c:v>
                </c:pt>
                <c:pt idx="848">
                  <c:v>8.79803014</c:v>
                </c:pt>
                <c:pt idx="849">
                  <c:v>8.345868769999999</c:v>
                </c:pt>
                <c:pt idx="850">
                  <c:v>8.345868769999999</c:v>
                </c:pt>
                <c:pt idx="851">
                  <c:v>7.88083981</c:v>
                </c:pt>
                <c:pt idx="852">
                  <c:v>7.88083981</c:v>
                </c:pt>
                <c:pt idx="853">
                  <c:v>7.40289993</c:v>
                </c:pt>
                <c:pt idx="854">
                  <c:v>7.40289993</c:v>
                </c:pt>
                <c:pt idx="855">
                  <c:v>6.9120083</c:v>
                </c:pt>
                <c:pt idx="856">
                  <c:v>6.9120083</c:v>
                </c:pt>
                <c:pt idx="857">
                  <c:v>6.40812671</c:v>
                </c:pt>
                <c:pt idx="858">
                  <c:v>6.40812671</c:v>
                </c:pt>
                <c:pt idx="859">
                  <c:v>5.89121962</c:v>
                </c:pt>
                <c:pt idx="860">
                  <c:v>5.89121962</c:v>
                </c:pt>
                <c:pt idx="861">
                  <c:v>5.36125425</c:v>
                </c:pt>
                <c:pt idx="862">
                  <c:v>5.36125425</c:v>
                </c:pt>
                <c:pt idx="863">
                  <c:v>4.81820068</c:v>
                </c:pt>
                <c:pt idx="864">
                  <c:v>4.81820068</c:v>
                </c:pt>
                <c:pt idx="865">
                  <c:v>4.26203191</c:v>
                </c:pt>
                <c:pt idx="866">
                  <c:v>4.26203191</c:v>
                </c:pt>
                <c:pt idx="867">
                  <c:v>3.69272393</c:v>
                </c:pt>
                <c:pt idx="868">
                  <c:v>3.69272393</c:v>
                </c:pt>
                <c:pt idx="869">
                  <c:v>3.11025579</c:v>
                </c:pt>
                <c:pt idx="870">
                  <c:v>3.11025579</c:v>
                </c:pt>
                <c:pt idx="871">
                  <c:v>2.51460965</c:v>
                </c:pt>
                <c:pt idx="872">
                  <c:v>2.51460965</c:v>
                </c:pt>
                <c:pt idx="873">
                  <c:v>1.90577084</c:v>
                </c:pt>
                <c:pt idx="874">
                  <c:v>1.90577084</c:v>
                </c:pt>
                <c:pt idx="875">
                  <c:v>1.28372789</c:v>
                </c:pt>
                <c:pt idx="876">
                  <c:v>1.28372789</c:v>
                </c:pt>
                <c:pt idx="877">
                  <c:v>0.64847259</c:v>
                </c:pt>
                <c:pt idx="878">
                  <c:v>0.64847259</c:v>
                </c:pt>
                <c:pt idx="879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Sheet1!$B$883</c:f>
              <c:strCache>
                <c:ptCount val="1"/>
                <c:pt idx="0">
                  <c:v>最小值</c:v>
                </c:pt>
              </c:strCache>
            </c:strRef>
          </c:tx>
          <c:spPr>
            <a:ln w="21590">
              <a:solidFill>
                <a:srgbClr val="9E2A2B"/>
              </a:solidFill>
            </a:ln>
          </c:spPr>
          <c:marker>
            <c:symbol val="none"/>
          </c:marker>
          <c:xVal>
            <c:numRef>
              <c:f>Sheet1!$A$884:$A$1763</c:f>
              <c:numCache>
                <c:formatCode>General</c:formatCode>
                <c:ptCount val="880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</c:numCache>
            </c:numRef>
          </c:xVal>
          <c:yVal>
            <c:numRef>
              <c:f>Sheet1!$B$884:$B$1763</c:f>
              <c:numCache>
                <c:formatCode>General</c:formatCode>
                <c:ptCount val="880"/>
                <c:pt idx="0">
                  <c:v>-0</c:v>
                </c:pt>
                <c:pt idx="1">
                  <c:v>-0.23696064</c:v>
                </c:pt>
                <c:pt idx="2">
                  <c:v>-0.23696064</c:v>
                </c:pt>
                <c:pt idx="3">
                  <c:v>-0.47392129</c:v>
                </c:pt>
                <c:pt idx="4">
                  <c:v>-0.47392129</c:v>
                </c:pt>
                <c:pt idx="5">
                  <c:v>-0.71088193</c:v>
                </c:pt>
                <c:pt idx="6">
                  <c:v>-0.71088193</c:v>
                </c:pt>
                <c:pt idx="7">
                  <c:v>-0.94784258</c:v>
                </c:pt>
                <c:pt idx="8">
                  <c:v>-0.94784258</c:v>
                </c:pt>
                <c:pt idx="9">
                  <c:v>-1.18480322</c:v>
                </c:pt>
                <c:pt idx="10">
                  <c:v>-1.18480322</c:v>
                </c:pt>
                <c:pt idx="11">
                  <c:v>-1.42176387</c:v>
                </c:pt>
                <c:pt idx="12">
                  <c:v>-1.42176387</c:v>
                </c:pt>
                <c:pt idx="13">
                  <c:v>-1.65872451</c:v>
                </c:pt>
                <c:pt idx="14">
                  <c:v>-1.65872451</c:v>
                </c:pt>
                <c:pt idx="15">
                  <c:v>-1.89568516</c:v>
                </c:pt>
                <c:pt idx="16">
                  <c:v>-1.89568516</c:v>
                </c:pt>
                <c:pt idx="17">
                  <c:v>-2.1326458</c:v>
                </c:pt>
                <c:pt idx="18">
                  <c:v>-2.1326458</c:v>
                </c:pt>
                <c:pt idx="19">
                  <c:v>-2.36960645</c:v>
                </c:pt>
                <c:pt idx="20">
                  <c:v>-2.36960645</c:v>
                </c:pt>
                <c:pt idx="21">
                  <c:v>-2.60656709</c:v>
                </c:pt>
                <c:pt idx="22">
                  <c:v>-2.60656709</c:v>
                </c:pt>
                <c:pt idx="23">
                  <c:v>-2.84352773</c:v>
                </c:pt>
                <c:pt idx="24">
                  <c:v>-2.84352773</c:v>
                </c:pt>
                <c:pt idx="25">
                  <c:v>-3.08048838</c:v>
                </c:pt>
                <c:pt idx="26">
                  <c:v>-3.08048838</c:v>
                </c:pt>
                <c:pt idx="27">
                  <c:v>-3.31744902</c:v>
                </c:pt>
                <c:pt idx="28">
                  <c:v>-3.31744902</c:v>
                </c:pt>
                <c:pt idx="29">
                  <c:v>-3.55440967</c:v>
                </c:pt>
                <c:pt idx="30">
                  <c:v>-3.55440967</c:v>
                </c:pt>
                <c:pt idx="31">
                  <c:v>-3.79137031</c:v>
                </c:pt>
                <c:pt idx="32">
                  <c:v>-3.79137031</c:v>
                </c:pt>
                <c:pt idx="33">
                  <c:v>-4.02833096</c:v>
                </c:pt>
                <c:pt idx="34">
                  <c:v>-4.02833096</c:v>
                </c:pt>
                <c:pt idx="35">
                  <c:v>-4.2652916</c:v>
                </c:pt>
                <c:pt idx="36">
                  <c:v>-4.2652916</c:v>
                </c:pt>
                <c:pt idx="37">
                  <c:v>-4.50225225</c:v>
                </c:pt>
                <c:pt idx="38">
                  <c:v>-4.50225225</c:v>
                </c:pt>
                <c:pt idx="39">
                  <c:v>-4.73921289</c:v>
                </c:pt>
                <c:pt idx="40">
                  <c:v>-4.73921289</c:v>
                </c:pt>
                <c:pt idx="41">
                  <c:v>-4.97617353</c:v>
                </c:pt>
                <c:pt idx="42">
                  <c:v>-4.97617353</c:v>
                </c:pt>
                <c:pt idx="43">
                  <c:v>-5.21313418</c:v>
                </c:pt>
                <c:pt idx="44">
                  <c:v>-5.21313418</c:v>
                </c:pt>
                <c:pt idx="45">
                  <c:v>-5.45009482</c:v>
                </c:pt>
                <c:pt idx="46">
                  <c:v>-5.45009482</c:v>
                </c:pt>
                <c:pt idx="47">
                  <c:v>-5.68705547</c:v>
                </c:pt>
                <c:pt idx="48">
                  <c:v>-5.68705547</c:v>
                </c:pt>
                <c:pt idx="49">
                  <c:v>-5.92401611</c:v>
                </c:pt>
                <c:pt idx="50">
                  <c:v>-5.92401611</c:v>
                </c:pt>
                <c:pt idx="51">
                  <c:v>-6.16097676</c:v>
                </c:pt>
                <c:pt idx="52">
                  <c:v>-6.16097676</c:v>
                </c:pt>
                <c:pt idx="53">
                  <c:v>-6.3979374</c:v>
                </c:pt>
                <c:pt idx="54">
                  <c:v>-6.3979374</c:v>
                </c:pt>
                <c:pt idx="55">
                  <c:v>-6.63489805</c:v>
                </c:pt>
                <c:pt idx="56">
                  <c:v>-6.63489805</c:v>
                </c:pt>
                <c:pt idx="57">
                  <c:v>-6.87185869</c:v>
                </c:pt>
                <c:pt idx="58">
                  <c:v>-6.87185869</c:v>
                </c:pt>
                <c:pt idx="59">
                  <c:v>-7.10881934</c:v>
                </c:pt>
                <c:pt idx="60">
                  <c:v>-7.10881934</c:v>
                </c:pt>
                <c:pt idx="61">
                  <c:v>-7.34577998</c:v>
                </c:pt>
                <c:pt idx="62">
                  <c:v>-7.34577998</c:v>
                </c:pt>
                <c:pt idx="63">
                  <c:v>-7.58274062</c:v>
                </c:pt>
                <c:pt idx="64">
                  <c:v>-7.58274062</c:v>
                </c:pt>
                <c:pt idx="65">
                  <c:v>-7.81970127</c:v>
                </c:pt>
                <c:pt idx="66">
                  <c:v>-7.81970127</c:v>
                </c:pt>
                <c:pt idx="67">
                  <c:v>-8.056661910000001</c:v>
                </c:pt>
                <c:pt idx="68">
                  <c:v>-8.056661910000001</c:v>
                </c:pt>
                <c:pt idx="69">
                  <c:v>-8.293622559999999</c:v>
                </c:pt>
                <c:pt idx="70">
                  <c:v>-8.293622559999999</c:v>
                </c:pt>
                <c:pt idx="71">
                  <c:v>-8.530583200000001</c:v>
                </c:pt>
                <c:pt idx="72">
                  <c:v>-8.530583200000001</c:v>
                </c:pt>
                <c:pt idx="73">
                  <c:v>-8.767543849999999</c:v>
                </c:pt>
                <c:pt idx="74">
                  <c:v>-8.767543849999999</c:v>
                </c:pt>
                <c:pt idx="75">
                  <c:v>-9.00450449</c:v>
                </c:pt>
                <c:pt idx="76">
                  <c:v>-9.00450449</c:v>
                </c:pt>
                <c:pt idx="77">
                  <c:v>-9.241465140000001</c:v>
                </c:pt>
                <c:pt idx="78">
                  <c:v>-9.241465140000001</c:v>
                </c:pt>
                <c:pt idx="79">
                  <c:v>-9.47842578</c:v>
                </c:pt>
                <c:pt idx="80">
                  <c:v>-9.47842578</c:v>
                </c:pt>
                <c:pt idx="81">
                  <c:v>-9.715386430000001</c:v>
                </c:pt>
                <c:pt idx="82">
                  <c:v>-9.715386430000001</c:v>
                </c:pt>
                <c:pt idx="83">
                  <c:v>-9.95234707</c:v>
                </c:pt>
                <c:pt idx="84">
                  <c:v>-9.95234707</c:v>
                </c:pt>
                <c:pt idx="85">
                  <c:v>-10.18930772</c:v>
                </c:pt>
                <c:pt idx="86">
                  <c:v>-10.18930772</c:v>
                </c:pt>
                <c:pt idx="87">
                  <c:v>-10.42626836</c:v>
                </c:pt>
                <c:pt idx="88">
                  <c:v>-10.42626836</c:v>
                </c:pt>
                <c:pt idx="89">
                  <c:v>-10.66322901</c:v>
                </c:pt>
                <c:pt idx="90">
                  <c:v>-10.66322901</c:v>
                </c:pt>
                <c:pt idx="91">
                  <c:v>-10.90018965</c:v>
                </c:pt>
                <c:pt idx="92">
                  <c:v>-10.90018965</c:v>
                </c:pt>
                <c:pt idx="93">
                  <c:v>-11.13715029</c:v>
                </c:pt>
                <c:pt idx="94">
                  <c:v>-11.13715029</c:v>
                </c:pt>
                <c:pt idx="95">
                  <c:v>-11.37411094</c:v>
                </c:pt>
                <c:pt idx="96">
                  <c:v>-11.37411094</c:v>
                </c:pt>
                <c:pt idx="97">
                  <c:v>-11.61107158</c:v>
                </c:pt>
                <c:pt idx="98">
                  <c:v>-11.61107158</c:v>
                </c:pt>
                <c:pt idx="99">
                  <c:v>-11.84803223</c:v>
                </c:pt>
                <c:pt idx="100">
                  <c:v>-11.84803223</c:v>
                </c:pt>
                <c:pt idx="101">
                  <c:v>-12.08499287</c:v>
                </c:pt>
                <c:pt idx="102">
                  <c:v>-12.08499287</c:v>
                </c:pt>
                <c:pt idx="103">
                  <c:v>-12.32195352</c:v>
                </c:pt>
                <c:pt idx="104">
                  <c:v>-12.32195352</c:v>
                </c:pt>
                <c:pt idx="105">
                  <c:v>-12.55891416</c:v>
                </c:pt>
                <c:pt idx="106">
                  <c:v>-12.55891416</c:v>
                </c:pt>
                <c:pt idx="107">
                  <c:v>-12.79587481</c:v>
                </c:pt>
                <c:pt idx="108">
                  <c:v>-12.79587481</c:v>
                </c:pt>
                <c:pt idx="109">
                  <c:v>-13.03283545</c:v>
                </c:pt>
                <c:pt idx="110">
                  <c:v>-13.03283545</c:v>
                </c:pt>
                <c:pt idx="111">
                  <c:v>-13.2697961</c:v>
                </c:pt>
                <c:pt idx="112">
                  <c:v>-13.2697961</c:v>
                </c:pt>
                <c:pt idx="113">
                  <c:v>-13.50675674</c:v>
                </c:pt>
                <c:pt idx="114">
                  <c:v>-13.50675674</c:v>
                </c:pt>
                <c:pt idx="115">
                  <c:v>-13.74371739</c:v>
                </c:pt>
                <c:pt idx="116">
                  <c:v>-13.74371739</c:v>
                </c:pt>
                <c:pt idx="117">
                  <c:v>-13.98067803</c:v>
                </c:pt>
                <c:pt idx="118">
                  <c:v>-13.98067803</c:v>
                </c:pt>
                <c:pt idx="119">
                  <c:v>-14.21763868</c:v>
                </c:pt>
                <c:pt idx="120">
                  <c:v>-14.21763868</c:v>
                </c:pt>
                <c:pt idx="121">
                  <c:v>-14.45459932</c:v>
                </c:pt>
                <c:pt idx="122">
                  <c:v>-14.45459932</c:v>
                </c:pt>
                <c:pt idx="123">
                  <c:v>-14.69155996</c:v>
                </c:pt>
                <c:pt idx="124">
                  <c:v>-14.69155996</c:v>
                </c:pt>
                <c:pt idx="125">
                  <c:v>-14.92852061</c:v>
                </c:pt>
                <c:pt idx="126">
                  <c:v>-14.92852061</c:v>
                </c:pt>
                <c:pt idx="127">
                  <c:v>-15.16548125</c:v>
                </c:pt>
                <c:pt idx="128">
                  <c:v>-15.16548125</c:v>
                </c:pt>
                <c:pt idx="129">
                  <c:v>-15.4024419</c:v>
                </c:pt>
                <c:pt idx="130">
                  <c:v>-15.4024419</c:v>
                </c:pt>
                <c:pt idx="131">
                  <c:v>-15.63940254</c:v>
                </c:pt>
                <c:pt idx="132">
                  <c:v>-15.63940254</c:v>
                </c:pt>
                <c:pt idx="133">
                  <c:v>-15.87636319</c:v>
                </c:pt>
                <c:pt idx="134">
                  <c:v>-15.87636319</c:v>
                </c:pt>
                <c:pt idx="135">
                  <c:v>-16.11332383</c:v>
                </c:pt>
                <c:pt idx="136">
                  <c:v>-16.11332383</c:v>
                </c:pt>
                <c:pt idx="137">
                  <c:v>-16.35028448</c:v>
                </c:pt>
                <c:pt idx="138">
                  <c:v>-16.35028448</c:v>
                </c:pt>
                <c:pt idx="139">
                  <c:v>-16.58724512</c:v>
                </c:pt>
                <c:pt idx="140">
                  <c:v>-16.58724512</c:v>
                </c:pt>
                <c:pt idx="141">
                  <c:v>-16.82420577</c:v>
                </c:pt>
                <c:pt idx="142">
                  <c:v>-16.82420577</c:v>
                </c:pt>
                <c:pt idx="143">
                  <c:v>-17.06116641</c:v>
                </c:pt>
                <c:pt idx="144">
                  <c:v>-17.06116641</c:v>
                </c:pt>
                <c:pt idx="145">
                  <c:v>-17.29812706</c:v>
                </c:pt>
                <c:pt idx="146">
                  <c:v>-17.29812706</c:v>
                </c:pt>
                <c:pt idx="147">
                  <c:v>-17.5350877</c:v>
                </c:pt>
                <c:pt idx="148">
                  <c:v>-17.5350877</c:v>
                </c:pt>
                <c:pt idx="149">
                  <c:v>-17.77204835</c:v>
                </c:pt>
                <c:pt idx="150">
                  <c:v>-17.77204835</c:v>
                </c:pt>
                <c:pt idx="151">
                  <c:v>-18.00900899</c:v>
                </c:pt>
                <c:pt idx="152">
                  <c:v>-18.00900899</c:v>
                </c:pt>
                <c:pt idx="153">
                  <c:v>-18.24596964</c:v>
                </c:pt>
                <c:pt idx="154">
                  <c:v>-18.24596964</c:v>
                </c:pt>
                <c:pt idx="155">
                  <c:v>-18.48293028</c:v>
                </c:pt>
                <c:pt idx="156">
                  <c:v>-18.48293028</c:v>
                </c:pt>
                <c:pt idx="157">
                  <c:v>-18.71989093</c:v>
                </c:pt>
                <c:pt idx="158">
                  <c:v>-18.71989093</c:v>
                </c:pt>
                <c:pt idx="159">
                  <c:v>-18.95685157</c:v>
                </c:pt>
                <c:pt idx="160">
                  <c:v>-18.95685157</c:v>
                </c:pt>
                <c:pt idx="161">
                  <c:v>-19.19381222</c:v>
                </c:pt>
                <c:pt idx="162">
                  <c:v>-19.19381222</c:v>
                </c:pt>
                <c:pt idx="163">
                  <c:v>-19.43077286</c:v>
                </c:pt>
                <c:pt idx="164">
                  <c:v>-19.43077286</c:v>
                </c:pt>
                <c:pt idx="165">
                  <c:v>-19.6677335</c:v>
                </c:pt>
                <c:pt idx="166">
                  <c:v>-19.6677335</c:v>
                </c:pt>
                <c:pt idx="167">
                  <c:v>-19.90469415</c:v>
                </c:pt>
                <c:pt idx="168">
                  <c:v>-19.90469415</c:v>
                </c:pt>
                <c:pt idx="169">
                  <c:v>-20.14165479</c:v>
                </c:pt>
                <c:pt idx="170">
                  <c:v>-20.14165479</c:v>
                </c:pt>
                <c:pt idx="171">
                  <c:v>-20.37861544</c:v>
                </c:pt>
                <c:pt idx="172">
                  <c:v>-20.37861544</c:v>
                </c:pt>
                <c:pt idx="173">
                  <c:v>-20.61557608</c:v>
                </c:pt>
                <c:pt idx="174">
                  <c:v>-20.61557608</c:v>
                </c:pt>
                <c:pt idx="175">
                  <c:v>-20.85253673</c:v>
                </c:pt>
                <c:pt idx="176">
                  <c:v>-20.85253673</c:v>
                </c:pt>
                <c:pt idx="177">
                  <c:v>-21.08949737</c:v>
                </c:pt>
                <c:pt idx="178">
                  <c:v>-21.08949737</c:v>
                </c:pt>
                <c:pt idx="179">
                  <c:v>-21.32645802</c:v>
                </c:pt>
                <c:pt idx="180">
                  <c:v>-21.32645802</c:v>
                </c:pt>
                <c:pt idx="181">
                  <c:v>-21.5654177</c:v>
                </c:pt>
                <c:pt idx="182">
                  <c:v>-21.5654177</c:v>
                </c:pt>
                <c:pt idx="183">
                  <c:v>-21.813327</c:v>
                </c:pt>
                <c:pt idx="184">
                  <c:v>-21.813327</c:v>
                </c:pt>
                <c:pt idx="185">
                  <c:v>-22.07098137</c:v>
                </c:pt>
                <c:pt idx="186">
                  <c:v>-22.07098137</c:v>
                </c:pt>
                <c:pt idx="187">
                  <c:v>-22.33858704</c:v>
                </c:pt>
                <c:pt idx="188">
                  <c:v>-22.33858704</c:v>
                </c:pt>
                <c:pt idx="189">
                  <c:v>-22.6163299</c:v>
                </c:pt>
                <c:pt idx="190">
                  <c:v>-22.6163299</c:v>
                </c:pt>
                <c:pt idx="191">
                  <c:v>-22.90439222</c:v>
                </c:pt>
                <c:pt idx="192">
                  <c:v>-22.90439222</c:v>
                </c:pt>
                <c:pt idx="193">
                  <c:v>-23.20295068</c:v>
                </c:pt>
                <c:pt idx="194">
                  <c:v>-23.20295068</c:v>
                </c:pt>
                <c:pt idx="195">
                  <c:v>-23.51217108</c:v>
                </c:pt>
                <c:pt idx="196">
                  <c:v>-23.51217108</c:v>
                </c:pt>
                <c:pt idx="197">
                  <c:v>-23.83222199</c:v>
                </c:pt>
                <c:pt idx="198">
                  <c:v>-23.83222199</c:v>
                </c:pt>
                <c:pt idx="199">
                  <c:v>-24.16326568</c:v>
                </c:pt>
                <c:pt idx="200">
                  <c:v>-24.16326568</c:v>
                </c:pt>
                <c:pt idx="201">
                  <c:v>-24.5054639</c:v>
                </c:pt>
                <c:pt idx="202">
                  <c:v>-24.5054639</c:v>
                </c:pt>
                <c:pt idx="203">
                  <c:v>-24.85898961</c:v>
                </c:pt>
                <c:pt idx="204">
                  <c:v>-24.85898961</c:v>
                </c:pt>
                <c:pt idx="205">
                  <c:v>-25.22399147</c:v>
                </c:pt>
                <c:pt idx="206">
                  <c:v>-25.22399147</c:v>
                </c:pt>
                <c:pt idx="207">
                  <c:v>-25.60065075</c:v>
                </c:pt>
                <c:pt idx="208">
                  <c:v>-25.60065075</c:v>
                </c:pt>
                <c:pt idx="209">
                  <c:v>-25.98909106</c:v>
                </c:pt>
                <c:pt idx="210">
                  <c:v>-25.98909106</c:v>
                </c:pt>
                <c:pt idx="211">
                  <c:v>-26.38952097</c:v>
                </c:pt>
                <c:pt idx="212">
                  <c:v>-26.38952097</c:v>
                </c:pt>
                <c:pt idx="213">
                  <c:v>-26.80207564</c:v>
                </c:pt>
                <c:pt idx="214">
                  <c:v>-26.80207564</c:v>
                </c:pt>
                <c:pt idx="215">
                  <c:v>-27.22692024</c:v>
                </c:pt>
                <c:pt idx="216">
                  <c:v>-27.22692024</c:v>
                </c:pt>
                <c:pt idx="217">
                  <c:v>-27.66422021</c:v>
                </c:pt>
                <c:pt idx="218">
                  <c:v>-27.66422021</c:v>
                </c:pt>
                <c:pt idx="219">
                  <c:v>-28.1141365</c:v>
                </c:pt>
                <c:pt idx="220">
                  <c:v>-28.1141365</c:v>
                </c:pt>
                <c:pt idx="221">
                  <c:v>-28.57685347</c:v>
                </c:pt>
                <c:pt idx="222">
                  <c:v>-28.57685347</c:v>
                </c:pt>
                <c:pt idx="223">
                  <c:v>-29.0525363</c:v>
                </c:pt>
                <c:pt idx="224">
                  <c:v>-29.0525363</c:v>
                </c:pt>
                <c:pt idx="225">
                  <c:v>-29.54132118</c:v>
                </c:pt>
                <c:pt idx="226">
                  <c:v>-29.54132118</c:v>
                </c:pt>
                <c:pt idx="227">
                  <c:v>-30.04343156</c:v>
                </c:pt>
                <c:pt idx="228">
                  <c:v>-30.04343156</c:v>
                </c:pt>
                <c:pt idx="229">
                  <c:v>-30.55899968</c:v>
                </c:pt>
                <c:pt idx="230">
                  <c:v>-30.55899968</c:v>
                </c:pt>
                <c:pt idx="231">
                  <c:v>-31.08822843</c:v>
                </c:pt>
                <c:pt idx="232">
                  <c:v>-31.08822843</c:v>
                </c:pt>
                <c:pt idx="233">
                  <c:v>-31.63126367</c:v>
                </c:pt>
                <c:pt idx="234">
                  <c:v>-31.63126367</c:v>
                </c:pt>
                <c:pt idx="235">
                  <c:v>-32.18833872</c:v>
                </c:pt>
                <c:pt idx="236">
                  <c:v>-32.18833872</c:v>
                </c:pt>
                <c:pt idx="237">
                  <c:v>-32.75958517</c:v>
                </c:pt>
                <c:pt idx="238">
                  <c:v>-32.75958517</c:v>
                </c:pt>
                <c:pt idx="239">
                  <c:v>-33.34520769</c:v>
                </c:pt>
                <c:pt idx="240">
                  <c:v>-33.34520769</c:v>
                </c:pt>
                <c:pt idx="241">
                  <c:v>-32.55604139</c:v>
                </c:pt>
                <c:pt idx="242">
                  <c:v>-32.55604139</c:v>
                </c:pt>
                <c:pt idx="243">
                  <c:v>-31.77647706</c:v>
                </c:pt>
                <c:pt idx="244">
                  <c:v>-31.77647706</c:v>
                </c:pt>
                <c:pt idx="245">
                  <c:v>-31.00649646</c:v>
                </c:pt>
                <c:pt idx="246">
                  <c:v>-31.00649646</c:v>
                </c:pt>
                <c:pt idx="247">
                  <c:v>-30.24612718</c:v>
                </c:pt>
                <c:pt idx="248">
                  <c:v>-30.24612718</c:v>
                </c:pt>
                <c:pt idx="249">
                  <c:v>-29.49540084</c:v>
                </c:pt>
                <c:pt idx="250">
                  <c:v>-29.49540084</c:v>
                </c:pt>
                <c:pt idx="251">
                  <c:v>-28.75424794</c:v>
                </c:pt>
                <c:pt idx="252">
                  <c:v>-28.75424794</c:v>
                </c:pt>
                <c:pt idx="253">
                  <c:v>-28.0227044</c:v>
                </c:pt>
                <c:pt idx="254">
                  <c:v>-28.0227044</c:v>
                </c:pt>
                <c:pt idx="255">
                  <c:v>-27.30079085</c:v>
                </c:pt>
                <c:pt idx="256">
                  <c:v>-27.30079085</c:v>
                </c:pt>
                <c:pt idx="257">
                  <c:v>-26.58845313</c:v>
                </c:pt>
                <c:pt idx="258">
                  <c:v>-26.58845313</c:v>
                </c:pt>
                <c:pt idx="259">
                  <c:v>-25.88571609</c:v>
                </c:pt>
                <c:pt idx="260">
                  <c:v>-25.88571609</c:v>
                </c:pt>
                <c:pt idx="261">
                  <c:v>-25.19258081</c:v>
                </c:pt>
                <c:pt idx="262">
                  <c:v>-25.19258081</c:v>
                </c:pt>
                <c:pt idx="263">
                  <c:v>-24.50905745</c:v>
                </c:pt>
                <c:pt idx="264">
                  <c:v>-24.50905745</c:v>
                </c:pt>
                <c:pt idx="265">
                  <c:v>-23.83514436</c:v>
                </c:pt>
                <c:pt idx="266">
                  <c:v>-23.83514436</c:v>
                </c:pt>
                <c:pt idx="267">
                  <c:v>-23.17085686</c:v>
                </c:pt>
                <c:pt idx="268">
                  <c:v>-23.17085686</c:v>
                </c:pt>
                <c:pt idx="269">
                  <c:v>-22.51614992</c:v>
                </c:pt>
                <c:pt idx="270">
                  <c:v>-22.51614992</c:v>
                </c:pt>
                <c:pt idx="271">
                  <c:v>-21.87107096</c:v>
                </c:pt>
                <c:pt idx="272">
                  <c:v>-21.87107096</c:v>
                </c:pt>
                <c:pt idx="273">
                  <c:v>-21.23564116</c:v>
                </c:pt>
                <c:pt idx="274">
                  <c:v>-21.23564116</c:v>
                </c:pt>
                <c:pt idx="275">
                  <c:v>-20.60983137</c:v>
                </c:pt>
                <c:pt idx="276">
                  <c:v>-20.60983137</c:v>
                </c:pt>
                <c:pt idx="277">
                  <c:v>-19.99364947</c:v>
                </c:pt>
                <c:pt idx="278">
                  <c:v>-19.99364947</c:v>
                </c:pt>
                <c:pt idx="279">
                  <c:v>-19.38711933</c:v>
                </c:pt>
                <c:pt idx="280">
                  <c:v>-19.38711933</c:v>
                </c:pt>
                <c:pt idx="281">
                  <c:v>-18.79024234</c:v>
                </c:pt>
                <c:pt idx="282">
                  <c:v>-18.79024234</c:v>
                </c:pt>
                <c:pt idx="283">
                  <c:v>-18.20304378</c:v>
                </c:pt>
                <c:pt idx="284">
                  <c:v>-18.20304378</c:v>
                </c:pt>
                <c:pt idx="285">
                  <c:v>-17.62549105</c:v>
                </c:pt>
                <c:pt idx="286">
                  <c:v>-17.62549105</c:v>
                </c:pt>
                <c:pt idx="287">
                  <c:v>-17.05761744</c:v>
                </c:pt>
                <c:pt idx="288">
                  <c:v>-17.05761744</c:v>
                </c:pt>
                <c:pt idx="289">
                  <c:v>-16.49944838</c:v>
                </c:pt>
                <c:pt idx="290">
                  <c:v>-16.49944838</c:v>
                </c:pt>
                <c:pt idx="291">
                  <c:v>-15.95098213</c:v>
                </c:pt>
                <c:pt idx="292">
                  <c:v>-15.95098213</c:v>
                </c:pt>
                <c:pt idx="293">
                  <c:v>-15.41225583</c:v>
                </c:pt>
                <c:pt idx="294">
                  <c:v>-15.41225583</c:v>
                </c:pt>
                <c:pt idx="295">
                  <c:v>-14.88325223</c:v>
                </c:pt>
                <c:pt idx="296">
                  <c:v>-14.88325223</c:v>
                </c:pt>
                <c:pt idx="297">
                  <c:v>-14.36397207</c:v>
                </c:pt>
                <c:pt idx="298">
                  <c:v>-14.36397207</c:v>
                </c:pt>
                <c:pt idx="299">
                  <c:v>-13.85447465</c:v>
                </c:pt>
                <c:pt idx="300">
                  <c:v>-13.85447465</c:v>
                </c:pt>
                <c:pt idx="301">
                  <c:v>-13.35473848</c:v>
                </c:pt>
                <c:pt idx="302">
                  <c:v>-13.35473848</c:v>
                </c:pt>
                <c:pt idx="303">
                  <c:v>-12.86486571</c:v>
                </c:pt>
                <c:pt idx="304">
                  <c:v>-12.86486571</c:v>
                </c:pt>
                <c:pt idx="305">
                  <c:v>-12.38481952</c:v>
                </c:pt>
                <c:pt idx="306">
                  <c:v>-12.38481952</c:v>
                </c:pt>
                <c:pt idx="307">
                  <c:v>-11.9146372</c:v>
                </c:pt>
                <c:pt idx="308">
                  <c:v>-11.9146372</c:v>
                </c:pt>
                <c:pt idx="309">
                  <c:v>-11.45436058</c:v>
                </c:pt>
                <c:pt idx="310">
                  <c:v>-11.45436058</c:v>
                </c:pt>
                <c:pt idx="311">
                  <c:v>-11.00399315</c:v>
                </c:pt>
                <c:pt idx="312">
                  <c:v>-11.00399315</c:v>
                </c:pt>
                <c:pt idx="313">
                  <c:v>-10.56362177</c:v>
                </c:pt>
                <c:pt idx="314">
                  <c:v>-10.56362177</c:v>
                </c:pt>
                <c:pt idx="315">
                  <c:v>-10.1555933</c:v>
                </c:pt>
                <c:pt idx="316">
                  <c:v>-10.1555933</c:v>
                </c:pt>
                <c:pt idx="317">
                  <c:v>-9.85966488</c:v>
                </c:pt>
                <c:pt idx="318">
                  <c:v>-9.85966488</c:v>
                </c:pt>
                <c:pt idx="319">
                  <c:v>-9.57109887</c:v>
                </c:pt>
                <c:pt idx="320">
                  <c:v>-9.57109887</c:v>
                </c:pt>
                <c:pt idx="321">
                  <c:v>-9.28983068</c:v>
                </c:pt>
                <c:pt idx="322">
                  <c:v>-9.28983068</c:v>
                </c:pt>
                <c:pt idx="323">
                  <c:v>-9.01584589</c:v>
                </c:pt>
                <c:pt idx="324">
                  <c:v>-9.01584589</c:v>
                </c:pt>
                <c:pt idx="325">
                  <c:v>-8.749131350000001</c:v>
                </c:pt>
                <c:pt idx="326">
                  <c:v>-8.749131350000001</c:v>
                </c:pt>
                <c:pt idx="327">
                  <c:v>-8.489670050000001</c:v>
                </c:pt>
                <c:pt idx="328">
                  <c:v>-8.489670050000001</c:v>
                </c:pt>
                <c:pt idx="329">
                  <c:v>-8.23744071</c:v>
                </c:pt>
                <c:pt idx="330">
                  <c:v>-8.23744071</c:v>
                </c:pt>
                <c:pt idx="331">
                  <c:v>-7.99247672</c:v>
                </c:pt>
                <c:pt idx="332">
                  <c:v>-7.99247672</c:v>
                </c:pt>
                <c:pt idx="333">
                  <c:v>-7.75470811</c:v>
                </c:pt>
                <c:pt idx="334">
                  <c:v>-7.75470811</c:v>
                </c:pt>
                <c:pt idx="335">
                  <c:v>-7.52416876</c:v>
                </c:pt>
                <c:pt idx="336">
                  <c:v>-7.52416876</c:v>
                </c:pt>
                <c:pt idx="337">
                  <c:v>-7.30083332</c:v>
                </c:pt>
                <c:pt idx="338">
                  <c:v>-7.30083332</c:v>
                </c:pt>
                <c:pt idx="339">
                  <c:v>-7.08472101</c:v>
                </c:pt>
                <c:pt idx="340">
                  <c:v>-7.08472101</c:v>
                </c:pt>
                <c:pt idx="341">
                  <c:v>-6.87582746</c:v>
                </c:pt>
                <c:pt idx="342">
                  <c:v>-6.87582746</c:v>
                </c:pt>
                <c:pt idx="343">
                  <c:v>-6.67415814</c:v>
                </c:pt>
                <c:pt idx="344">
                  <c:v>-6.67415814</c:v>
                </c:pt>
                <c:pt idx="345">
                  <c:v>-6.4797678</c:v>
                </c:pt>
                <c:pt idx="346">
                  <c:v>-6.4797678</c:v>
                </c:pt>
                <c:pt idx="347">
                  <c:v>-6.29265785</c:v>
                </c:pt>
                <c:pt idx="348">
                  <c:v>-6.29265785</c:v>
                </c:pt>
                <c:pt idx="349">
                  <c:v>-6.11287044</c:v>
                </c:pt>
                <c:pt idx="350">
                  <c:v>-6.11287044</c:v>
                </c:pt>
                <c:pt idx="351">
                  <c:v>-5.94046816</c:v>
                </c:pt>
                <c:pt idx="352">
                  <c:v>-5.94046816</c:v>
                </c:pt>
                <c:pt idx="353">
                  <c:v>-5.77552422</c:v>
                </c:pt>
                <c:pt idx="354">
                  <c:v>-5.77552422</c:v>
                </c:pt>
                <c:pt idx="355">
                  <c:v>-5.61809332</c:v>
                </c:pt>
                <c:pt idx="356">
                  <c:v>-5.61809332</c:v>
                </c:pt>
                <c:pt idx="357">
                  <c:v>-5.46827658</c:v>
                </c:pt>
                <c:pt idx="358">
                  <c:v>-5.46827658</c:v>
                </c:pt>
                <c:pt idx="359">
                  <c:v>-5.32616992</c:v>
                </c:pt>
                <c:pt idx="360">
                  <c:v>-5.32616992</c:v>
                </c:pt>
                <c:pt idx="361">
                  <c:v>-5.19188993</c:v>
                </c:pt>
                <c:pt idx="362">
                  <c:v>-5.19188993</c:v>
                </c:pt>
                <c:pt idx="363">
                  <c:v>-5.0655692</c:v>
                </c:pt>
                <c:pt idx="364">
                  <c:v>-5.0655692</c:v>
                </c:pt>
                <c:pt idx="365">
                  <c:v>-4.94736155</c:v>
                </c:pt>
                <c:pt idx="366">
                  <c:v>-4.94736155</c:v>
                </c:pt>
                <c:pt idx="367">
                  <c:v>-4.83745543</c:v>
                </c:pt>
                <c:pt idx="368">
                  <c:v>-4.83745543</c:v>
                </c:pt>
                <c:pt idx="369">
                  <c:v>-4.73607635</c:v>
                </c:pt>
                <c:pt idx="370">
                  <c:v>-4.73607635</c:v>
                </c:pt>
                <c:pt idx="371">
                  <c:v>-4.64351303</c:v>
                </c:pt>
                <c:pt idx="372">
                  <c:v>-4.64351303</c:v>
                </c:pt>
                <c:pt idx="373">
                  <c:v>-4.56016924</c:v>
                </c:pt>
                <c:pt idx="374">
                  <c:v>-4.56016924</c:v>
                </c:pt>
                <c:pt idx="375">
                  <c:v>-4.49290978</c:v>
                </c:pt>
                <c:pt idx="376">
                  <c:v>-4.49290978</c:v>
                </c:pt>
                <c:pt idx="377">
                  <c:v>-4.46014133</c:v>
                </c:pt>
                <c:pt idx="378">
                  <c:v>-4.46014133</c:v>
                </c:pt>
                <c:pt idx="379">
                  <c:v>-4.42737289</c:v>
                </c:pt>
                <c:pt idx="380">
                  <c:v>-4.42737289</c:v>
                </c:pt>
                <c:pt idx="381">
                  <c:v>-4.39460444</c:v>
                </c:pt>
                <c:pt idx="382">
                  <c:v>-4.39460444</c:v>
                </c:pt>
                <c:pt idx="383">
                  <c:v>-4.36183599</c:v>
                </c:pt>
                <c:pt idx="384">
                  <c:v>-4.36183599</c:v>
                </c:pt>
                <c:pt idx="385">
                  <c:v>-4.32906755</c:v>
                </c:pt>
                <c:pt idx="386">
                  <c:v>-4.32906755</c:v>
                </c:pt>
                <c:pt idx="387">
                  <c:v>-4.2962991</c:v>
                </c:pt>
                <c:pt idx="388">
                  <c:v>-4.2962991</c:v>
                </c:pt>
                <c:pt idx="389">
                  <c:v>-4.26353065</c:v>
                </c:pt>
                <c:pt idx="390">
                  <c:v>-4.26353065</c:v>
                </c:pt>
                <c:pt idx="391">
                  <c:v>-4.23076221</c:v>
                </c:pt>
                <c:pt idx="392">
                  <c:v>-4.23076221</c:v>
                </c:pt>
                <c:pt idx="393">
                  <c:v>-4.19799376</c:v>
                </c:pt>
                <c:pt idx="394">
                  <c:v>-4.19799376</c:v>
                </c:pt>
                <c:pt idx="395">
                  <c:v>-4.16522531</c:v>
                </c:pt>
                <c:pt idx="396">
                  <c:v>-4.16522531</c:v>
                </c:pt>
                <c:pt idx="397">
                  <c:v>-4.13245687</c:v>
                </c:pt>
                <c:pt idx="398">
                  <c:v>-4.13245687</c:v>
                </c:pt>
                <c:pt idx="399">
                  <c:v>-4.09968842</c:v>
                </c:pt>
                <c:pt idx="400">
                  <c:v>-4.09968842</c:v>
                </c:pt>
                <c:pt idx="401">
                  <c:v>-4.06691997</c:v>
                </c:pt>
                <c:pt idx="402">
                  <c:v>-4.06691997</c:v>
                </c:pt>
                <c:pt idx="403">
                  <c:v>-4.03415153</c:v>
                </c:pt>
                <c:pt idx="404">
                  <c:v>-4.03415153</c:v>
                </c:pt>
                <c:pt idx="405">
                  <c:v>-4.00138308</c:v>
                </c:pt>
                <c:pt idx="406">
                  <c:v>-4.00138308</c:v>
                </c:pt>
                <c:pt idx="407">
                  <c:v>-3.96861463</c:v>
                </c:pt>
                <c:pt idx="408">
                  <c:v>-3.96861463</c:v>
                </c:pt>
                <c:pt idx="409">
                  <c:v>-3.93584619</c:v>
                </c:pt>
                <c:pt idx="410">
                  <c:v>-3.93584619</c:v>
                </c:pt>
                <c:pt idx="411">
                  <c:v>-3.90307774</c:v>
                </c:pt>
                <c:pt idx="412">
                  <c:v>-3.90307774</c:v>
                </c:pt>
                <c:pt idx="413">
                  <c:v>-3.87030929</c:v>
                </c:pt>
                <c:pt idx="414">
                  <c:v>-3.87030929</c:v>
                </c:pt>
                <c:pt idx="415">
                  <c:v>-3.83754085</c:v>
                </c:pt>
                <c:pt idx="416">
                  <c:v>-3.83754085</c:v>
                </c:pt>
                <c:pt idx="417">
                  <c:v>-3.8047724</c:v>
                </c:pt>
                <c:pt idx="418">
                  <c:v>-3.8047724</c:v>
                </c:pt>
                <c:pt idx="419">
                  <c:v>-3.77200396</c:v>
                </c:pt>
                <c:pt idx="420">
                  <c:v>-3.77200396</c:v>
                </c:pt>
                <c:pt idx="421">
                  <c:v>-3.73923551</c:v>
                </c:pt>
                <c:pt idx="422">
                  <c:v>-3.73923551</c:v>
                </c:pt>
                <c:pt idx="423">
                  <c:v>-3.70646706</c:v>
                </c:pt>
                <c:pt idx="424">
                  <c:v>-3.70646706</c:v>
                </c:pt>
                <c:pt idx="425">
                  <c:v>-3.67369862</c:v>
                </c:pt>
                <c:pt idx="426">
                  <c:v>-3.67369862</c:v>
                </c:pt>
                <c:pt idx="427">
                  <c:v>-3.64093017</c:v>
                </c:pt>
                <c:pt idx="428">
                  <c:v>-3.64093017</c:v>
                </c:pt>
                <c:pt idx="429">
                  <c:v>-3.60816172</c:v>
                </c:pt>
                <c:pt idx="430">
                  <c:v>-3.60816172</c:v>
                </c:pt>
                <c:pt idx="431">
                  <c:v>-3.57539328</c:v>
                </c:pt>
                <c:pt idx="432">
                  <c:v>-3.57539328</c:v>
                </c:pt>
                <c:pt idx="433">
                  <c:v>-3.54262483</c:v>
                </c:pt>
                <c:pt idx="434">
                  <c:v>-3.54262483</c:v>
                </c:pt>
                <c:pt idx="435">
                  <c:v>-3.50985638</c:v>
                </c:pt>
                <c:pt idx="436">
                  <c:v>-3.50985638</c:v>
                </c:pt>
                <c:pt idx="437">
                  <c:v>-3.47708794</c:v>
                </c:pt>
                <c:pt idx="438">
                  <c:v>-3.47708794</c:v>
                </c:pt>
                <c:pt idx="439">
                  <c:v>-3.44431949</c:v>
                </c:pt>
                <c:pt idx="440">
                  <c:v>-3.44431949</c:v>
                </c:pt>
                <c:pt idx="441">
                  <c:v>-3.47708794</c:v>
                </c:pt>
                <c:pt idx="442">
                  <c:v>-3.47708794</c:v>
                </c:pt>
                <c:pt idx="443">
                  <c:v>-3.50985638</c:v>
                </c:pt>
                <c:pt idx="444">
                  <c:v>-3.50985638</c:v>
                </c:pt>
                <c:pt idx="445">
                  <c:v>-3.54262483</c:v>
                </c:pt>
                <c:pt idx="446">
                  <c:v>-3.54262483</c:v>
                </c:pt>
                <c:pt idx="447">
                  <c:v>-3.57539328</c:v>
                </c:pt>
                <c:pt idx="448">
                  <c:v>-3.57539328</c:v>
                </c:pt>
                <c:pt idx="449">
                  <c:v>-3.60816172</c:v>
                </c:pt>
                <c:pt idx="450">
                  <c:v>-3.60816172</c:v>
                </c:pt>
                <c:pt idx="451">
                  <c:v>-3.64093017</c:v>
                </c:pt>
                <c:pt idx="452">
                  <c:v>-3.64093017</c:v>
                </c:pt>
                <c:pt idx="453">
                  <c:v>-3.67369862</c:v>
                </c:pt>
                <c:pt idx="454">
                  <c:v>-3.67369862</c:v>
                </c:pt>
                <c:pt idx="455">
                  <c:v>-3.70646706</c:v>
                </c:pt>
                <c:pt idx="456">
                  <c:v>-3.70646706</c:v>
                </c:pt>
                <c:pt idx="457">
                  <c:v>-3.73923551</c:v>
                </c:pt>
                <c:pt idx="458">
                  <c:v>-3.73923551</c:v>
                </c:pt>
                <c:pt idx="459">
                  <c:v>-3.77200396</c:v>
                </c:pt>
                <c:pt idx="460">
                  <c:v>-3.77200396</c:v>
                </c:pt>
                <c:pt idx="461">
                  <c:v>-3.8047724</c:v>
                </c:pt>
                <c:pt idx="462">
                  <c:v>-3.8047724</c:v>
                </c:pt>
                <c:pt idx="463">
                  <c:v>-3.83754085</c:v>
                </c:pt>
                <c:pt idx="464">
                  <c:v>-3.83754085</c:v>
                </c:pt>
                <c:pt idx="465">
                  <c:v>-3.87030929</c:v>
                </c:pt>
                <c:pt idx="466">
                  <c:v>-3.87030929</c:v>
                </c:pt>
                <c:pt idx="467">
                  <c:v>-3.90307774</c:v>
                </c:pt>
                <c:pt idx="468">
                  <c:v>-3.90307774</c:v>
                </c:pt>
                <c:pt idx="469">
                  <c:v>-3.93584619</c:v>
                </c:pt>
                <c:pt idx="470">
                  <c:v>-3.93584619</c:v>
                </c:pt>
                <c:pt idx="471">
                  <c:v>-3.96861463</c:v>
                </c:pt>
                <c:pt idx="472">
                  <c:v>-3.96861463</c:v>
                </c:pt>
                <c:pt idx="473">
                  <c:v>-4.00138308</c:v>
                </c:pt>
                <c:pt idx="474">
                  <c:v>-4.00138308</c:v>
                </c:pt>
                <c:pt idx="475">
                  <c:v>-4.03415153</c:v>
                </c:pt>
                <c:pt idx="476">
                  <c:v>-4.03415153</c:v>
                </c:pt>
                <c:pt idx="477">
                  <c:v>-4.06691997</c:v>
                </c:pt>
                <c:pt idx="478">
                  <c:v>-4.06691997</c:v>
                </c:pt>
                <c:pt idx="479">
                  <c:v>-4.09968842</c:v>
                </c:pt>
                <c:pt idx="480">
                  <c:v>-4.09968842</c:v>
                </c:pt>
                <c:pt idx="481">
                  <c:v>-4.13245687</c:v>
                </c:pt>
                <c:pt idx="482">
                  <c:v>-4.13245687</c:v>
                </c:pt>
                <c:pt idx="483">
                  <c:v>-4.16522531</c:v>
                </c:pt>
                <c:pt idx="484">
                  <c:v>-4.16522531</c:v>
                </c:pt>
                <c:pt idx="485">
                  <c:v>-4.19799376</c:v>
                </c:pt>
                <c:pt idx="486">
                  <c:v>-4.19799376</c:v>
                </c:pt>
                <c:pt idx="487">
                  <c:v>-4.23076221</c:v>
                </c:pt>
                <c:pt idx="488">
                  <c:v>-4.23076221</c:v>
                </c:pt>
                <c:pt idx="489">
                  <c:v>-4.26353065</c:v>
                </c:pt>
                <c:pt idx="490">
                  <c:v>-4.26353065</c:v>
                </c:pt>
                <c:pt idx="491">
                  <c:v>-4.2962991</c:v>
                </c:pt>
                <c:pt idx="492">
                  <c:v>-4.2962991</c:v>
                </c:pt>
                <c:pt idx="493">
                  <c:v>-4.32906755</c:v>
                </c:pt>
                <c:pt idx="494">
                  <c:v>-4.32906755</c:v>
                </c:pt>
                <c:pt idx="495">
                  <c:v>-4.36183599</c:v>
                </c:pt>
                <c:pt idx="496">
                  <c:v>-4.36183599</c:v>
                </c:pt>
                <c:pt idx="497">
                  <c:v>-4.39460444</c:v>
                </c:pt>
                <c:pt idx="498">
                  <c:v>-4.39460444</c:v>
                </c:pt>
                <c:pt idx="499">
                  <c:v>-4.42737289</c:v>
                </c:pt>
                <c:pt idx="500">
                  <c:v>-4.42737289</c:v>
                </c:pt>
                <c:pt idx="501">
                  <c:v>-4.46014133</c:v>
                </c:pt>
                <c:pt idx="502">
                  <c:v>-4.46014133</c:v>
                </c:pt>
                <c:pt idx="503">
                  <c:v>-4.49290978</c:v>
                </c:pt>
                <c:pt idx="504">
                  <c:v>-4.49290978</c:v>
                </c:pt>
                <c:pt idx="505">
                  <c:v>-4.56016924</c:v>
                </c:pt>
                <c:pt idx="506">
                  <c:v>-4.56016924</c:v>
                </c:pt>
                <c:pt idx="507">
                  <c:v>-4.64351303</c:v>
                </c:pt>
                <c:pt idx="508">
                  <c:v>-4.64351303</c:v>
                </c:pt>
                <c:pt idx="509">
                  <c:v>-4.73607635</c:v>
                </c:pt>
                <c:pt idx="510">
                  <c:v>-4.73607635</c:v>
                </c:pt>
                <c:pt idx="511">
                  <c:v>-4.83745543</c:v>
                </c:pt>
                <c:pt idx="512">
                  <c:v>-4.83745543</c:v>
                </c:pt>
                <c:pt idx="513">
                  <c:v>-4.94736155</c:v>
                </c:pt>
                <c:pt idx="514">
                  <c:v>-4.94736155</c:v>
                </c:pt>
                <c:pt idx="515">
                  <c:v>-5.0655692</c:v>
                </c:pt>
                <c:pt idx="516">
                  <c:v>-5.0655692</c:v>
                </c:pt>
                <c:pt idx="517">
                  <c:v>-5.19188993</c:v>
                </c:pt>
                <c:pt idx="518">
                  <c:v>-5.19188993</c:v>
                </c:pt>
                <c:pt idx="519">
                  <c:v>-5.32616992</c:v>
                </c:pt>
                <c:pt idx="520">
                  <c:v>-5.32616992</c:v>
                </c:pt>
                <c:pt idx="521">
                  <c:v>-5.46827658</c:v>
                </c:pt>
                <c:pt idx="522">
                  <c:v>-5.46827658</c:v>
                </c:pt>
                <c:pt idx="523">
                  <c:v>-5.61809332</c:v>
                </c:pt>
                <c:pt idx="524">
                  <c:v>-5.61809332</c:v>
                </c:pt>
                <c:pt idx="525">
                  <c:v>-5.77552423</c:v>
                </c:pt>
                <c:pt idx="526">
                  <c:v>-5.77552423</c:v>
                </c:pt>
                <c:pt idx="527">
                  <c:v>-5.94046816</c:v>
                </c:pt>
                <c:pt idx="528">
                  <c:v>-5.94046816</c:v>
                </c:pt>
                <c:pt idx="529">
                  <c:v>-6.11287044</c:v>
                </c:pt>
                <c:pt idx="530">
                  <c:v>-6.11287044</c:v>
                </c:pt>
                <c:pt idx="531">
                  <c:v>-6.29265785</c:v>
                </c:pt>
                <c:pt idx="532">
                  <c:v>-6.29265785</c:v>
                </c:pt>
                <c:pt idx="533">
                  <c:v>-6.4797678</c:v>
                </c:pt>
                <c:pt idx="534">
                  <c:v>-6.4797678</c:v>
                </c:pt>
                <c:pt idx="535">
                  <c:v>-6.67415814</c:v>
                </c:pt>
                <c:pt idx="536">
                  <c:v>-6.67415814</c:v>
                </c:pt>
                <c:pt idx="537">
                  <c:v>-6.87582746</c:v>
                </c:pt>
                <c:pt idx="538">
                  <c:v>-6.87582746</c:v>
                </c:pt>
                <c:pt idx="539">
                  <c:v>-7.08472101</c:v>
                </c:pt>
                <c:pt idx="540">
                  <c:v>-7.08472101</c:v>
                </c:pt>
                <c:pt idx="541">
                  <c:v>-7.30083332</c:v>
                </c:pt>
                <c:pt idx="542">
                  <c:v>-7.30083332</c:v>
                </c:pt>
                <c:pt idx="543">
                  <c:v>-7.52416876</c:v>
                </c:pt>
                <c:pt idx="544">
                  <c:v>-7.52416876</c:v>
                </c:pt>
                <c:pt idx="545">
                  <c:v>-7.75470811</c:v>
                </c:pt>
                <c:pt idx="546">
                  <c:v>-7.75470811</c:v>
                </c:pt>
                <c:pt idx="547">
                  <c:v>-7.99247673</c:v>
                </c:pt>
                <c:pt idx="548">
                  <c:v>-7.99247673</c:v>
                </c:pt>
                <c:pt idx="549">
                  <c:v>-8.23744071</c:v>
                </c:pt>
                <c:pt idx="550">
                  <c:v>-8.23744071</c:v>
                </c:pt>
                <c:pt idx="551">
                  <c:v>-8.489670050000001</c:v>
                </c:pt>
                <c:pt idx="552">
                  <c:v>-8.489670050000001</c:v>
                </c:pt>
                <c:pt idx="553">
                  <c:v>-8.749131350000001</c:v>
                </c:pt>
                <c:pt idx="554">
                  <c:v>-8.749131350000001</c:v>
                </c:pt>
                <c:pt idx="555">
                  <c:v>-9.01584589</c:v>
                </c:pt>
                <c:pt idx="556">
                  <c:v>-9.01584589</c:v>
                </c:pt>
                <c:pt idx="557">
                  <c:v>-9.28983068</c:v>
                </c:pt>
                <c:pt idx="558">
                  <c:v>-9.28983068</c:v>
                </c:pt>
                <c:pt idx="559">
                  <c:v>-9.57109887</c:v>
                </c:pt>
                <c:pt idx="560">
                  <c:v>-9.57109887</c:v>
                </c:pt>
                <c:pt idx="561">
                  <c:v>-9.85966488</c:v>
                </c:pt>
                <c:pt idx="562">
                  <c:v>-9.85966488</c:v>
                </c:pt>
                <c:pt idx="563">
                  <c:v>-10.1555933</c:v>
                </c:pt>
                <c:pt idx="564">
                  <c:v>-10.1555933</c:v>
                </c:pt>
                <c:pt idx="565">
                  <c:v>-10.56362177</c:v>
                </c:pt>
                <c:pt idx="566">
                  <c:v>-10.56362177</c:v>
                </c:pt>
                <c:pt idx="567">
                  <c:v>-11.00399315</c:v>
                </c:pt>
                <c:pt idx="568">
                  <c:v>-11.00399315</c:v>
                </c:pt>
                <c:pt idx="569">
                  <c:v>-11.45436057</c:v>
                </c:pt>
                <c:pt idx="570">
                  <c:v>-11.45436057</c:v>
                </c:pt>
                <c:pt idx="571">
                  <c:v>-11.91463719</c:v>
                </c:pt>
                <c:pt idx="572">
                  <c:v>-11.91463719</c:v>
                </c:pt>
                <c:pt idx="573">
                  <c:v>-12.38481951</c:v>
                </c:pt>
                <c:pt idx="574">
                  <c:v>-12.38481951</c:v>
                </c:pt>
                <c:pt idx="575">
                  <c:v>-12.86486571</c:v>
                </c:pt>
                <c:pt idx="576">
                  <c:v>-12.86486571</c:v>
                </c:pt>
                <c:pt idx="577">
                  <c:v>-13.35473848</c:v>
                </c:pt>
                <c:pt idx="578">
                  <c:v>-13.35473848</c:v>
                </c:pt>
                <c:pt idx="579">
                  <c:v>-13.85447464</c:v>
                </c:pt>
                <c:pt idx="580">
                  <c:v>-13.85447464</c:v>
                </c:pt>
                <c:pt idx="581">
                  <c:v>-14.36397206</c:v>
                </c:pt>
                <c:pt idx="582">
                  <c:v>-14.36397206</c:v>
                </c:pt>
                <c:pt idx="583">
                  <c:v>-14.88325223</c:v>
                </c:pt>
                <c:pt idx="584">
                  <c:v>-14.88325223</c:v>
                </c:pt>
                <c:pt idx="585">
                  <c:v>-15.41225583</c:v>
                </c:pt>
                <c:pt idx="586">
                  <c:v>-15.41225583</c:v>
                </c:pt>
                <c:pt idx="587">
                  <c:v>-15.95098213</c:v>
                </c:pt>
                <c:pt idx="588">
                  <c:v>-15.95098213</c:v>
                </c:pt>
                <c:pt idx="589">
                  <c:v>-16.49944837</c:v>
                </c:pt>
                <c:pt idx="590">
                  <c:v>-16.49944837</c:v>
                </c:pt>
                <c:pt idx="591">
                  <c:v>-17.05761743</c:v>
                </c:pt>
                <c:pt idx="592">
                  <c:v>-17.05761743</c:v>
                </c:pt>
                <c:pt idx="593">
                  <c:v>-17.62549105</c:v>
                </c:pt>
                <c:pt idx="594">
                  <c:v>-17.62549105</c:v>
                </c:pt>
                <c:pt idx="595">
                  <c:v>-18.20304377</c:v>
                </c:pt>
                <c:pt idx="596">
                  <c:v>-18.20304377</c:v>
                </c:pt>
                <c:pt idx="597">
                  <c:v>-18.79024234</c:v>
                </c:pt>
                <c:pt idx="598">
                  <c:v>-18.79024234</c:v>
                </c:pt>
                <c:pt idx="599">
                  <c:v>-19.38711932</c:v>
                </c:pt>
                <c:pt idx="600">
                  <c:v>-19.38711932</c:v>
                </c:pt>
                <c:pt idx="601">
                  <c:v>-19.99364947</c:v>
                </c:pt>
                <c:pt idx="602">
                  <c:v>-19.99364947</c:v>
                </c:pt>
                <c:pt idx="603">
                  <c:v>-20.60983137</c:v>
                </c:pt>
                <c:pt idx="604">
                  <c:v>-20.60983137</c:v>
                </c:pt>
                <c:pt idx="605">
                  <c:v>-21.23564115</c:v>
                </c:pt>
                <c:pt idx="606">
                  <c:v>-21.23564115</c:v>
                </c:pt>
                <c:pt idx="607">
                  <c:v>-21.87107095</c:v>
                </c:pt>
                <c:pt idx="608">
                  <c:v>-21.87107095</c:v>
                </c:pt>
                <c:pt idx="609">
                  <c:v>-22.51614992</c:v>
                </c:pt>
                <c:pt idx="610">
                  <c:v>-22.51614992</c:v>
                </c:pt>
                <c:pt idx="611">
                  <c:v>-23.17085685</c:v>
                </c:pt>
                <c:pt idx="612">
                  <c:v>-23.17085685</c:v>
                </c:pt>
                <c:pt idx="613">
                  <c:v>-23.83514435</c:v>
                </c:pt>
                <c:pt idx="614">
                  <c:v>-23.83514435</c:v>
                </c:pt>
                <c:pt idx="615">
                  <c:v>-24.50905745</c:v>
                </c:pt>
                <c:pt idx="616">
                  <c:v>-24.50905745</c:v>
                </c:pt>
                <c:pt idx="617">
                  <c:v>-25.1925808</c:v>
                </c:pt>
                <c:pt idx="618">
                  <c:v>-25.1925808</c:v>
                </c:pt>
                <c:pt idx="619">
                  <c:v>-25.88571609</c:v>
                </c:pt>
                <c:pt idx="620">
                  <c:v>-25.88571609</c:v>
                </c:pt>
                <c:pt idx="621">
                  <c:v>-26.58845313</c:v>
                </c:pt>
                <c:pt idx="622">
                  <c:v>-26.58845313</c:v>
                </c:pt>
                <c:pt idx="623">
                  <c:v>-27.30079085</c:v>
                </c:pt>
                <c:pt idx="624">
                  <c:v>-27.30079085</c:v>
                </c:pt>
                <c:pt idx="625">
                  <c:v>-28.02270439</c:v>
                </c:pt>
                <c:pt idx="626">
                  <c:v>-28.02270439</c:v>
                </c:pt>
                <c:pt idx="627">
                  <c:v>-28.75424793</c:v>
                </c:pt>
                <c:pt idx="628">
                  <c:v>-28.75424793</c:v>
                </c:pt>
                <c:pt idx="629">
                  <c:v>-29.49540083</c:v>
                </c:pt>
                <c:pt idx="630">
                  <c:v>-29.49540083</c:v>
                </c:pt>
                <c:pt idx="631">
                  <c:v>-30.24612717</c:v>
                </c:pt>
                <c:pt idx="632">
                  <c:v>-30.24612717</c:v>
                </c:pt>
                <c:pt idx="633">
                  <c:v>-31.00649646</c:v>
                </c:pt>
                <c:pt idx="634">
                  <c:v>-31.00649646</c:v>
                </c:pt>
                <c:pt idx="635">
                  <c:v>-31.77647706</c:v>
                </c:pt>
                <c:pt idx="636">
                  <c:v>-31.77647706</c:v>
                </c:pt>
                <c:pt idx="637">
                  <c:v>-32.55604138</c:v>
                </c:pt>
                <c:pt idx="638">
                  <c:v>-32.55604138</c:v>
                </c:pt>
                <c:pt idx="639">
                  <c:v>-33.34520769</c:v>
                </c:pt>
                <c:pt idx="640">
                  <c:v>-33.34520769</c:v>
                </c:pt>
                <c:pt idx="641">
                  <c:v>-32.75958516</c:v>
                </c:pt>
                <c:pt idx="642">
                  <c:v>-32.75958516</c:v>
                </c:pt>
                <c:pt idx="643">
                  <c:v>-32.18833872</c:v>
                </c:pt>
                <c:pt idx="644">
                  <c:v>-32.18833872</c:v>
                </c:pt>
                <c:pt idx="645">
                  <c:v>-31.63126367</c:v>
                </c:pt>
                <c:pt idx="646">
                  <c:v>-31.63126367</c:v>
                </c:pt>
                <c:pt idx="647">
                  <c:v>-31.08822843</c:v>
                </c:pt>
                <c:pt idx="648">
                  <c:v>-31.08822843</c:v>
                </c:pt>
                <c:pt idx="649">
                  <c:v>-30.55899967</c:v>
                </c:pt>
                <c:pt idx="650">
                  <c:v>-30.55899967</c:v>
                </c:pt>
                <c:pt idx="651">
                  <c:v>-30.04343156</c:v>
                </c:pt>
                <c:pt idx="652">
                  <c:v>-30.04343156</c:v>
                </c:pt>
                <c:pt idx="653">
                  <c:v>-29.54132118</c:v>
                </c:pt>
                <c:pt idx="654">
                  <c:v>-29.54132118</c:v>
                </c:pt>
                <c:pt idx="655">
                  <c:v>-29.0525363</c:v>
                </c:pt>
                <c:pt idx="656">
                  <c:v>-29.0525363</c:v>
                </c:pt>
                <c:pt idx="657">
                  <c:v>-28.57685347</c:v>
                </c:pt>
                <c:pt idx="658">
                  <c:v>-28.57685347</c:v>
                </c:pt>
                <c:pt idx="659">
                  <c:v>-28.1141365</c:v>
                </c:pt>
                <c:pt idx="660">
                  <c:v>-28.1141365</c:v>
                </c:pt>
                <c:pt idx="661">
                  <c:v>-27.6642202</c:v>
                </c:pt>
                <c:pt idx="662">
                  <c:v>-27.6642202</c:v>
                </c:pt>
                <c:pt idx="663">
                  <c:v>-27.22692024</c:v>
                </c:pt>
                <c:pt idx="664">
                  <c:v>-27.22692024</c:v>
                </c:pt>
                <c:pt idx="665">
                  <c:v>-26.80207564</c:v>
                </c:pt>
                <c:pt idx="666">
                  <c:v>-26.80207564</c:v>
                </c:pt>
                <c:pt idx="667">
                  <c:v>-26.38952097</c:v>
                </c:pt>
                <c:pt idx="668">
                  <c:v>-26.38952097</c:v>
                </c:pt>
                <c:pt idx="669">
                  <c:v>-25.98909106</c:v>
                </c:pt>
                <c:pt idx="670">
                  <c:v>-25.98909106</c:v>
                </c:pt>
                <c:pt idx="671">
                  <c:v>-25.60065075</c:v>
                </c:pt>
                <c:pt idx="672">
                  <c:v>-25.60065075</c:v>
                </c:pt>
                <c:pt idx="673">
                  <c:v>-25.22399147</c:v>
                </c:pt>
                <c:pt idx="674">
                  <c:v>-25.22399147</c:v>
                </c:pt>
                <c:pt idx="675">
                  <c:v>-24.85898962</c:v>
                </c:pt>
                <c:pt idx="676">
                  <c:v>-24.85898962</c:v>
                </c:pt>
                <c:pt idx="677">
                  <c:v>-24.5054639</c:v>
                </c:pt>
                <c:pt idx="678">
                  <c:v>-24.5054639</c:v>
                </c:pt>
                <c:pt idx="679">
                  <c:v>-24.16326568</c:v>
                </c:pt>
                <c:pt idx="680">
                  <c:v>-24.16326568</c:v>
                </c:pt>
                <c:pt idx="681">
                  <c:v>-23.83222199</c:v>
                </c:pt>
                <c:pt idx="682">
                  <c:v>-23.83222199</c:v>
                </c:pt>
                <c:pt idx="683">
                  <c:v>-23.51217108</c:v>
                </c:pt>
                <c:pt idx="684">
                  <c:v>-23.51217108</c:v>
                </c:pt>
                <c:pt idx="685">
                  <c:v>-23.20295069</c:v>
                </c:pt>
                <c:pt idx="686">
                  <c:v>-23.20295069</c:v>
                </c:pt>
                <c:pt idx="687">
                  <c:v>-22.90439223</c:v>
                </c:pt>
                <c:pt idx="688">
                  <c:v>-22.90439223</c:v>
                </c:pt>
                <c:pt idx="689">
                  <c:v>-22.61632991</c:v>
                </c:pt>
                <c:pt idx="690">
                  <c:v>-22.61632991</c:v>
                </c:pt>
                <c:pt idx="691">
                  <c:v>-22.33858705</c:v>
                </c:pt>
                <c:pt idx="692">
                  <c:v>-22.33858705</c:v>
                </c:pt>
                <c:pt idx="693">
                  <c:v>-22.07098138</c:v>
                </c:pt>
                <c:pt idx="694">
                  <c:v>-22.07098138</c:v>
                </c:pt>
                <c:pt idx="695">
                  <c:v>-21.813327</c:v>
                </c:pt>
                <c:pt idx="696">
                  <c:v>-21.813327</c:v>
                </c:pt>
                <c:pt idx="697">
                  <c:v>-21.5654177</c:v>
                </c:pt>
                <c:pt idx="698">
                  <c:v>-21.5654177</c:v>
                </c:pt>
                <c:pt idx="699">
                  <c:v>-21.32645802</c:v>
                </c:pt>
                <c:pt idx="700">
                  <c:v>-21.32645802</c:v>
                </c:pt>
                <c:pt idx="701">
                  <c:v>-21.08949738</c:v>
                </c:pt>
                <c:pt idx="702">
                  <c:v>-21.08949738</c:v>
                </c:pt>
                <c:pt idx="703">
                  <c:v>-20.85253673</c:v>
                </c:pt>
                <c:pt idx="704">
                  <c:v>-20.85253673</c:v>
                </c:pt>
                <c:pt idx="705">
                  <c:v>-20.61557609</c:v>
                </c:pt>
                <c:pt idx="706">
                  <c:v>-20.61557609</c:v>
                </c:pt>
                <c:pt idx="707">
                  <c:v>-20.37861544</c:v>
                </c:pt>
                <c:pt idx="708">
                  <c:v>-20.37861544</c:v>
                </c:pt>
                <c:pt idx="709">
                  <c:v>-20.1416548</c:v>
                </c:pt>
                <c:pt idx="710">
                  <c:v>-20.1416548</c:v>
                </c:pt>
                <c:pt idx="711">
                  <c:v>-19.90469416</c:v>
                </c:pt>
                <c:pt idx="712">
                  <c:v>-19.90469416</c:v>
                </c:pt>
                <c:pt idx="713">
                  <c:v>-19.66773351</c:v>
                </c:pt>
                <c:pt idx="714">
                  <c:v>-19.66773351</c:v>
                </c:pt>
                <c:pt idx="715">
                  <c:v>-19.43077287</c:v>
                </c:pt>
                <c:pt idx="716">
                  <c:v>-19.43077287</c:v>
                </c:pt>
                <c:pt idx="717">
                  <c:v>-19.19381222</c:v>
                </c:pt>
                <c:pt idx="718">
                  <c:v>-19.19381222</c:v>
                </c:pt>
                <c:pt idx="719">
                  <c:v>-18.95685158</c:v>
                </c:pt>
                <c:pt idx="720">
                  <c:v>-18.95685158</c:v>
                </c:pt>
                <c:pt idx="721">
                  <c:v>-18.71989093</c:v>
                </c:pt>
                <c:pt idx="722">
                  <c:v>-18.71989093</c:v>
                </c:pt>
                <c:pt idx="723">
                  <c:v>-18.48293029</c:v>
                </c:pt>
                <c:pt idx="724">
                  <c:v>-18.48293029</c:v>
                </c:pt>
                <c:pt idx="725">
                  <c:v>-18.24596964</c:v>
                </c:pt>
                <c:pt idx="726">
                  <c:v>-18.24596964</c:v>
                </c:pt>
                <c:pt idx="727">
                  <c:v>-18.009009</c:v>
                </c:pt>
                <c:pt idx="728">
                  <c:v>-18.009009</c:v>
                </c:pt>
                <c:pt idx="729">
                  <c:v>-17.77204836</c:v>
                </c:pt>
                <c:pt idx="730">
                  <c:v>-17.77204836</c:v>
                </c:pt>
                <c:pt idx="731">
                  <c:v>-17.53508771</c:v>
                </c:pt>
                <c:pt idx="732">
                  <c:v>-17.53508771</c:v>
                </c:pt>
                <c:pt idx="733">
                  <c:v>-17.29812707</c:v>
                </c:pt>
                <c:pt idx="734">
                  <c:v>-17.29812707</c:v>
                </c:pt>
                <c:pt idx="735">
                  <c:v>-17.06116642</c:v>
                </c:pt>
                <c:pt idx="736">
                  <c:v>-17.06116642</c:v>
                </c:pt>
                <c:pt idx="737">
                  <c:v>-16.82420578</c:v>
                </c:pt>
                <c:pt idx="738">
                  <c:v>-16.82420578</c:v>
                </c:pt>
                <c:pt idx="739">
                  <c:v>-16.58724513</c:v>
                </c:pt>
                <c:pt idx="740">
                  <c:v>-16.58724513</c:v>
                </c:pt>
                <c:pt idx="741">
                  <c:v>-16.35028449</c:v>
                </c:pt>
                <c:pt idx="742">
                  <c:v>-16.35028449</c:v>
                </c:pt>
                <c:pt idx="743">
                  <c:v>-16.11332384</c:v>
                </c:pt>
                <c:pt idx="744">
                  <c:v>-16.11332384</c:v>
                </c:pt>
                <c:pt idx="745">
                  <c:v>-15.8763632</c:v>
                </c:pt>
                <c:pt idx="746">
                  <c:v>-15.8763632</c:v>
                </c:pt>
                <c:pt idx="747">
                  <c:v>-15.63940255</c:v>
                </c:pt>
                <c:pt idx="748">
                  <c:v>-15.63940255</c:v>
                </c:pt>
                <c:pt idx="749">
                  <c:v>-15.40244191</c:v>
                </c:pt>
                <c:pt idx="750">
                  <c:v>-15.40244191</c:v>
                </c:pt>
                <c:pt idx="751">
                  <c:v>-15.16548126</c:v>
                </c:pt>
                <c:pt idx="752">
                  <c:v>-15.16548126</c:v>
                </c:pt>
                <c:pt idx="753">
                  <c:v>-14.92852062</c:v>
                </c:pt>
                <c:pt idx="754">
                  <c:v>-14.92852062</c:v>
                </c:pt>
                <c:pt idx="755">
                  <c:v>-14.69155998</c:v>
                </c:pt>
                <c:pt idx="756">
                  <c:v>-14.69155998</c:v>
                </c:pt>
                <c:pt idx="757">
                  <c:v>-14.45459933</c:v>
                </c:pt>
                <c:pt idx="758">
                  <c:v>-14.45459933</c:v>
                </c:pt>
                <c:pt idx="759">
                  <c:v>-14.21763869</c:v>
                </c:pt>
                <c:pt idx="760">
                  <c:v>-14.21763869</c:v>
                </c:pt>
                <c:pt idx="761">
                  <c:v>-13.98067804</c:v>
                </c:pt>
                <c:pt idx="762">
                  <c:v>-13.98067804</c:v>
                </c:pt>
                <c:pt idx="763">
                  <c:v>-13.7437174</c:v>
                </c:pt>
                <c:pt idx="764">
                  <c:v>-13.7437174</c:v>
                </c:pt>
                <c:pt idx="765">
                  <c:v>-13.50675675</c:v>
                </c:pt>
                <c:pt idx="766">
                  <c:v>-13.50675675</c:v>
                </c:pt>
                <c:pt idx="767">
                  <c:v>-13.26979611</c:v>
                </c:pt>
                <c:pt idx="768">
                  <c:v>-13.26979611</c:v>
                </c:pt>
                <c:pt idx="769">
                  <c:v>-13.03283546</c:v>
                </c:pt>
                <c:pt idx="770">
                  <c:v>-13.03283546</c:v>
                </c:pt>
                <c:pt idx="771">
                  <c:v>-12.79587482</c:v>
                </c:pt>
                <c:pt idx="772">
                  <c:v>-12.79587482</c:v>
                </c:pt>
                <c:pt idx="773">
                  <c:v>-12.55891417</c:v>
                </c:pt>
                <c:pt idx="774">
                  <c:v>-12.55891417</c:v>
                </c:pt>
                <c:pt idx="775">
                  <c:v>-12.32195353</c:v>
                </c:pt>
                <c:pt idx="776">
                  <c:v>-12.32195353</c:v>
                </c:pt>
                <c:pt idx="777">
                  <c:v>-12.08499288</c:v>
                </c:pt>
                <c:pt idx="778">
                  <c:v>-12.08499288</c:v>
                </c:pt>
                <c:pt idx="779">
                  <c:v>-11.84803224</c:v>
                </c:pt>
                <c:pt idx="780">
                  <c:v>-11.84803224</c:v>
                </c:pt>
                <c:pt idx="781">
                  <c:v>-11.61107159</c:v>
                </c:pt>
                <c:pt idx="782">
                  <c:v>-11.61107159</c:v>
                </c:pt>
                <c:pt idx="783">
                  <c:v>-11.37411095</c:v>
                </c:pt>
                <c:pt idx="784">
                  <c:v>-11.37411095</c:v>
                </c:pt>
                <c:pt idx="785">
                  <c:v>-11.1371503</c:v>
                </c:pt>
                <c:pt idx="786">
                  <c:v>-11.1371503</c:v>
                </c:pt>
                <c:pt idx="787">
                  <c:v>-10.90018966</c:v>
                </c:pt>
                <c:pt idx="788">
                  <c:v>-10.90018966</c:v>
                </c:pt>
                <c:pt idx="789">
                  <c:v>-10.66322901</c:v>
                </c:pt>
                <c:pt idx="790">
                  <c:v>-10.66322901</c:v>
                </c:pt>
                <c:pt idx="791">
                  <c:v>-10.42626837</c:v>
                </c:pt>
                <c:pt idx="792">
                  <c:v>-10.42626837</c:v>
                </c:pt>
                <c:pt idx="793">
                  <c:v>-10.18930772</c:v>
                </c:pt>
                <c:pt idx="794">
                  <c:v>-10.18930772</c:v>
                </c:pt>
                <c:pt idx="795">
                  <c:v>-9.952347079999999</c:v>
                </c:pt>
                <c:pt idx="796">
                  <c:v>-9.952347079999999</c:v>
                </c:pt>
                <c:pt idx="797">
                  <c:v>-9.71538644</c:v>
                </c:pt>
                <c:pt idx="798">
                  <c:v>-9.71538644</c:v>
                </c:pt>
                <c:pt idx="799">
                  <c:v>-9.478425789999999</c:v>
                </c:pt>
                <c:pt idx="800">
                  <c:v>-9.478425789999999</c:v>
                </c:pt>
                <c:pt idx="801">
                  <c:v>-9.24146515</c:v>
                </c:pt>
                <c:pt idx="802">
                  <c:v>-9.24146515</c:v>
                </c:pt>
                <c:pt idx="803">
                  <c:v>-9.004504499999999</c:v>
                </c:pt>
                <c:pt idx="804">
                  <c:v>-9.004504499999999</c:v>
                </c:pt>
                <c:pt idx="805">
                  <c:v>-8.76754386</c:v>
                </c:pt>
                <c:pt idx="806">
                  <c:v>-8.76754386</c:v>
                </c:pt>
                <c:pt idx="807">
                  <c:v>-8.53058321</c:v>
                </c:pt>
                <c:pt idx="808">
                  <c:v>-8.53058321</c:v>
                </c:pt>
                <c:pt idx="809">
                  <c:v>-8.29362257</c:v>
                </c:pt>
                <c:pt idx="810">
                  <c:v>-8.29362257</c:v>
                </c:pt>
                <c:pt idx="811">
                  <c:v>-8.05666192</c:v>
                </c:pt>
                <c:pt idx="812">
                  <c:v>-8.05666192</c:v>
                </c:pt>
                <c:pt idx="813">
                  <c:v>-7.81970128</c:v>
                </c:pt>
                <c:pt idx="814">
                  <c:v>-7.81970128</c:v>
                </c:pt>
                <c:pt idx="815">
                  <c:v>-7.58274063</c:v>
                </c:pt>
                <c:pt idx="816">
                  <c:v>-7.58274063</c:v>
                </c:pt>
                <c:pt idx="817">
                  <c:v>-7.34577999</c:v>
                </c:pt>
                <c:pt idx="818">
                  <c:v>-7.34577999</c:v>
                </c:pt>
                <c:pt idx="819">
                  <c:v>-7.10881934</c:v>
                </c:pt>
                <c:pt idx="820">
                  <c:v>-7.10881934</c:v>
                </c:pt>
                <c:pt idx="821">
                  <c:v>-6.8718587</c:v>
                </c:pt>
                <c:pt idx="822">
                  <c:v>-6.8718587</c:v>
                </c:pt>
                <c:pt idx="823">
                  <c:v>-6.63489805</c:v>
                </c:pt>
                <c:pt idx="824">
                  <c:v>-6.63489805</c:v>
                </c:pt>
                <c:pt idx="825">
                  <c:v>-6.39793741</c:v>
                </c:pt>
                <c:pt idx="826">
                  <c:v>-6.39793741</c:v>
                </c:pt>
                <c:pt idx="827">
                  <c:v>-6.16097676</c:v>
                </c:pt>
                <c:pt idx="828">
                  <c:v>-6.16097676</c:v>
                </c:pt>
                <c:pt idx="829">
                  <c:v>-5.92401612</c:v>
                </c:pt>
                <c:pt idx="830">
                  <c:v>-5.92401612</c:v>
                </c:pt>
                <c:pt idx="831">
                  <c:v>-5.68705547</c:v>
                </c:pt>
                <c:pt idx="832">
                  <c:v>-5.68705547</c:v>
                </c:pt>
                <c:pt idx="833">
                  <c:v>-5.45009483</c:v>
                </c:pt>
                <c:pt idx="834">
                  <c:v>-5.45009483</c:v>
                </c:pt>
                <c:pt idx="835">
                  <c:v>-5.21313418</c:v>
                </c:pt>
                <c:pt idx="836">
                  <c:v>-5.21313418</c:v>
                </c:pt>
                <c:pt idx="837">
                  <c:v>-4.97617354</c:v>
                </c:pt>
                <c:pt idx="838">
                  <c:v>-4.97617354</c:v>
                </c:pt>
                <c:pt idx="839">
                  <c:v>-4.73921289</c:v>
                </c:pt>
                <c:pt idx="840">
                  <c:v>-4.73921289</c:v>
                </c:pt>
                <c:pt idx="841">
                  <c:v>-4.50225225</c:v>
                </c:pt>
                <c:pt idx="842">
                  <c:v>-4.50225225</c:v>
                </c:pt>
                <c:pt idx="843">
                  <c:v>-4.26529161</c:v>
                </c:pt>
                <c:pt idx="844">
                  <c:v>-4.26529161</c:v>
                </c:pt>
                <c:pt idx="845">
                  <c:v>-4.02833096</c:v>
                </c:pt>
                <c:pt idx="846">
                  <c:v>-4.02833096</c:v>
                </c:pt>
                <c:pt idx="847">
                  <c:v>-3.79137032</c:v>
                </c:pt>
                <c:pt idx="848">
                  <c:v>-3.79137032</c:v>
                </c:pt>
                <c:pt idx="849">
                  <c:v>-3.55440967</c:v>
                </c:pt>
                <c:pt idx="850">
                  <c:v>-3.55440967</c:v>
                </c:pt>
                <c:pt idx="851">
                  <c:v>-3.31744903</c:v>
                </c:pt>
                <c:pt idx="852">
                  <c:v>-3.31744903</c:v>
                </c:pt>
                <c:pt idx="853">
                  <c:v>-3.08048838</c:v>
                </c:pt>
                <c:pt idx="854">
                  <c:v>-3.08048838</c:v>
                </c:pt>
                <c:pt idx="855">
                  <c:v>-2.84352774</c:v>
                </c:pt>
                <c:pt idx="856">
                  <c:v>-2.84352774</c:v>
                </c:pt>
                <c:pt idx="857">
                  <c:v>-2.60656709</c:v>
                </c:pt>
                <c:pt idx="858">
                  <c:v>-2.60656709</c:v>
                </c:pt>
                <c:pt idx="859">
                  <c:v>-2.36960645</c:v>
                </c:pt>
                <c:pt idx="860">
                  <c:v>-2.36960645</c:v>
                </c:pt>
                <c:pt idx="861">
                  <c:v>-2.1326458</c:v>
                </c:pt>
                <c:pt idx="862">
                  <c:v>-2.1326458</c:v>
                </c:pt>
                <c:pt idx="863">
                  <c:v>-1.89568516</c:v>
                </c:pt>
                <c:pt idx="864">
                  <c:v>-1.89568516</c:v>
                </c:pt>
                <c:pt idx="865">
                  <c:v>-1.65872451</c:v>
                </c:pt>
                <c:pt idx="866">
                  <c:v>-1.65872451</c:v>
                </c:pt>
                <c:pt idx="867">
                  <c:v>-1.42176387</c:v>
                </c:pt>
                <c:pt idx="868">
                  <c:v>-1.42176387</c:v>
                </c:pt>
                <c:pt idx="869">
                  <c:v>-1.18480322</c:v>
                </c:pt>
                <c:pt idx="870">
                  <c:v>-1.18480322</c:v>
                </c:pt>
                <c:pt idx="871">
                  <c:v>-0.94784258</c:v>
                </c:pt>
                <c:pt idx="872">
                  <c:v>-0.94784258</c:v>
                </c:pt>
                <c:pt idx="873">
                  <c:v>-0.71088193</c:v>
                </c:pt>
                <c:pt idx="874">
                  <c:v>-0.71088193</c:v>
                </c:pt>
                <c:pt idx="875">
                  <c:v>-0.47392129</c:v>
                </c:pt>
                <c:pt idx="876">
                  <c:v>-0.47392129</c:v>
                </c:pt>
                <c:pt idx="877">
                  <c:v>-0.23696064</c:v>
                </c:pt>
                <c:pt idx="878">
                  <c:v>-0.23696064</c:v>
                </c:pt>
                <c:pt idx="879">
                  <c:v>-0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纵向坐标 x / 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弯矩 / (MN·m)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最大值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Sheet1!$A$2:$A$881</c:f>
              <c:numCache>
                <c:formatCode>General</c:formatCode>
                <c:ptCount val="880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</c:numCache>
            </c:numRef>
          </c:xVal>
          <c:yVal>
            <c:numRef>
              <c:f>Sheet1!$B$2:$B$881</c:f>
              <c:numCache>
                <c:formatCode>General</c:formatCode>
                <c:ptCount val="880"/>
                <c:pt idx="0">
                  <c:v>0</c:v>
                </c:pt>
                <c:pt idx="1">
                  <c:v>3.41103829</c:v>
                </c:pt>
                <c:pt idx="2">
                  <c:v>3.41103829</c:v>
                </c:pt>
                <c:pt idx="3">
                  <c:v>6.72303743</c:v>
                </c:pt>
                <c:pt idx="4">
                  <c:v>6.72303743</c:v>
                </c:pt>
                <c:pt idx="5">
                  <c:v>9.93598225</c:v>
                </c:pt>
                <c:pt idx="6">
                  <c:v>9.93598225</c:v>
                </c:pt>
                <c:pt idx="7">
                  <c:v>13.04985098</c:v>
                </c:pt>
                <c:pt idx="8">
                  <c:v>13.04985098</c:v>
                </c:pt>
                <c:pt idx="9">
                  <c:v>16.06461615</c:v>
                </c:pt>
                <c:pt idx="10">
                  <c:v>16.06461615</c:v>
                </c:pt>
                <c:pt idx="11">
                  <c:v>18.98024519</c:v>
                </c:pt>
                <c:pt idx="12">
                  <c:v>18.98024519</c:v>
                </c:pt>
                <c:pt idx="13">
                  <c:v>21.79670079</c:v>
                </c:pt>
                <c:pt idx="14">
                  <c:v>21.79670079</c:v>
                </c:pt>
                <c:pt idx="15">
                  <c:v>24.51394114</c:v>
                </c:pt>
                <c:pt idx="16">
                  <c:v>24.51394114</c:v>
                </c:pt>
                <c:pt idx="17">
                  <c:v>27.13192016</c:v>
                </c:pt>
                <c:pt idx="18">
                  <c:v>27.13192016</c:v>
                </c:pt>
                <c:pt idx="19">
                  <c:v>29.65058756</c:v>
                </c:pt>
                <c:pt idx="20">
                  <c:v>29.65058756</c:v>
                </c:pt>
                <c:pt idx="21">
                  <c:v>32.06988897</c:v>
                </c:pt>
                <c:pt idx="22">
                  <c:v>32.06988897</c:v>
                </c:pt>
                <c:pt idx="23">
                  <c:v>34.38976593</c:v>
                </c:pt>
                <c:pt idx="24">
                  <c:v>34.38976593</c:v>
                </c:pt>
                <c:pt idx="25">
                  <c:v>36.61015595</c:v>
                </c:pt>
                <c:pt idx="26">
                  <c:v>36.61015595</c:v>
                </c:pt>
                <c:pt idx="27">
                  <c:v>38.73099245</c:v>
                </c:pt>
                <c:pt idx="28">
                  <c:v>38.73099245</c:v>
                </c:pt>
                <c:pt idx="29">
                  <c:v>40.75220478</c:v>
                </c:pt>
                <c:pt idx="30">
                  <c:v>40.75220478</c:v>
                </c:pt>
                <c:pt idx="31">
                  <c:v>42.67371809</c:v>
                </c:pt>
                <c:pt idx="32">
                  <c:v>42.67371809</c:v>
                </c:pt>
                <c:pt idx="33">
                  <c:v>44.49545335</c:v>
                </c:pt>
                <c:pt idx="34">
                  <c:v>44.49545335</c:v>
                </c:pt>
                <c:pt idx="35">
                  <c:v>46.21732718</c:v>
                </c:pt>
                <c:pt idx="36">
                  <c:v>46.21732718</c:v>
                </c:pt>
                <c:pt idx="37">
                  <c:v>47.83925182</c:v>
                </c:pt>
                <c:pt idx="38">
                  <c:v>47.83925182</c:v>
                </c:pt>
                <c:pt idx="39">
                  <c:v>49.36113499</c:v>
                </c:pt>
                <c:pt idx="40">
                  <c:v>49.36113499</c:v>
                </c:pt>
                <c:pt idx="41">
                  <c:v>50.78287978</c:v>
                </c:pt>
                <c:pt idx="42">
                  <c:v>50.78287978</c:v>
                </c:pt>
                <c:pt idx="43">
                  <c:v>52.10438452</c:v>
                </c:pt>
                <c:pt idx="44">
                  <c:v>52.10438452</c:v>
                </c:pt>
                <c:pt idx="45">
                  <c:v>53.3255427</c:v>
                </c:pt>
                <c:pt idx="46">
                  <c:v>53.3255427</c:v>
                </c:pt>
                <c:pt idx="47">
                  <c:v>54.44624276</c:v>
                </c:pt>
                <c:pt idx="48">
                  <c:v>54.44624276</c:v>
                </c:pt>
                <c:pt idx="49">
                  <c:v>55.466368</c:v>
                </c:pt>
                <c:pt idx="50">
                  <c:v>55.466368</c:v>
                </c:pt>
                <c:pt idx="51">
                  <c:v>56.38579642</c:v>
                </c:pt>
                <c:pt idx="52">
                  <c:v>56.38579642</c:v>
                </c:pt>
                <c:pt idx="53">
                  <c:v>57.20440058</c:v>
                </c:pt>
                <c:pt idx="54">
                  <c:v>57.20440058</c:v>
                </c:pt>
                <c:pt idx="55">
                  <c:v>57.92204746</c:v>
                </c:pt>
                <c:pt idx="56">
                  <c:v>57.92204746</c:v>
                </c:pt>
                <c:pt idx="57">
                  <c:v>58.53859829</c:v>
                </c:pt>
                <c:pt idx="58">
                  <c:v>58.53859829</c:v>
                </c:pt>
                <c:pt idx="59">
                  <c:v>59.05390838</c:v>
                </c:pt>
                <c:pt idx="60">
                  <c:v>59.05390838</c:v>
                </c:pt>
                <c:pt idx="61">
                  <c:v>59.46782703</c:v>
                </c:pt>
                <c:pt idx="62">
                  <c:v>59.46782703</c:v>
                </c:pt>
                <c:pt idx="63">
                  <c:v>59.78019732</c:v>
                </c:pt>
                <c:pt idx="64">
                  <c:v>59.78019732</c:v>
                </c:pt>
                <c:pt idx="65">
                  <c:v>59.99085599</c:v>
                </c:pt>
                <c:pt idx="66">
                  <c:v>59.99085599</c:v>
                </c:pt>
                <c:pt idx="67">
                  <c:v>60.09963327</c:v>
                </c:pt>
                <c:pt idx="68">
                  <c:v>60.09963327</c:v>
                </c:pt>
                <c:pt idx="69">
                  <c:v>60.10635275</c:v>
                </c:pt>
                <c:pt idx="70">
                  <c:v>60.10635275</c:v>
                </c:pt>
                <c:pt idx="71">
                  <c:v>60.01083119</c:v>
                </c:pt>
                <c:pt idx="72">
                  <c:v>60.01083119</c:v>
                </c:pt>
                <c:pt idx="73">
                  <c:v>59.81287842</c:v>
                </c:pt>
                <c:pt idx="74">
                  <c:v>59.81287842</c:v>
                </c:pt>
                <c:pt idx="75">
                  <c:v>59.51229717</c:v>
                </c:pt>
                <c:pt idx="76">
                  <c:v>59.51229717</c:v>
                </c:pt>
                <c:pt idx="77">
                  <c:v>59.10888295</c:v>
                </c:pt>
                <c:pt idx="78">
                  <c:v>59.10888295</c:v>
                </c:pt>
                <c:pt idx="79">
                  <c:v>58.60242386</c:v>
                </c:pt>
                <c:pt idx="80">
                  <c:v>58.60242386</c:v>
                </c:pt>
                <c:pt idx="81">
                  <c:v>57.99270051</c:v>
                </c:pt>
                <c:pt idx="82">
                  <c:v>57.99270051</c:v>
                </c:pt>
                <c:pt idx="83">
                  <c:v>57.27948585</c:v>
                </c:pt>
                <c:pt idx="84">
                  <c:v>57.27948585</c:v>
                </c:pt>
                <c:pt idx="85">
                  <c:v>56.46254505</c:v>
                </c:pt>
                <c:pt idx="86">
                  <c:v>56.46254505</c:v>
                </c:pt>
                <c:pt idx="87">
                  <c:v>55.54163536</c:v>
                </c:pt>
                <c:pt idx="88">
                  <c:v>55.54163536</c:v>
                </c:pt>
                <c:pt idx="89">
                  <c:v>54.51650599</c:v>
                </c:pt>
                <c:pt idx="90">
                  <c:v>54.51650599</c:v>
                </c:pt>
                <c:pt idx="91">
                  <c:v>53.38689801</c:v>
                </c:pt>
                <c:pt idx="92">
                  <c:v>53.38689801</c:v>
                </c:pt>
                <c:pt idx="93">
                  <c:v>52.15254417</c:v>
                </c:pt>
                <c:pt idx="94">
                  <c:v>52.15254417</c:v>
                </c:pt>
                <c:pt idx="95">
                  <c:v>50.81316888</c:v>
                </c:pt>
                <c:pt idx="96">
                  <c:v>50.81316888</c:v>
                </c:pt>
                <c:pt idx="97">
                  <c:v>49.36848797</c:v>
                </c:pt>
                <c:pt idx="98">
                  <c:v>49.36848797</c:v>
                </c:pt>
                <c:pt idx="99">
                  <c:v>47.81820869</c:v>
                </c:pt>
                <c:pt idx="100">
                  <c:v>47.81820869</c:v>
                </c:pt>
                <c:pt idx="101">
                  <c:v>46.16202956</c:v>
                </c:pt>
                <c:pt idx="102">
                  <c:v>46.16202956</c:v>
                </c:pt>
                <c:pt idx="103">
                  <c:v>44.39964025</c:v>
                </c:pt>
                <c:pt idx="104">
                  <c:v>44.39964025</c:v>
                </c:pt>
                <c:pt idx="105">
                  <c:v>42.53072152</c:v>
                </c:pt>
                <c:pt idx="106">
                  <c:v>42.53072152</c:v>
                </c:pt>
                <c:pt idx="107">
                  <c:v>40.55494505</c:v>
                </c:pt>
                <c:pt idx="108">
                  <c:v>40.55494505</c:v>
                </c:pt>
                <c:pt idx="109">
                  <c:v>38.47197346</c:v>
                </c:pt>
                <c:pt idx="110">
                  <c:v>38.47197346</c:v>
                </c:pt>
                <c:pt idx="111">
                  <c:v>36.28981954</c:v>
                </c:pt>
                <c:pt idx="112">
                  <c:v>36.28981954</c:v>
                </c:pt>
                <c:pt idx="113">
                  <c:v>34.06711124</c:v>
                </c:pt>
                <c:pt idx="114">
                  <c:v>34.06711124</c:v>
                </c:pt>
                <c:pt idx="115">
                  <c:v>31.73879089</c:v>
                </c:pt>
                <c:pt idx="116">
                  <c:v>31.73879089</c:v>
                </c:pt>
                <c:pt idx="117">
                  <c:v>29.30448368</c:v>
                </c:pt>
                <c:pt idx="118">
                  <c:v>29.30448368</c:v>
                </c:pt>
                <c:pt idx="119">
                  <c:v>26.76380524</c:v>
                </c:pt>
                <c:pt idx="120">
                  <c:v>26.76380524</c:v>
                </c:pt>
                <c:pt idx="121">
                  <c:v>24.28794207</c:v>
                </c:pt>
                <c:pt idx="122">
                  <c:v>24.28794207</c:v>
                </c:pt>
                <c:pt idx="123">
                  <c:v>21.89939171</c:v>
                </c:pt>
                <c:pt idx="124">
                  <c:v>21.89939171</c:v>
                </c:pt>
                <c:pt idx="125">
                  <c:v>19.41635653</c:v>
                </c:pt>
                <c:pt idx="126">
                  <c:v>19.41635653</c:v>
                </c:pt>
                <c:pt idx="127">
                  <c:v>16.83850028</c:v>
                </c:pt>
                <c:pt idx="128">
                  <c:v>16.83850028</c:v>
                </c:pt>
                <c:pt idx="129">
                  <c:v>14.16547819</c:v>
                </c:pt>
                <c:pt idx="130">
                  <c:v>14.16547819</c:v>
                </c:pt>
                <c:pt idx="131">
                  <c:v>11.39693693</c:v>
                </c:pt>
                <c:pt idx="132">
                  <c:v>11.39693693</c:v>
                </c:pt>
                <c:pt idx="133">
                  <c:v>8.532514490000001</c:v>
                </c:pt>
                <c:pt idx="134">
                  <c:v>8.532514490000001</c:v>
                </c:pt>
                <c:pt idx="135">
                  <c:v>5.5718402</c:v>
                </c:pt>
                <c:pt idx="136">
                  <c:v>5.5718402</c:v>
                </c:pt>
                <c:pt idx="137">
                  <c:v>2.51453463</c:v>
                </c:pt>
                <c:pt idx="138">
                  <c:v>2.51453463</c:v>
                </c:pt>
                <c:pt idx="139">
                  <c:v>-0.63979047</c:v>
                </c:pt>
                <c:pt idx="140">
                  <c:v>-0.63979047</c:v>
                </c:pt>
                <c:pt idx="141">
                  <c:v>-3.8915322</c:v>
                </c:pt>
                <c:pt idx="142">
                  <c:v>-3.8915322</c:v>
                </c:pt>
                <c:pt idx="143">
                  <c:v>-7.24109653</c:v>
                </c:pt>
                <c:pt idx="144">
                  <c:v>-7.24109653</c:v>
                </c:pt>
                <c:pt idx="145">
                  <c:v>-10.68889842</c:v>
                </c:pt>
                <c:pt idx="146">
                  <c:v>-10.68889842</c:v>
                </c:pt>
                <c:pt idx="147">
                  <c:v>-14.23536184</c:v>
                </c:pt>
                <c:pt idx="148">
                  <c:v>-14.23536184</c:v>
                </c:pt>
                <c:pt idx="149">
                  <c:v>-17.88091976</c:v>
                </c:pt>
                <c:pt idx="150">
                  <c:v>-17.88091976</c:v>
                </c:pt>
                <c:pt idx="151">
                  <c:v>-21.62601429</c:v>
                </c:pt>
                <c:pt idx="152">
                  <c:v>-21.62601429</c:v>
                </c:pt>
                <c:pt idx="153">
                  <c:v>-25.47109664</c:v>
                </c:pt>
                <c:pt idx="154">
                  <c:v>-25.47109664</c:v>
                </c:pt>
                <c:pt idx="155">
                  <c:v>-29.41662723</c:v>
                </c:pt>
                <c:pt idx="156">
                  <c:v>-29.41662723</c:v>
                </c:pt>
                <c:pt idx="157">
                  <c:v>-33.46307568</c:v>
                </c:pt>
                <c:pt idx="158">
                  <c:v>-33.46307568</c:v>
                </c:pt>
                <c:pt idx="159">
                  <c:v>-37.61092089</c:v>
                </c:pt>
                <c:pt idx="160">
                  <c:v>-37.61092089</c:v>
                </c:pt>
                <c:pt idx="161">
                  <c:v>-41.86065105</c:v>
                </c:pt>
                <c:pt idx="162">
                  <c:v>-41.86065105</c:v>
                </c:pt>
                <c:pt idx="163">
                  <c:v>-46.2127637</c:v>
                </c:pt>
                <c:pt idx="164">
                  <c:v>-46.2127637</c:v>
                </c:pt>
                <c:pt idx="165">
                  <c:v>-50.66776578</c:v>
                </c:pt>
                <c:pt idx="166">
                  <c:v>-50.66776578</c:v>
                </c:pt>
                <c:pt idx="167">
                  <c:v>-55.22617365</c:v>
                </c:pt>
                <c:pt idx="168">
                  <c:v>-55.22617365</c:v>
                </c:pt>
                <c:pt idx="169">
                  <c:v>-59.88851311</c:v>
                </c:pt>
                <c:pt idx="170">
                  <c:v>-59.88851311</c:v>
                </c:pt>
                <c:pt idx="171">
                  <c:v>-64.65531951</c:v>
                </c:pt>
                <c:pt idx="172">
                  <c:v>-64.65531951</c:v>
                </c:pt>
                <c:pt idx="173">
                  <c:v>-69.52713769</c:v>
                </c:pt>
                <c:pt idx="174">
                  <c:v>-69.52713769</c:v>
                </c:pt>
                <c:pt idx="175">
                  <c:v>-74.50452214000001</c:v>
                </c:pt>
                <c:pt idx="176">
                  <c:v>-74.50452214000001</c:v>
                </c:pt>
                <c:pt idx="177">
                  <c:v>-79.58803690000001</c:v>
                </c:pt>
                <c:pt idx="178">
                  <c:v>-79.58803690000001</c:v>
                </c:pt>
                <c:pt idx="179">
                  <c:v>-84.77825573</c:v>
                </c:pt>
                <c:pt idx="180">
                  <c:v>-84.77825573</c:v>
                </c:pt>
                <c:pt idx="181">
                  <c:v>-90.0725296</c:v>
                </c:pt>
                <c:pt idx="182">
                  <c:v>-90.0725296</c:v>
                </c:pt>
                <c:pt idx="183">
                  <c:v>-95.46021260000001</c:v>
                </c:pt>
                <c:pt idx="184">
                  <c:v>-95.46021260000001</c:v>
                </c:pt>
                <c:pt idx="185">
                  <c:v>-100.94062142</c:v>
                </c:pt>
                <c:pt idx="186">
                  <c:v>-100.94062142</c:v>
                </c:pt>
                <c:pt idx="187">
                  <c:v>-106.51403537</c:v>
                </c:pt>
                <c:pt idx="188">
                  <c:v>-106.51403537</c:v>
                </c:pt>
                <c:pt idx="189">
                  <c:v>-112.18077648</c:v>
                </c:pt>
                <c:pt idx="190">
                  <c:v>-112.18077648</c:v>
                </c:pt>
                <c:pt idx="191">
                  <c:v>-117.94118252</c:v>
                </c:pt>
                <c:pt idx="192">
                  <c:v>-117.94118252</c:v>
                </c:pt>
                <c:pt idx="193">
                  <c:v>-123.79561026</c:v>
                </c:pt>
                <c:pt idx="194">
                  <c:v>-123.79561026</c:v>
                </c:pt>
                <c:pt idx="195">
                  <c:v>-129.74444402</c:v>
                </c:pt>
                <c:pt idx="196">
                  <c:v>-129.74444402</c:v>
                </c:pt>
                <c:pt idx="197">
                  <c:v>-135.78807368</c:v>
                </c:pt>
                <c:pt idx="198">
                  <c:v>-135.78807368</c:v>
                </c:pt>
                <c:pt idx="199">
                  <c:v>-141.92690932</c:v>
                </c:pt>
                <c:pt idx="200">
                  <c:v>-141.92690932</c:v>
                </c:pt>
                <c:pt idx="201">
                  <c:v>-148.16137201</c:v>
                </c:pt>
                <c:pt idx="202">
                  <c:v>-148.16137201</c:v>
                </c:pt>
                <c:pt idx="203">
                  <c:v>-154.4918748</c:v>
                </c:pt>
                <c:pt idx="204">
                  <c:v>-154.4918748</c:v>
                </c:pt>
                <c:pt idx="205">
                  <c:v>-160.91888025</c:v>
                </c:pt>
                <c:pt idx="206">
                  <c:v>-160.91888025</c:v>
                </c:pt>
                <c:pt idx="207">
                  <c:v>-167.44280836</c:v>
                </c:pt>
                <c:pt idx="208">
                  <c:v>-167.44280836</c:v>
                </c:pt>
                <c:pt idx="209">
                  <c:v>-174.06418271</c:v>
                </c:pt>
                <c:pt idx="210">
                  <c:v>-174.06418271</c:v>
                </c:pt>
                <c:pt idx="211">
                  <c:v>-180.78339974</c:v>
                </c:pt>
                <c:pt idx="212">
                  <c:v>-180.78339974</c:v>
                </c:pt>
                <c:pt idx="213">
                  <c:v>-187.60098501</c:v>
                </c:pt>
                <c:pt idx="214">
                  <c:v>-187.60098501</c:v>
                </c:pt>
                <c:pt idx="215">
                  <c:v>-194.51742591</c:v>
                </c:pt>
                <c:pt idx="216">
                  <c:v>-194.51742591</c:v>
                </c:pt>
                <c:pt idx="217">
                  <c:v>-201.53321989</c:v>
                </c:pt>
                <c:pt idx="218">
                  <c:v>-201.53321989</c:v>
                </c:pt>
                <c:pt idx="219">
                  <c:v>-208.64888211</c:v>
                </c:pt>
                <c:pt idx="220">
                  <c:v>-208.64888211</c:v>
                </c:pt>
                <c:pt idx="221">
                  <c:v>-215.7323102</c:v>
                </c:pt>
                <c:pt idx="222">
                  <c:v>-215.7323102</c:v>
                </c:pt>
                <c:pt idx="223">
                  <c:v>-222.68058662</c:v>
                </c:pt>
                <c:pt idx="224">
                  <c:v>-222.68058662</c:v>
                </c:pt>
                <c:pt idx="225">
                  <c:v>-229.72626862</c:v>
                </c:pt>
                <c:pt idx="226">
                  <c:v>-229.72626862</c:v>
                </c:pt>
                <c:pt idx="227">
                  <c:v>-236.86984485</c:v>
                </c:pt>
                <c:pt idx="228">
                  <c:v>-236.86984485</c:v>
                </c:pt>
                <c:pt idx="229">
                  <c:v>-244.11196129</c:v>
                </c:pt>
                <c:pt idx="230">
                  <c:v>-244.11196129</c:v>
                </c:pt>
                <c:pt idx="231">
                  <c:v>-251.45315953</c:v>
                </c:pt>
                <c:pt idx="232">
                  <c:v>-251.45315953</c:v>
                </c:pt>
                <c:pt idx="233">
                  <c:v>-258.8940834</c:v>
                </c:pt>
                <c:pt idx="234">
                  <c:v>-258.8940834</c:v>
                </c:pt>
                <c:pt idx="235">
                  <c:v>-266.43524529</c:v>
                </c:pt>
                <c:pt idx="236">
                  <c:v>-266.43524529</c:v>
                </c:pt>
                <c:pt idx="237">
                  <c:v>-274.07733223</c:v>
                </c:pt>
                <c:pt idx="238">
                  <c:v>-274.07733223</c:v>
                </c:pt>
                <c:pt idx="239">
                  <c:v>-281.82092318</c:v>
                </c:pt>
                <c:pt idx="240">
                  <c:v>-281.82092318</c:v>
                </c:pt>
                <c:pt idx="241">
                  <c:v>-273.77371523</c:v>
                </c:pt>
                <c:pt idx="242">
                  <c:v>-273.77371523</c:v>
                </c:pt>
                <c:pt idx="243">
                  <c:v>-265.8378617</c:v>
                </c:pt>
                <c:pt idx="244">
                  <c:v>-265.8378617</c:v>
                </c:pt>
                <c:pt idx="245">
                  <c:v>-258.0123196</c:v>
                </c:pt>
                <c:pt idx="246">
                  <c:v>-258.0123196</c:v>
                </c:pt>
                <c:pt idx="247">
                  <c:v>-250.29597061</c:v>
                </c:pt>
                <c:pt idx="248">
                  <c:v>-250.29597061</c:v>
                </c:pt>
                <c:pt idx="249">
                  <c:v>-242.68783372</c:v>
                </c:pt>
                <c:pt idx="250">
                  <c:v>-242.68783372</c:v>
                </c:pt>
                <c:pt idx="251">
                  <c:v>-235.18693733</c:v>
                </c:pt>
                <c:pt idx="252">
                  <c:v>-235.18693733</c:v>
                </c:pt>
                <c:pt idx="253">
                  <c:v>-227.79227675</c:v>
                </c:pt>
                <c:pt idx="254">
                  <c:v>-227.79227675</c:v>
                </c:pt>
                <c:pt idx="255">
                  <c:v>-220.50283984</c:v>
                </c:pt>
                <c:pt idx="256">
                  <c:v>-220.50283984</c:v>
                </c:pt>
                <c:pt idx="257">
                  <c:v>-213.31767349</c:v>
                </c:pt>
                <c:pt idx="258">
                  <c:v>-213.31767349</c:v>
                </c:pt>
                <c:pt idx="259">
                  <c:v>-206.23585019</c:v>
                </c:pt>
                <c:pt idx="260">
                  <c:v>-206.23585019</c:v>
                </c:pt>
                <c:pt idx="261">
                  <c:v>-199.25643165</c:v>
                </c:pt>
                <c:pt idx="262">
                  <c:v>-199.25643165</c:v>
                </c:pt>
                <c:pt idx="263">
                  <c:v>-192.37844298</c:v>
                </c:pt>
                <c:pt idx="264">
                  <c:v>-192.37844298</c:v>
                </c:pt>
                <c:pt idx="265">
                  <c:v>-185.60100842</c:v>
                </c:pt>
                <c:pt idx="266">
                  <c:v>-185.60100842</c:v>
                </c:pt>
                <c:pt idx="267">
                  <c:v>-178.92102216</c:v>
                </c:pt>
                <c:pt idx="268">
                  <c:v>-178.92102216</c:v>
                </c:pt>
                <c:pt idx="269">
                  <c:v>-172.0919386</c:v>
                </c:pt>
                <c:pt idx="270">
                  <c:v>-172.0919386</c:v>
                </c:pt>
                <c:pt idx="271">
                  <c:v>-165.36173372</c:v>
                </c:pt>
                <c:pt idx="272">
                  <c:v>-165.36173372</c:v>
                </c:pt>
                <c:pt idx="273">
                  <c:v>-158.72958825</c:v>
                </c:pt>
                <c:pt idx="274">
                  <c:v>-158.72958825</c:v>
                </c:pt>
                <c:pt idx="275">
                  <c:v>-152.19464885</c:v>
                </c:pt>
                <c:pt idx="276">
                  <c:v>-152.19464885</c:v>
                </c:pt>
                <c:pt idx="277">
                  <c:v>-145.75609736</c:v>
                </c:pt>
                <c:pt idx="278">
                  <c:v>-145.75609736</c:v>
                </c:pt>
                <c:pt idx="279">
                  <c:v>-139.41308799</c:v>
                </c:pt>
                <c:pt idx="280">
                  <c:v>-139.41308799</c:v>
                </c:pt>
                <c:pt idx="281">
                  <c:v>-133.16494033</c:v>
                </c:pt>
                <c:pt idx="282">
                  <c:v>-133.16494033</c:v>
                </c:pt>
                <c:pt idx="283">
                  <c:v>-127.01081104</c:v>
                </c:pt>
                <c:pt idx="284">
                  <c:v>-127.01081104</c:v>
                </c:pt>
                <c:pt idx="285">
                  <c:v>-120.94993035</c:v>
                </c:pt>
                <c:pt idx="286">
                  <c:v>-120.94993035</c:v>
                </c:pt>
                <c:pt idx="287">
                  <c:v>-114.98161261</c:v>
                </c:pt>
                <c:pt idx="288">
                  <c:v>-114.98161261</c:v>
                </c:pt>
                <c:pt idx="289">
                  <c:v>-109.10507008</c:v>
                </c:pt>
                <c:pt idx="290">
                  <c:v>-109.10507008</c:v>
                </c:pt>
                <c:pt idx="291">
                  <c:v>-103.31954938</c:v>
                </c:pt>
                <c:pt idx="292">
                  <c:v>-103.31954938</c:v>
                </c:pt>
                <c:pt idx="293">
                  <c:v>-97.62441521</c:v>
                </c:pt>
                <c:pt idx="294">
                  <c:v>-97.62441521</c:v>
                </c:pt>
                <c:pt idx="295">
                  <c:v>-92.01891918</c:v>
                </c:pt>
                <c:pt idx="296">
                  <c:v>-92.01891918</c:v>
                </c:pt>
                <c:pt idx="297">
                  <c:v>-86.50242469</c:v>
                </c:pt>
                <c:pt idx="298">
                  <c:v>-86.50242469</c:v>
                </c:pt>
                <c:pt idx="299">
                  <c:v>-81.07424382000001</c:v>
                </c:pt>
                <c:pt idx="300">
                  <c:v>-81.07424382000001</c:v>
                </c:pt>
                <c:pt idx="301">
                  <c:v>-75.73369972</c:v>
                </c:pt>
                <c:pt idx="302">
                  <c:v>-75.73369972</c:v>
                </c:pt>
                <c:pt idx="303">
                  <c:v>-70.48009482000001</c:v>
                </c:pt>
                <c:pt idx="304">
                  <c:v>-70.48009482000001</c:v>
                </c:pt>
                <c:pt idx="305">
                  <c:v>-65.31290563</c:v>
                </c:pt>
                <c:pt idx="306">
                  <c:v>-65.31290563</c:v>
                </c:pt>
                <c:pt idx="307">
                  <c:v>-60.23143971</c:v>
                </c:pt>
                <c:pt idx="308">
                  <c:v>-60.23143971</c:v>
                </c:pt>
                <c:pt idx="309">
                  <c:v>-55.23507856</c:v>
                </c:pt>
                <c:pt idx="310">
                  <c:v>-55.23507856</c:v>
                </c:pt>
                <c:pt idx="311">
                  <c:v>-50.32327453</c:v>
                </c:pt>
                <c:pt idx="312">
                  <c:v>-50.32327453</c:v>
                </c:pt>
                <c:pt idx="313">
                  <c:v>-45.49535374</c:v>
                </c:pt>
                <c:pt idx="314">
                  <c:v>-45.49535374</c:v>
                </c:pt>
                <c:pt idx="315">
                  <c:v>-40.75081502</c:v>
                </c:pt>
                <c:pt idx="316">
                  <c:v>-40.75081502</c:v>
                </c:pt>
                <c:pt idx="317">
                  <c:v>-36.08909995</c:v>
                </c:pt>
                <c:pt idx="318">
                  <c:v>-36.08909995</c:v>
                </c:pt>
                <c:pt idx="319">
                  <c:v>-31.50955526</c:v>
                </c:pt>
                <c:pt idx="320">
                  <c:v>-31.50955526</c:v>
                </c:pt>
                <c:pt idx="321">
                  <c:v>-27.01170834</c:v>
                </c:pt>
                <c:pt idx="322">
                  <c:v>-27.01170834</c:v>
                </c:pt>
                <c:pt idx="323">
                  <c:v>-22.59501701</c:v>
                </c:pt>
                <c:pt idx="324">
                  <c:v>-22.59501701</c:v>
                </c:pt>
                <c:pt idx="325">
                  <c:v>-18.25894837</c:v>
                </c:pt>
                <c:pt idx="326">
                  <c:v>-18.25894838</c:v>
                </c:pt>
                <c:pt idx="327">
                  <c:v>-14.00298717</c:v>
                </c:pt>
                <c:pt idx="328">
                  <c:v>-14.00298717</c:v>
                </c:pt>
                <c:pt idx="329">
                  <c:v>-9.82663621</c:v>
                </c:pt>
                <c:pt idx="330">
                  <c:v>-9.82663621</c:v>
                </c:pt>
                <c:pt idx="331">
                  <c:v>-5.72932108</c:v>
                </c:pt>
                <c:pt idx="332">
                  <c:v>-5.72932108</c:v>
                </c:pt>
                <c:pt idx="333">
                  <c:v>-1.7106456</c:v>
                </c:pt>
                <c:pt idx="334">
                  <c:v>-1.7106456</c:v>
                </c:pt>
                <c:pt idx="335">
                  <c:v>2.22994346</c:v>
                </c:pt>
                <c:pt idx="336">
                  <c:v>2.22994346</c:v>
                </c:pt>
                <c:pt idx="337">
                  <c:v>6.09289257</c:v>
                </c:pt>
                <c:pt idx="338">
                  <c:v>6.09289257</c:v>
                </c:pt>
                <c:pt idx="339">
                  <c:v>9.87870951</c:v>
                </c:pt>
                <c:pt idx="340">
                  <c:v>9.87870951</c:v>
                </c:pt>
                <c:pt idx="341">
                  <c:v>13.58785323</c:v>
                </c:pt>
                <c:pt idx="342">
                  <c:v>13.58785323</c:v>
                </c:pt>
                <c:pt idx="343">
                  <c:v>17.45950988</c:v>
                </c:pt>
                <c:pt idx="344">
                  <c:v>17.45950988</c:v>
                </c:pt>
                <c:pt idx="345">
                  <c:v>21.67127547</c:v>
                </c:pt>
                <c:pt idx="346">
                  <c:v>21.67127547</c:v>
                </c:pt>
                <c:pt idx="347">
                  <c:v>25.79251563</c:v>
                </c:pt>
                <c:pt idx="348">
                  <c:v>25.79251563</c:v>
                </c:pt>
                <c:pt idx="349">
                  <c:v>29.82381602</c:v>
                </c:pt>
                <c:pt idx="350">
                  <c:v>29.82381602</c:v>
                </c:pt>
                <c:pt idx="351">
                  <c:v>33.7657832</c:v>
                </c:pt>
                <c:pt idx="352">
                  <c:v>33.7657832</c:v>
                </c:pt>
                <c:pt idx="353">
                  <c:v>37.61902878</c:v>
                </c:pt>
                <c:pt idx="354">
                  <c:v>37.61902878</c:v>
                </c:pt>
                <c:pt idx="355">
                  <c:v>41.38412243</c:v>
                </c:pt>
                <c:pt idx="356">
                  <c:v>41.38412243</c:v>
                </c:pt>
                <c:pt idx="357">
                  <c:v>45.06169708</c:v>
                </c:pt>
                <c:pt idx="358">
                  <c:v>45.06169708</c:v>
                </c:pt>
                <c:pt idx="359">
                  <c:v>48.65236541</c:v>
                </c:pt>
                <c:pt idx="360">
                  <c:v>48.65236541</c:v>
                </c:pt>
                <c:pt idx="361">
                  <c:v>52.1567619</c:v>
                </c:pt>
                <c:pt idx="362">
                  <c:v>52.1567619</c:v>
                </c:pt>
                <c:pt idx="363">
                  <c:v>55.57553534</c:v>
                </c:pt>
                <c:pt idx="364">
                  <c:v>55.57553534</c:v>
                </c:pt>
                <c:pt idx="365">
                  <c:v>58.90935743</c:v>
                </c:pt>
                <c:pt idx="366">
                  <c:v>58.90935743</c:v>
                </c:pt>
                <c:pt idx="367">
                  <c:v>62.15894451</c:v>
                </c:pt>
                <c:pt idx="368">
                  <c:v>62.15894451</c:v>
                </c:pt>
                <c:pt idx="369">
                  <c:v>65.32506166</c:v>
                </c:pt>
                <c:pt idx="370">
                  <c:v>65.32506166</c:v>
                </c:pt>
                <c:pt idx="371">
                  <c:v>68.40856502</c:v>
                </c:pt>
                <c:pt idx="372">
                  <c:v>68.40856502</c:v>
                </c:pt>
                <c:pt idx="373">
                  <c:v>71.41048582000001</c:v>
                </c:pt>
                <c:pt idx="374">
                  <c:v>71.41048582000001</c:v>
                </c:pt>
                <c:pt idx="375">
                  <c:v>74.34229184</c:v>
                </c:pt>
                <c:pt idx="376">
                  <c:v>74.34229184</c:v>
                </c:pt>
                <c:pt idx="377">
                  <c:v>77.23410334</c:v>
                </c:pt>
                <c:pt idx="378">
                  <c:v>77.23410334</c:v>
                </c:pt>
                <c:pt idx="379">
                  <c:v>80.03049433</c:v>
                </c:pt>
                <c:pt idx="380">
                  <c:v>80.03049433</c:v>
                </c:pt>
                <c:pt idx="381">
                  <c:v>82.73180022</c:v>
                </c:pt>
                <c:pt idx="382">
                  <c:v>82.73180022</c:v>
                </c:pt>
                <c:pt idx="383">
                  <c:v>85.33834596</c:v>
                </c:pt>
                <c:pt idx="384">
                  <c:v>85.33834596</c:v>
                </c:pt>
                <c:pt idx="385">
                  <c:v>87.85044614</c:v>
                </c:pt>
                <c:pt idx="386">
                  <c:v>87.85044614</c:v>
                </c:pt>
                <c:pt idx="387">
                  <c:v>90.26840515000001</c:v>
                </c:pt>
                <c:pt idx="388">
                  <c:v>90.26840515000001</c:v>
                </c:pt>
                <c:pt idx="389">
                  <c:v>92.59251714</c:v>
                </c:pt>
                <c:pt idx="390">
                  <c:v>92.59251714</c:v>
                </c:pt>
                <c:pt idx="391">
                  <c:v>94.82306627</c:v>
                </c:pt>
                <c:pt idx="392">
                  <c:v>94.82306627</c:v>
                </c:pt>
                <c:pt idx="393">
                  <c:v>96.96032671</c:v>
                </c:pt>
                <c:pt idx="394">
                  <c:v>96.96032671</c:v>
                </c:pt>
                <c:pt idx="395">
                  <c:v>99.00456269</c:v>
                </c:pt>
                <c:pt idx="396">
                  <c:v>99.00456269</c:v>
                </c:pt>
                <c:pt idx="397">
                  <c:v>100.95602873</c:v>
                </c:pt>
                <c:pt idx="398">
                  <c:v>100.95602873</c:v>
                </c:pt>
                <c:pt idx="399">
                  <c:v>102.81496951</c:v>
                </c:pt>
                <c:pt idx="400">
                  <c:v>102.81496951</c:v>
                </c:pt>
                <c:pt idx="401">
                  <c:v>104.5816201</c:v>
                </c:pt>
                <c:pt idx="402">
                  <c:v>104.5816201</c:v>
                </c:pt>
                <c:pt idx="403">
                  <c:v>106.25620591</c:v>
                </c:pt>
                <c:pt idx="404">
                  <c:v>106.25620591</c:v>
                </c:pt>
                <c:pt idx="405">
                  <c:v>107.83894279</c:v>
                </c:pt>
                <c:pt idx="406">
                  <c:v>107.83894279</c:v>
                </c:pt>
                <c:pt idx="407">
                  <c:v>109.330037</c:v>
                </c:pt>
                <c:pt idx="408">
                  <c:v>109.330037</c:v>
                </c:pt>
                <c:pt idx="409">
                  <c:v>110.72968533</c:v>
                </c:pt>
                <c:pt idx="410">
                  <c:v>110.72968533</c:v>
                </c:pt>
                <c:pt idx="411">
                  <c:v>112.03807496</c:v>
                </c:pt>
                <c:pt idx="412">
                  <c:v>112.03807496</c:v>
                </c:pt>
                <c:pt idx="413">
                  <c:v>113.25538357</c:v>
                </c:pt>
                <c:pt idx="414">
                  <c:v>113.25538357</c:v>
                </c:pt>
                <c:pt idx="415">
                  <c:v>114.38177921</c:v>
                </c:pt>
                <c:pt idx="416">
                  <c:v>114.38177921</c:v>
                </c:pt>
                <c:pt idx="417">
                  <c:v>115.41742032</c:v>
                </c:pt>
                <c:pt idx="418">
                  <c:v>115.41742032</c:v>
                </c:pt>
                <c:pt idx="419">
                  <c:v>116.36245554</c:v>
                </c:pt>
                <c:pt idx="420">
                  <c:v>116.36245554</c:v>
                </c:pt>
                <c:pt idx="421">
                  <c:v>117.21702369</c:v>
                </c:pt>
                <c:pt idx="422">
                  <c:v>117.21702369</c:v>
                </c:pt>
                <c:pt idx="423">
                  <c:v>117.98125352</c:v>
                </c:pt>
                <c:pt idx="424">
                  <c:v>117.98125352</c:v>
                </c:pt>
                <c:pt idx="425">
                  <c:v>118.65526359</c:v>
                </c:pt>
                <c:pt idx="426">
                  <c:v>118.65526359</c:v>
                </c:pt>
                <c:pt idx="427">
                  <c:v>119.2391619</c:v>
                </c:pt>
                <c:pt idx="428">
                  <c:v>119.2391619</c:v>
                </c:pt>
                <c:pt idx="429">
                  <c:v>119.73304568</c:v>
                </c:pt>
                <c:pt idx="430">
                  <c:v>119.73304568</c:v>
                </c:pt>
                <c:pt idx="431">
                  <c:v>120.13700084</c:v>
                </c:pt>
                <c:pt idx="432">
                  <c:v>120.13700084</c:v>
                </c:pt>
                <c:pt idx="433">
                  <c:v>120.4511015</c:v>
                </c:pt>
                <c:pt idx="434">
                  <c:v>120.4511015</c:v>
                </c:pt>
                <c:pt idx="435">
                  <c:v>120.67540918</c:v>
                </c:pt>
                <c:pt idx="436">
                  <c:v>120.67540918</c:v>
                </c:pt>
                <c:pt idx="437">
                  <c:v>120.80997176</c:v>
                </c:pt>
                <c:pt idx="438">
                  <c:v>120.80997176</c:v>
                </c:pt>
                <c:pt idx="439">
                  <c:v>120.85482173</c:v>
                </c:pt>
                <c:pt idx="440">
                  <c:v>120.85482173</c:v>
                </c:pt>
                <c:pt idx="441">
                  <c:v>120.80997177</c:v>
                </c:pt>
                <c:pt idx="442">
                  <c:v>120.80997177</c:v>
                </c:pt>
                <c:pt idx="443">
                  <c:v>120.67540918</c:v>
                </c:pt>
                <c:pt idx="444">
                  <c:v>120.67540918</c:v>
                </c:pt>
                <c:pt idx="445">
                  <c:v>120.4511015</c:v>
                </c:pt>
                <c:pt idx="446">
                  <c:v>120.4511015</c:v>
                </c:pt>
                <c:pt idx="447">
                  <c:v>120.13700084</c:v>
                </c:pt>
                <c:pt idx="448">
                  <c:v>120.13700084</c:v>
                </c:pt>
                <c:pt idx="449">
                  <c:v>119.73304568</c:v>
                </c:pt>
                <c:pt idx="450">
                  <c:v>119.73304568</c:v>
                </c:pt>
                <c:pt idx="451">
                  <c:v>119.23916191</c:v>
                </c:pt>
                <c:pt idx="452">
                  <c:v>119.23916191</c:v>
                </c:pt>
                <c:pt idx="453">
                  <c:v>118.65526359</c:v>
                </c:pt>
                <c:pt idx="454">
                  <c:v>118.65526359</c:v>
                </c:pt>
                <c:pt idx="455">
                  <c:v>117.98125353</c:v>
                </c:pt>
                <c:pt idx="456">
                  <c:v>117.98125353</c:v>
                </c:pt>
                <c:pt idx="457">
                  <c:v>117.2170237</c:v>
                </c:pt>
                <c:pt idx="458">
                  <c:v>117.2170237</c:v>
                </c:pt>
                <c:pt idx="459">
                  <c:v>116.36245556</c:v>
                </c:pt>
                <c:pt idx="460">
                  <c:v>116.36245556</c:v>
                </c:pt>
                <c:pt idx="461">
                  <c:v>115.41742034</c:v>
                </c:pt>
                <c:pt idx="462">
                  <c:v>115.41742034</c:v>
                </c:pt>
                <c:pt idx="463">
                  <c:v>114.38177924</c:v>
                </c:pt>
                <c:pt idx="464">
                  <c:v>114.38177924</c:v>
                </c:pt>
                <c:pt idx="465">
                  <c:v>113.25538359</c:v>
                </c:pt>
                <c:pt idx="466">
                  <c:v>113.25538359</c:v>
                </c:pt>
                <c:pt idx="467">
                  <c:v>112.03807499</c:v>
                </c:pt>
                <c:pt idx="468">
                  <c:v>112.03807499</c:v>
                </c:pt>
                <c:pt idx="469">
                  <c:v>110.72968535</c:v>
                </c:pt>
                <c:pt idx="470">
                  <c:v>110.72968535</c:v>
                </c:pt>
                <c:pt idx="471">
                  <c:v>109.33003703</c:v>
                </c:pt>
                <c:pt idx="472">
                  <c:v>109.33003703</c:v>
                </c:pt>
                <c:pt idx="473">
                  <c:v>107.83894282</c:v>
                </c:pt>
                <c:pt idx="474">
                  <c:v>107.83894282</c:v>
                </c:pt>
                <c:pt idx="475">
                  <c:v>106.25620595</c:v>
                </c:pt>
                <c:pt idx="476">
                  <c:v>106.25620595</c:v>
                </c:pt>
                <c:pt idx="477">
                  <c:v>104.58162014</c:v>
                </c:pt>
                <c:pt idx="478">
                  <c:v>104.58162014</c:v>
                </c:pt>
                <c:pt idx="479">
                  <c:v>102.81496955</c:v>
                </c:pt>
                <c:pt idx="480">
                  <c:v>102.81496955</c:v>
                </c:pt>
                <c:pt idx="481">
                  <c:v>100.95602876</c:v>
                </c:pt>
                <c:pt idx="482">
                  <c:v>100.95602876</c:v>
                </c:pt>
                <c:pt idx="483">
                  <c:v>99.00456273</c:v>
                </c:pt>
                <c:pt idx="484">
                  <c:v>99.00456273</c:v>
                </c:pt>
                <c:pt idx="485">
                  <c:v>96.96032673000001</c:v>
                </c:pt>
                <c:pt idx="486">
                  <c:v>96.96032673000001</c:v>
                </c:pt>
                <c:pt idx="487">
                  <c:v>94.82306631</c:v>
                </c:pt>
                <c:pt idx="488">
                  <c:v>94.82306631</c:v>
                </c:pt>
                <c:pt idx="489">
                  <c:v>92.59251718</c:v>
                </c:pt>
                <c:pt idx="490">
                  <c:v>92.59251718</c:v>
                </c:pt>
                <c:pt idx="491">
                  <c:v>90.26840518</c:v>
                </c:pt>
                <c:pt idx="492">
                  <c:v>90.26840518</c:v>
                </c:pt>
                <c:pt idx="493">
                  <c:v>87.85044619</c:v>
                </c:pt>
                <c:pt idx="494">
                  <c:v>87.85044619</c:v>
                </c:pt>
                <c:pt idx="495">
                  <c:v>85.338346</c:v>
                </c:pt>
                <c:pt idx="496">
                  <c:v>85.338346</c:v>
                </c:pt>
                <c:pt idx="497">
                  <c:v>82.73180026999999</c:v>
                </c:pt>
                <c:pt idx="498">
                  <c:v>82.73180026999999</c:v>
                </c:pt>
                <c:pt idx="499">
                  <c:v>80.03049437999999</c:v>
                </c:pt>
                <c:pt idx="500">
                  <c:v>80.03049437999999</c:v>
                </c:pt>
                <c:pt idx="501">
                  <c:v>77.2341034</c:v>
                </c:pt>
                <c:pt idx="502">
                  <c:v>77.2341034</c:v>
                </c:pt>
                <c:pt idx="503">
                  <c:v>74.34229190000001</c:v>
                </c:pt>
                <c:pt idx="504">
                  <c:v>74.34229189</c:v>
                </c:pt>
                <c:pt idx="505">
                  <c:v>71.41048587</c:v>
                </c:pt>
                <c:pt idx="506">
                  <c:v>71.41048587</c:v>
                </c:pt>
                <c:pt idx="507">
                  <c:v>68.40856506999999</c:v>
                </c:pt>
                <c:pt idx="508">
                  <c:v>68.40856506999999</c:v>
                </c:pt>
                <c:pt idx="509">
                  <c:v>65.32506171999999</c:v>
                </c:pt>
                <c:pt idx="510">
                  <c:v>65.32506171999999</c:v>
                </c:pt>
                <c:pt idx="511">
                  <c:v>62.15894457</c:v>
                </c:pt>
                <c:pt idx="512">
                  <c:v>62.15894457</c:v>
                </c:pt>
                <c:pt idx="513">
                  <c:v>58.90935749</c:v>
                </c:pt>
                <c:pt idx="514">
                  <c:v>58.90935749</c:v>
                </c:pt>
                <c:pt idx="515">
                  <c:v>55.57553541</c:v>
                </c:pt>
                <c:pt idx="516">
                  <c:v>55.57553541</c:v>
                </c:pt>
                <c:pt idx="517">
                  <c:v>52.15676197</c:v>
                </c:pt>
                <c:pt idx="518">
                  <c:v>52.15676197</c:v>
                </c:pt>
                <c:pt idx="519">
                  <c:v>48.65236548</c:v>
                </c:pt>
                <c:pt idx="520">
                  <c:v>48.65236548</c:v>
                </c:pt>
                <c:pt idx="521">
                  <c:v>45.06169715</c:v>
                </c:pt>
                <c:pt idx="522">
                  <c:v>45.06169715</c:v>
                </c:pt>
                <c:pt idx="523">
                  <c:v>41.38412251</c:v>
                </c:pt>
                <c:pt idx="524">
                  <c:v>41.38412251</c:v>
                </c:pt>
                <c:pt idx="525">
                  <c:v>37.61902886</c:v>
                </c:pt>
                <c:pt idx="526">
                  <c:v>37.61902886</c:v>
                </c:pt>
                <c:pt idx="527">
                  <c:v>33.76578328</c:v>
                </c:pt>
                <c:pt idx="528">
                  <c:v>33.76578328</c:v>
                </c:pt>
                <c:pt idx="529">
                  <c:v>29.8238161</c:v>
                </c:pt>
                <c:pt idx="530">
                  <c:v>29.8238161</c:v>
                </c:pt>
                <c:pt idx="531">
                  <c:v>25.79251571</c:v>
                </c:pt>
                <c:pt idx="532">
                  <c:v>25.79251571</c:v>
                </c:pt>
                <c:pt idx="533">
                  <c:v>21.67127555</c:v>
                </c:pt>
                <c:pt idx="534">
                  <c:v>21.67127555</c:v>
                </c:pt>
                <c:pt idx="535">
                  <c:v>17.45950996</c:v>
                </c:pt>
                <c:pt idx="536">
                  <c:v>17.45950996</c:v>
                </c:pt>
                <c:pt idx="537">
                  <c:v>13.5878533</c:v>
                </c:pt>
                <c:pt idx="538">
                  <c:v>13.5878533</c:v>
                </c:pt>
                <c:pt idx="539">
                  <c:v>9.878709580000001</c:v>
                </c:pt>
                <c:pt idx="540">
                  <c:v>9.878709580000001</c:v>
                </c:pt>
                <c:pt idx="541">
                  <c:v>6.09289264</c:v>
                </c:pt>
                <c:pt idx="542">
                  <c:v>6.09289264</c:v>
                </c:pt>
                <c:pt idx="543">
                  <c:v>2.22994354</c:v>
                </c:pt>
                <c:pt idx="544">
                  <c:v>2.22994354</c:v>
                </c:pt>
                <c:pt idx="545">
                  <c:v>-1.71064552</c:v>
                </c:pt>
                <c:pt idx="546">
                  <c:v>-1.71064552</c:v>
                </c:pt>
                <c:pt idx="547">
                  <c:v>-5.729321</c:v>
                </c:pt>
                <c:pt idx="548">
                  <c:v>-5.729321</c:v>
                </c:pt>
                <c:pt idx="549">
                  <c:v>-9.82663614</c:v>
                </c:pt>
                <c:pt idx="550">
                  <c:v>-9.82663614</c:v>
                </c:pt>
                <c:pt idx="551">
                  <c:v>-14.0029871</c:v>
                </c:pt>
                <c:pt idx="552">
                  <c:v>-14.0029871</c:v>
                </c:pt>
                <c:pt idx="553">
                  <c:v>-18.2589483</c:v>
                </c:pt>
                <c:pt idx="554">
                  <c:v>-18.2589483</c:v>
                </c:pt>
                <c:pt idx="555">
                  <c:v>-22.59501693</c:v>
                </c:pt>
                <c:pt idx="556">
                  <c:v>-22.59501693</c:v>
                </c:pt>
                <c:pt idx="557">
                  <c:v>-27.01170827</c:v>
                </c:pt>
                <c:pt idx="558">
                  <c:v>-27.01170827</c:v>
                </c:pt>
                <c:pt idx="559">
                  <c:v>-31.50955519</c:v>
                </c:pt>
                <c:pt idx="560">
                  <c:v>-31.50955519</c:v>
                </c:pt>
                <c:pt idx="561">
                  <c:v>-36.08909987</c:v>
                </c:pt>
                <c:pt idx="562">
                  <c:v>-36.08909987</c:v>
                </c:pt>
                <c:pt idx="563">
                  <c:v>-40.75081494</c:v>
                </c:pt>
                <c:pt idx="564">
                  <c:v>-40.75081494</c:v>
                </c:pt>
                <c:pt idx="565">
                  <c:v>-45.49535367</c:v>
                </c:pt>
                <c:pt idx="566">
                  <c:v>-45.49535367</c:v>
                </c:pt>
                <c:pt idx="567">
                  <c:v>-50.32327445</c:v>
                </c:pt>
                <c:pt idx="568">
                  <c:v>-50.32327445</c:v>
                </c:pt>
                <c:pt idx="569">
                  <c:v>-55.23507848</c:v>
                </c:pt>
                <c:pt idx="570">
                  <c:v>-55.23507848</c:v>
                </c:pt>
                <c:pt idx="571">
                  <c:v>-60.23143964</c:v>
                </c:pt>
                <c:pt idx="572">
                  <c:v>-60.23143964</c:v>
                </c:pt>
                <c:pt idx="573">
                  <c:v>-65.31290556</c:v>
                </c:pt>
                <c:pt idx="574">
                  <c:v>-65.31290556</c:v>
                </c:pt>
                <c:pt idx="575">
                  <c:v>-70.48009475000001</c:v>
                </c:pt>
                <c:pt idx="576">
                  <c:v>-70.48009475000001</c:v>
                </c:pt>
                <c:pt idx="577">
                  <c:v>-75.73369966</c:v>
                </c:pt>
                <c:pt idx="578">
                  <c:v>-75.73369966</c:v>
                </c:pt>
                <c:pt idx="579">
                  <c:v>-81.07424376</c:v>
                </c:pt>
                <c:pt idx="580">
                  <c:v>-81.07424376</c:v>
                </c:pt>
                <c:pt idx="581">
                  <c:v>-86.50242462999999</c:v>
                </c:pt>
                <c:pt idx="582">
                  <c:v>-86.50242462999999</c:v>
                </c:pt>
                <c:pt idx="583">
                  <c:v>-92.01891912000001</c:v>
                </c:pt>
                <c:pt idx="584">
                  <c:v>-92.01891912000001</c:v>
                </c:pt>
                <c:pt idx="585">
                  <c:v>-97.62441515</c:v>
                </c:pt>
                <c:pt idx="586">
                  <c:v>-97.62441515</c:v>
                </c:pt>
                <c:pt idx="587">
                  <c:v>-103.31954932</c:v>
                </c:pt>
                <c:pt idx="588">
                  <c:v>-103.31954932</c:v>
                </c:pt>
                <c:pt idx="589">
                  <c:v>-109.10507003</c:v>
                </c:pt>
                <c:pt idx="590">
                  <c:v>-109.10507003</c:v>
                </c:pt>
                <c:pt idx="591">
                  <c:v>-114.98161257</c:v>
                </c:pt>
                <c:pt idx="592">
                  <c:v>-114.98161257</c:v>
                </c:pt>
                <c:pt idx="593">
                  <c:v>-120.94993031</c:v>
                </c:pt>
                <c:pt idx="594">
                  <c:v>-120.94993031</c:v>
                </c:pt>
                <c:pt idx="595">
                  <c:v>-127.010811</c:v>
                </c:pt>
                <c:pt idx="596">
                  <c:v>-127.010811</c:v>
                </c:pt>
                <c:pt idx="597">
                  <c:v>-133.16494029</c:v>
                </c:pt>
                <c:pt idx="598">
                  <c:v>-133.16494029</c:v>
                </c:pt>
                <c:pt idx="599">
                  <c:v>-139.41308796</c:v>
                </c:pt>
                <c:pt idx="600">
                  <c:v>-139.41308796</c:v>
                </c:pt>
                <c:pt idx="601">
                  <c:v>-145.75609733</c:v>
                </c:pt>
                <c:pt idx="602">
                  <c:v>-145.75609733</c:v>
                </c:pt>
                <c:pt idx="603">
                  <c:v>-152.19464882</c:v>
                </c:pt>
                <c:pt idx="604">
                  <c:v>-152.19464882</c:v>
                </c:pt>
                <c:pt idx="605">
                  <c:v>-158.72958823</c:v>
                </c:pt>
                <c:pt idx="606">
                  <c:v>-158.72958823</c:v>
                </c:pt>
                <c:pt idx="607">
                  <c:v>-165.36173371</c:v>
                </c:pt>
                <c:pt idx="608">
                  <c:v>-165.36173371</c:v>
                </c:pt>
                <c:pt idx="609">
                  <c:v>-172.09193859</c:v>
                </c:pt>
                <c:pt idx="610">
                  <c:v>-172.09193859</c:v>
                </c:pt>
                <c:pt idx="611">
                  <c:v>-178.92102215</c:v>
                </c:pt>
                <c:pt idx="612">
                  <c:v>-178.92102215</c:v>
                </c:pt>
                <c:pt idx="613">
                  <c:v>-185.60100842</c:v>
                </c:pt>
                <c:pt idx="614">
                  <c:v>-185.60100842</c:v>
                </c:pt>
                <c:pt idx="615">
                  <c:v>-192.37844299</c:v>
                </c:pt>
                <c:pt idx="616">
                  <c:v>-192.37844299</c:v>
                </c:pt>
                <c:pt idx="617">
                  <c:v>-199.25643165</c:v>
                </c:pt>
                <c:pt idx="618">
                  <c:v>-199.25643165</c:v>
                </c:pt>
                <c:pt idx="619">
                  <c:v>-206.2358502</c:v>
                </c:pt>
                <c:pt idx="620">
                  <c:v>-206.2358502</c:v>
                </c:pt>
                <c:pt idx="621">
                  <c:v>-213.3176735</c:v>
                </c:pt>
                <c:pt idx="622">
                  <c:v>-213.3176735</c:v>
                </c:pt>
                <c:pt idx="623">
                  <c:v>-220.50283985</c:v>
                </c:pt>
                <c:pt idx="624">
                  <c:v>-220.50283985</c:v>
                </c:pt>
                <c:pt idx="625">
                  <c:v>-227.79227677</c:v>
                </c:pt>
                <c:pt idx="626">
                  <c:v>-227.79227677</c:v>
                </c:pt>
                <c:pt idx="627">
                  <c:v>-235.18693736</c:v>
                </c:pt>
                <c:pt idx="628">
                  <c:v>-235.18693736</c:v>
                </c:pt>
                <c:pt idx="629">
                  <c:v>-242.68783375</c:v>
                </c:pt>
                <c:pt idx="630">
                  <c:v>-242.68783375</c:v>
                </c:pt>
                <c:pt idx="631">
                  <c:v>-250.29597064</c:v>
                </c:pt>
                <c:pt idx="632">
                  <c:v>-250.29597064</c:v>
                </c:pt>
                <c:pt idx="633">
                  <c:v>-258.01231964</c:v>
                </c:pt>
                <c:pt idx="634">
                  <c:v>-258.01231964</c:v>
                </c:pt>
                <c:pt idx="635">
                  <c:v>-265.83786174</c:v>
                </c:pt>
                <c:pt idx="636">
                  <c:v>-265.83786174</c:v>
                </c:pt>
                <c:pt idx="637">
                  <c:v>-273.77371528</c:v>
                </c:pt>
                <c:pt idx="638">
                  <c:v>-273.77371528</c:v>
                </c:pt>
                <c:pt idx="639">
                  <c:v>-281.82092322</c:v>
                </c:pt>
                <c:pt idx="640">
                  <c:v>-281.82092322</c:v>
                </c:pt>
                <c:pt idx="641">
                  <c:v>-274.07733227</c:v>
                </c:pt>
                <c:pt idx="642">
                  <c:v>-274.07733227</c:v>
                </c:pt>
                <c:pt idx="643">
                  <c:v>-266.43524534</c:v>
                </c:pt>
                <c:pt idx="644">
                  <c:v>-266.43524534</c:v>
                </c:pt>
                <c:pt idx="645">
                  <c:v>-258.89408345</c:v>
                </c:pt>
                <c:pt idx="646">
                  <c:v>-258.89408345</c:v>
                </c:pt>
                <c:pt idx="647">
                  <c:v>-251.45315958</c:v>
                </c:pt>
                <c:pt idx="648">
                  <c:v>-251.45315958</c:v>
                </c:pt>
                <c:pt idx="649">
                  <c:v>-244.11196134</c:v>
                </c:pt>
                <c:pt idx="650">
                  <c:v>-244.11196134</c:v>
                </c:pt>
                <c:pt idx="651">
                  <c:v>-236.8698449</c:v>
                </c:pt>
                <c:pt idx="652">
                  <c:v>-236.8698449</c:v>
                </c:pt>
                <c:pt idx="653">
                  <c:v>-229.72626867</c:v>
                </c:pt>
                <c:pt idx="654">
                  <c:v>-229.72626867</c:v>
                </c:pt>
                <c:pt idx="655">
                  <c:v>-222.68058667</c:v>
                </c:pt>
                <c:pt idx="656">
                  <c:v>-222.68058667</c:v>
                </c:pt>
                <c:pt idx="657">
                  <c:v>-215.73231026</c:v>
                </c:pt>
                <c:pt idx="658">
                  <c:v>-215.73231026</c:v>
                </c:pt>
                <c:pt idx="659">
                  <c:v>-208.64888216</c:v>
                </c:pt>
                <c:pt idx="660">
                  <c:v>-208.64888216</c:v>
                </c:pt>
                <c:pt idx="661">
                  <c:v>-201.53321994</c:v>
                </c:pt>
                <c:pt idx="662">
                  <c:v>-201.53321994</c:v>
                </c:pt>
                <c:pt idx="663">
                  <c:v>-194.51742596</c:v>
                </c:pt>
                <c:pt idx="664">
                  <c:v>-194.51742596</c:v>
                </c:pt>
                <c:pt idx="665">
                  <c:v>-187.60098506</c:v>
                </c:pt>
                <c:pt idx="666">
                  <c:v>-187.60098506</c:v>
                </c:pt>
                <c:pt idx="667">
                  <c:v>-180.78339979</c:v>
                </c:pt>
                <c:pt idx="668">
                  <c:v>-180.78339979</c:v>
                </c:pt>
                <c:pt idx="669">
                  <c:v>-174.06418276</c:v>
                </c:pt>
                <c:pt idx="670">
                  <c:v>-174.06418276</c:v>
                </c:pt>
                <c:pt idx="671">
                  <c:v>-167.44280842</c:v>
                </c:pt>
                <c:pt idx="672">
                  <c:v>-167.44280842</c:v>
                </c:pt>
                <c:pt idx="673">
                  <c:v>-160.91888031</c:v>
                </c:pt>
                <c:pt idx="674">
                  <c:v>-160.91888031</c:v>
                </c:pt>
                <c:pt idx="675">
                  <c:v>-154.49187486</c:v>
                </c:pt>
                <c:pt idx="676">
                  <c:v>-154.49187486</c:v>
                </c:pt>
                <c:pt idx="677">
                  <c:v>-148.16137206</c:v>
                </c:pt>
                <c:pt idx="678">
                  <c:v>-148.16137206</c:v>
                </c:pt>
                <c:pt idx="679">
                  <c:v>-141.92690937</c:v>
                </c:pt>
                <c:pt idx="680">
                  <c:v>-141.92690937</c:v>
                </c:pt>
                <c:pt idx="681">
                  <c:v>-135.78807373</c:v>
                </c:pt>
                <c:pt idx="682">
                  <c:v>-135.78807373</c:v>
                </c:pt>
                <c:pt idx="683">
                  <c:v>-129.74444408</c:v>
                </c:pt>
                <c:pt idx="684">
                  <c:v>-129.74444408</c:v>
                </c:pt>
                <c:pt idx="685">
                  <c:v>-123.79561031</c:v>
                </c:pt>
                <c:pt idx="686">
                  <c:v>-123.79561031</c:v>
                </c:pt>
                <c:pt idx="687">
                  <c:v>-117.94118257</c:v>
                </c:pt>
                <c:pt idx="688">
                  <c:v>-117.94118257</c:v>
                </c:pt>
                <c:pt idx="689">
                  <c:v>-112.18077653</c:v>
                </c:pt>
                <c:pt idx="690">
                  <c:v>-112.18077653</c:v>
                </c:pt>
                <c:pt idx="691">
                  <c:v>-106.51403542</c:v>
                </c:pt>
                <c:pt idx="692">
                  <c:v>-106.51403542</c:v>
                </c:pt>
                <c:pt idx="693">
                  <c:v>-100.94062147</c:v>
                </c:pt>
                <c:pt idx="694">
                  <c:v>-100.94062147</c:v>
                </c:pt>
                <c:pt idx="695">
                  <c:v>-95.46021263999999</c:v>
                </c:pt>
                <c:pt idx="696">
                  <c:v>-95.46021263999999</c:v>
                </c:pt>
                <c:pt idx="697">
                  <c:v>-90.07252965000001</c:v>
                </c:pt>
                <c:pt idx="698">
                  <c:v>-90.07252965000001</c:v>
                </c:pt>
                <c:pt idx="699">
                  <c:v>-84.77825577</c:v>
                </c:pt>
                <c:pt idx="700">
                  <c:v>-84.77825577</c:v>
                </c:pt>
                <c:pt idx="701">
                  <c:v>-79.58803695</c:v>
                </c:pt>
                <c:pt idx="702">
                  <c:v>-79.58803695</c:v>
                </c:pt>
                <c:pt idx="703">
                  <c:v>-74.50452218</c:v>
                </c:pt>
                <c:pt idx="704">
                  <c:v>-74.50452218</c:v>
                </c:pt>
                <c:pt idx="705">
                  <c:v>-69.52713774</c:v>
                </c:pt>
                <c:pt idx="706">
                  <c:v>-69.52713774</c:v>
                </c:pt>
                <c:pt idx="707">
                  <c:v>-64.65531955</c:v>
                </c:pt>
                <c:pt idx="708">
                  <c:v>-64.65531955</c:v>
                </c:pt>
                <c:pt idx="709">
                  <c:v>-59.88851315</c:v>
                </c:pt>
                <c:pt idx="710">
                  <c:v>-59.88851315</c:v>
                </c:pt>
                <c:pt idx="711">
                  <c:v>-55.22617368</c:v>
                </c:pt>
                <c:pt idx="712">
                  <c:v>-55.22617368</c:v>
                </c:pt>
                <c:pt idx="713">
                  <c:v>-50.66776582</c:v>
                </c:pt>
                <c:pt idx="714">
                  <c:v>-50.66776582</c:v>
                </c:pt>
                <c:pt idx="715">
                  <c:v>-46.21276375</c:v>
                </c:pt>
                <c:pt idx="716">
                  <c:v>-46.21276375</c:v>
                </c:pt>
                <c:pt idx="717">
                  <c:v>-41.86065109</c:v>
                </c:pt>
                <c:pt idx="718">
                  <c:v>-41.86065109</c:v>
                </c:pt>
                <c:pt idx="719">
                  <c:v>-37.61092093</c:v>
                </c:pt>
                <c:pt idx="720">
                  <c:v>-37.61092093</c:v>
                </c:pt>
                <c:pt idx="721">
                  <c:v>-33.46307572</c:v>
                </c:pt>
                <c:pt idx="722">
                  <c:v>-33.46307572</c:v>
                </c:pt>
                <c:pt idx="723">
                  <c:v>-29.41662727</c:v>
                </c:pt>
                <c:pt idx="724">
                  <c:v>-29.41662727</c:v>
                </c:pt>
                <c:pt idx="725">
                  <c:v>-25.47109668</c:v>
                </c:pt>
                <c:pt idx="726">
                  <c:v>-25.47109668</c:v>
                </c:pt>
                <c:pt idx="727">
                  <c:v>-21.62601432</c:v>
                </c:pt>
                <c:pt idx="728">
                  <c:v>-21.62601432</c:v>
                </c:pt>
                <c:pt idx="729">
                  <c:v>-17.88091979</c:v>
                </c:pt>
                <c:pt idx="730">
                  <c:v>-17.88091979</c:v>
                </c:pt>
                <c:pt idx="731">
                  <c:v>-14.23536187</c:v>
                </c:pt>
                <c:pt idx="732">
                  <c:v>-14.23536187</c:v>
                </c:pt>
                <c:pt idx="733">
                  <c:v>-10.68889846</c:v>
                </c:pt>
                <c:pt idx="734">
                  <c:v>-10.68889846</c:v>
                </c:pt>
                <c:pt idx="735">
                  <c:v>-7.24109656</c:v>
                </c:pt>
                <c:pt idx="736">
                  <c:v>-7.24109656</c:v>
                </c:pt>
                <c:pt idx="737">
                  <c:v>-3.89153222</c:v>
                </c:pt>
                <c:pt idx="738">
                  <c:v>-3.89153222</c:v>
                </c:pt>
                <c:pt idx="739">
                  <c:v>-0.6397905</c:v>
                </c:pt>
                <c:pt idx="740">
                  <c:v>-0.6397905</c:v>
                </c:pt>
                <c:pt idx="741">
                  <c:v>2.5145346</c:v>
                </c:pt>
                <c:pt idx="742">
                  <c:v>2.5145346</c:v>
                </c:pt>
                <c:pt idx="743">
                  <c:v>5.57184017</c:v>
                </c:pt>
                <c:pt idx="744">
                  <c:v>5.57184017</c:v>
                </c:pt>
                <c:pt idx="745">
                  <c:v>8.532514470000001</c:v>
                </c:pt>
                <c:pt idx="746">
                  <c:v>8.532514470000001</c:v>
                </c:pt>
                <c:pt idx="747">
                  <c:v>11.3969369</c:v>
                </c:pt>
                <c:pt idx="748">
                  <c:v>11.3969369</c:v>
                </c:pt>
                <c:pt idx="749">
                  <c:v>14.16547817</c:v>
                </c:pt>
                <c:pt idx="750">
                  <c:v>14.16547817</c:v>
                </c:pt>
                <c:pt idx="751">
                  <c:v>16.83850025</c:v>
                </c:pt>
                <c:pt idx="752">
                  <c:v>16.83850025</c:v>
                </c:pt>
                <c:pt idx="753">
                  <c:v>19.4163565</c:v>
                </c:pt>
                <c:pt idx="754">
                  <c:v>19.4163565</c:v>
                </c:pt>
                <c:pt idx="755">
                  <c:v>21.89939168</c:v>
                </c:pt>
                <c:pt idx="756">
                  <c:v>21.89939168</c:v>
                </c:pt>
                <c:pt idx="757">
                  <c:v>24.28794206</c:v>
                </c:pt>
                <c:pt idx="758">
                  <c:v>24.28794206</c:v>
                </c:pt>
                <c:pt idx="759">
                  <c:v>26.7638052</c:v>
                </c:pt>
                <c:pt idx="760">
                  <c:v>26.7638052</c:v>
                </c:pt>
                <c:pt idx="761">
                  <c:v>29.30448365</c:v>
                </c:pt>
                <c:pt idx="762">
                  <c:v>29.30448365</c:v>
                </c:pt>
                <c:pt idx="763">
                  <c:v>31.73879087</c:v>
                </c:pt>
                <c:pt idx="764">
                  <c:v>31.73879087</c:v>
                </c:pt>
                <c:pt idx="765">
                  <c:v>34.06711121</c:v>
                </c:pt>
                <c:pt idx="766">
                  <c:v>34.06711121</c:v>
                </c:pt>
                <c:pt idx="767">
                  <c:v>36.28981951</c:v>
                </c:pt>
                <c:pt idx="768">
                  <c:v>36.28981951</c:v>
                </c:pt>
                <c:pt idx="769">
                  <c:v>38.47197344</c:v>
                </c:pt>
                <c:pt idx="770">
                  <c:v>38.47197344</c:v>
                </c:pt>
                <c:pt idx="771">
                  <c:v>40.55494503</c:v>
                </c:pt>
                <c:pt idx="772">
                  <c:v>40.55494503</c:v>
                </c:pt>
                <c:pt idx="773">
                  <c:v>42.53072149</c:v>
                </c:pt>
                <c:pt idx="774">
                  <c:v>42.53072149</c:v>
                </c:pt>
                <c:pt idx="775">
                  <c:v>44.39964023</c:v>
                </c:pt>
                <c:pt idx="776">
                  <c:v>44.39964023</c:v>
                </c:pt>
                <c:pt idx="777">
                  <c:v>46.16202953</c:v>
                </c:pt>
                <c:pt idx="778">
                  <c:v>46.16202953</c:v>
                </c:pt>
                <c:pt idx="779">
                  <c:v>47.81820866</c:v>
                </c:pt>
                <c:pt idx="780">
                  <c:v>47.81820866</c:v>
                </c:pt>
                <c:pt idx="781">
                  <c:v>49.36848794</c:v>
                </c:pt>
                <c:pt idx="782">
                  <c:v>49.36848794</c:v>
                </c:pt>
                <c:pt idx="783">
                  <c:v>50.81316885</c:v>
                </c:pt>
                <c:pt idx="784">
                  <c:v>50.81316885</c:v>
                </c:pt>
                <c:pt idx="785">
                  <c:v>52.15254415</c:v>
                </c:pt>
                <c:pt idx="786">
                  <c:v>52.15254415</c:v>
                </c:pt>
                <c:pt idx="787">
                  <c:v>53.38689798</c:v>
                </c:pt>
                <c:pt idx="788">
                  <c:v>53.38689798</c:v>
                </c:pt>
                <c:pt idx="789">
                  <c:v>54.51650597</c:v>
                </c:pt>
                <c:pt idx="790">
                  <c:v>54.51650597</c:v>
                </c:pt>
                <c:pt idx="791">
                  <c:v>55.54163534</c:v>
                </c:pt>
                <c:pt idx="792">
                  <c:v>55.54163534</c:v>
                </c:pt>
                <c:pt idx="793">
                  <c:v>56.46254503</c:v>
                </c:pt>
                <c:pt idx="794">
                  <c:v>56.46254503</c:v>
                </c:pt>
                <c:pt idx="795">
                  <c:v>57.27948583</c:v>
                </c:pt>
                <c:pt idx="796">
                  <c:v>57.27948583</c:v>
                </c:pt>
                <c:pt idx="797">
                  <c:v>57.99270049</c:v>
                </c:pt>
                <c:pt idx="798">
                  <c:v>57.99270049</c:v>
                </c:pt>
                <c:pt idx="799">
                  <c:v>58.60242384</c:v>
                </c:pt>
                <c:pt idx="800">
                  <c:v>58.60242384</c:v>
                </c:pt>
                <c:pt idx="801">
                  <c:v>59.10888293</c:v>
                </c:pt>
                <c:pt idx="802">
                  <c:v>59.10888293</c:v>
                </c:pt>
                <c:pt idx="803">
                  <c:v>59.51229715</c:v>
                </c:pt>
                <c:pt idx="804">
                  <c:v>59.51229715</c:v>
                </c:pt>
                <c:pt idx="805">
                  <c:v>59.8128784</c:v>
                </c:pt>
                <c:pt idx="806">
                  <c:v>59.8128784</c:v>
                </c:pt>
                <c:pt idx="807">
                  <c:v>60.01083116</c:v>
                </c:pt>
                <c:pt idx="808">
                  <c:v>60.01083116</c:v>
                </c:pt>
                <c:pt idx="809">
                  <c:v>60.10635273</c:v>
                </c:pt>
                <c:pt idx="810">
                  <c:v>60.10635273</c:v>
                </c:pt>
                <c:pt idx="811">
                  <c:v>60.09963326</c:v>
                </c:pt>
                <c:pt idx="812">
                  <c:v>60.09963326</c:v>
                </c:pt>
                <c:pt idx="813">
                  <c:v>59.99085597</c:v>
                </c:pt>
                <c:pt idx="814">
                  <c:v>59.99085597</c:v>
                </c:pt>
                <c:pt idx="815">
                  <c:v>59.7801973</c:v>
                </c:pt>
                <c:pt idx="816">
                  <c:v>59.7801973</c:v>
                </c:pt>
                <c:pt idx="817">
                  <c:v>59.46782701</c:v>
                </c:pt>
                <c:pt idx="818">
                  <c:v>59.46782701</c:v>
                </c:pt>
                <c:pt idx="819">
                  <c:v>59.05390836</c:v>
                </c:pt>
                <c:pt idx="820">
                  <c:v>59.05390836</c:v>
                </c:pt>
                <c:pt idx="821">
                  <c:v>58.53859827</c:v>
                </c:pt>
                <c:pt idx="822">
                  <c:v>58.53859827</c:v>
                </c:pt>
                <c:pt idx="823">
                  <c:v>57.92204745</c:v>
                </c:pt>
                <c:pt idx="824">
                  <c:v>57.92204745</c:v>
                </c:pt>
                <c:pt idx="825">
                  <c:v>57.20440057</c:v>
                </c:pt>
                <c:pt idx="826">
                  <c:v>57.20440057</c:v>
                </c:pt>
                <c:pt idx="827">
                  <c:v>56.3857964</c:v>
                </c:pt>
                <c:pt idx="828">
                  <c:v>56.3857964</c:v>
                </c:pt>
                <c:pt idx="829">
                  <c:v>55.46636798</c:v>
                </c:pt>
                <c:pt idx="830">
                  <c:v>55.46636798</c:v>
                </c:pt>
                <c:pt idx="831">
                  <c:v>54.44624275</c:v>
                </c:pt>
                <c:pt idx="832">
                  <c:v>54.44624275</c:v>
                </c:pt>
                <c:pt idx="833">
                  <c:v>53.32554269</c:v>
                </c:pt>
                <c:pt idx="834">
                  <c:v>53.32554269</c:v>
                </c:pt>
                <c:pt idx="835">
                  <c:v>52.10438451</c:v>
                </c:pt>
                <c:pt idx="836">
                  <c:v>52.10438451</c:v>
                </c:pt>
                <c:pt idx="837">
                  <c:v>50.78287977</c:v>
                </c:pt>
                <c:pt idx="838">
                  <c:v>50.78287977</c:v>
                </c:pt>
                <c:pt idx="839">
                  <c:v>49.36113498</c:v>
                </c:pt>
                <c:pt idx="840">
                  <c:v>49.36113498</c:v>
                </c:pt>
                <c:pt idx="841">
                  <c:v>47.83925181</c:v>
                </c:pt>
                <c:pt idx="842">
                  <c:v>47.83925181</c:v>
                </c:pt>
                <c:pt idx="843">
                  <c:v>46.21732717</c:v>
                </c:pt>
                <c:pt idx="844">
                  <c:v>46.21732717</c:v>
                </c:pt>
                <c:pt idx="845">
                  <c:v>44.49545334</c:v>
                </c:pt>
                <c:pt idx="846">
                  <c:v>44.49545334</c:v>
                </c:pt>
                <c:pt idx="847">
                  <c:v>42.67371808</c:v>
                </c:pt>
                <c:pt idx="848">
                  <c:v>42.67371808</c:v>
                </c:pt>
                <c:pt idx="849">
                  <c:v>40.75220477</c:v>
                </c:pt>
                <c:pt idx="850">
                  <c:v>40.75220477</c:v>
                </c:pt>
                <c:pt idx="851">
                  <c:v>38.73099244</c:v>
                </c:pt>
                <c:pt idx="852">
                  <c:v>38.73099244</c:v>
                </c:pt>
                <c:pt idx="853">
                  <c:v>36.61015594</c:v>
                </c:pt>
                <c:pt idx="854">
                  <c:v>36.61015594</c:v>
                </c:pt>
                <c:pt idx="855">
                  <c:v>34.38976592</c:v>
                </c:pt>
                <c:pt idx="856">
                  <c:v>34.38976592</c:v>
                </c:pt>
                <c:pt idx="857">
                  <c:v>32.06988896</c:v>
                </c:pt>
                <c:pt idx="858">
                  <c:v>32.06988896</c:v>
                </c:pt>
                <c:pt idx="859">
                  <c:v>29.65058756</c:v>
                </c:pt>
                <c:pt idx="860">
                  <c:v>29.65058756</c:v>
                </c:pt>
                <c:pt idx="861">
                  <c:v>27.13192016</c:v>
                </c:pt>
                <c:pt idx="862">
                  <c:v>27.13192016</c:v>
                </c:pt>
                <c:pt idx="863">
                  <c:v>24.51394114</c:v>
                </c:pt>
                <c:pt idx="864">
                  <c:v>24.51394114</c:v>
                </c:pt>
                <c:pt idx="865">
                  <c:v>21.79670078</c:v>
                </c:pt>
                <c:pt idx="866">
                  <c:v>21.79670078</c:v>
                </c:pt>
                <c:pt idx="867">
                  <c:v>18.98024519</c:v>
                </c:pt>
                <c:pt idx="868">
                  <c:v>18.98024519</c:v>
                </c:pt>
                <c:pt idx="869">
                  <c:v>16.06461615</c:v>
                </c:pt>
                <c:pt idx="870">
                  <c:v>16.06461615</c:v>
                </c:pt>
                <c:pt idx="871">
                  <c:v>13.04985098</c:v>
                </c:pt>
                <c:pt idx="872">
                  <c:v>13.04985098</c:v>
                </c:pt>
                <c:pt idx="873">
                  <c:v>9.93598225</c:v>
                </c:pt>
                <c:pt idx="874">
                  <c:v>9.93598225</c:v>
                </c:pt>
                <c:pt idx="875">
                  <c:v>6.72303743</c:v>
                </c:pt>
                <c:pt idx="876">
                  <c:v>6.72303743</c:v>
                </c:pt>
                <c:pt idx="877">
                  <c:v>3.41103829</c:v>
                </c:pt>
                <c:pt idx="878">
                  <c:v>3.41103829</c:v>
                </c:pt>
                <c:pt idx="879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Sheet1!$B$883</c:f>
              <c:strCache>
                <c:ptCount val="1"/>
                <c:pt idx="0">
                  <c:v>最小值</c:v>
                </c:pt>
              </c:strCache>
            </c:strRef>
          </c:tx>
          <c:spPr>
            <a:ln w="21590">
              <a:solidFill>
                <a:srgbClr val="9E2A2B"/>
              </a:solidFill>
            </a:ln>
          </c:spPr>
          <c:marker>
            <c:symbol val="none"/>
          </c:marker>
          <c:xVal>
            <c:numRef>
              <c:f>Sheet1!$A$884:$A$1763</c:f>
              <c:numCache>
                <c:formatCode>General</c:formatCode>
                <c:ptCount val="880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</c:numCache>
            </c:numRef>
          </c:xVal>
          <c:yVal>
            <c:numRef>
              <c:f>Sheet1!$B$884:$B$1763</c:f>
              <c:numCache>
                <c:formatCode>General</c:formatCode>
                <c:ptCount val="880"/>
                <c:pt idx="0">
                  <c:v>-0</c:v>
                </c:pt>
                <c:pt idx="1">
                  <c:v>1.58554972</c:v>
                </c:pt>
                <c:pt idx="2">
                  <c:v>1.58554972</c:v>
                </c:pt>
                <c:pt idx="3">
                  <c:v>3.10637713</c:v>
                </c:pt>
                <c:pt idx="4">
                  <c:v>3.10637713</c:v>
                </c:pt>
                <c:pt idx="5">
                  <c:v>4.56246292</c:v>
                </c:pt>
                <c:pt idx="6">
                  <c:v>4.56246292</c:v>
                </c:pt>
                <c:pt idx="7">
                  <c:v>5.95377786</c:v>
                </c:pt>
                <c:pt idx="8">
                  <c:v>5.95377786</c:v>
                </c:pt>
                <c:pt idx="9">
                  <c:v>7.28028363</c:v>
                </c:pt>
                <c:pt idx="10">
                  <c:v>7.28028363</c:v>
                </c:pt>
                <c:pt idx="11">
                  <c:v>8.54193332</c:v>
                </c:pt>
                <c:pt idx="12">
                  <c:v>8.54193332</c:v>
                </c:pt>
                <c:pt idx="13">
                  <c:v>9.73867179</c:v>
                </c:pt>
                <c:pt idx="14">
                  <c:v>9.73867179</c:v>
                </c:pt>
                <c:pt idx="15">
                  <c:v>10.87043597</c:v>
                </c:pt>
                <c:pt idx="16">
                  <c:v>10.87043597</c:v>
                </c:pt>
                <c:pt idx="17">
                  <c:v>11.93715511</c:v>
                </c:pt>
                <c:pt idx="18">
                  <c:v>11.93715511</c:v>
                </c:pt>
                <c:pt idx="19">
                  <c:v>12.93875091</c:v>
                </c:pt>
                <c:pt idx="20">
                  <c:v>12.93875091</c:v>
                </c:pt>
                <c:pt idx="21">
                  <c:v>13.87513775</c:v>
                </c:pt>
                <c:pt idx="22">
                  <c:v>13.87513775</c:v>
                </c:pt>
                <c:pt idx="23">
                  <c:v>14.74622274</c:v>
                </c:pt>
                <c:pt idx="24">
                  <c:v>14.74622274</c:v>
                </c:pt>
                <c:pt idx="25">
                  <c:v>15.55190593</c:v>
                </c:pt>
                <c:pt idx="26">
                  <c:v>15.55190593</c:v>
                </c:pt>
                <c:pt idx="27">
                  <c:v>16.29208033</c:v>
                </c:pt>
                <c:pt idx="28">
                  <c:v>16.29208033</c:v>
                </c:pt>
                <c:pt idx="29">
                  <c:v>16.96663204</c:v>
                </c:pt>
                <c:pt idx="30">
                  <c:v>16.96663204</c:v>
                </c:pt>
                <c:pt idx="31">
                  <c:v>17.57544034</c:v>
                </c:pt>
                <c:pt idx="32">
                  <c:v>17.57544034</c:v>
                </c:pt>
                <c:pt idx="33">
                  <c:v>18.11837771</c:v>
                </c:pt>
                <c:pt idx="34">
                  <c:v>18.11837771</c:v>
                </c:pt>
                <c:pt idx="35">
                  <c:v>18.59530994</c:v>
                </c:pt>
                <c:pt idx="36">
                  <c:v>18.59530994</c:v>
                </c:pt>
                <c:pt idx="37">
                  <c:v>19.00609615</c:v>
                </c:pt>
                <c:pt idx="38">
                  <c:v>19.00609615</c:v>
                </c:pt>
                <c:pt idx="39">
                  <c:v>19.35058886</c:v>
                </c:pt>
                <c:pt idx="40">
                  <c:v>19.35058886</c:v>
                </c:pt>
                <c:pt idx="41">
                  <c:v>19.62863403</c:v>
                </c:pt>
                <c:pt idx="42">
                  <c:v>19.62863403</c:v>
                </c:pt>
                <c:pt idx="43">
                  <c:v>19.84007107</c:v>
                </c:pt>
                <c:pt idx="44">
                  <c:v>19.84007107</c:v>
                </c:pt>
                <c:pt idx="45">
                  <c:v>19.98473291</c:v>
                </c:pt>
                <c:pt idx="46">
                  <c:v>19.98473291</c:v>
                </c:pt>
                <c:pt idx="47">
                  <c:v>20.062446</c:v>
                </c:pt>
                <c:pt idx="48">
                  <c:v>20.062446</c:v>
                </c:pt>
                <c:pt idx="49">
                  <c:v>20.07303035</c:v>
                </c:pt>
                <c:pt idx="50">
                  <c:v>20.07303035</c:v>
                </c:pt>
                <c:pt idx="51">
                  <c:v>20.01629956</c:v>
                </c:pt>
                <c:pt idx="52">
                  <c:v>20.01629956</c:v>
                </c:pt>
                <c:pt idx="53">
                  <c:v>19.8920608</c:v>
                </c:pt>
                <c:pt idx="54">
                  <c:v>19.8920608</c:v>
                </c:pt>
                <c:pt idx="55">
                  <c:v>19.70011487</c:v>
                </c:pt>
                <c:pt idx="56">
                  <c:v>19.70011487</c:v>
                </c:pt>
                <c:pt idx="57">
                  <c:v>19.44025617</c:v>
                </c:pt>
                <c:pt idx="58">
                  <c:v>19.44025617</c:v>
                </c:pt>
                <c:pt idx="59">
                  <c:v>19.11227274</c:v>
                </c:pt>
                <c:pt idx="60">
                  <c:v>19.11227274</c:v>
                </c:pt>
                <c:pt idx="61">
                  <c:v>18.71594628</c:v>
                </c:pt>
                <c:pt idx="62">
                  <c:v>18.71594628</c:v>
                </c:pt>
                <c:pt idx="63">
                  <c:v>18.25105208</c:v>
                </c:pt>
                <c:pt idx="64">
                  <c:v>18.25105208</c:v>
                </c:pt>
                <c:pt idx="65">
                  <c:v>17.71735913</c:v>
                </c:pt>
                <c:pt idx="66">
                  <c:v>17.71735913</c:v>
                </c:pt>
                <c:pt idx="67">
                  <c:v>17.11463002</c:v>
                </c:pt>
                <c:pt idx="68">
                  <c:v>17.11463002</c:v>
                </c:pt>
                <c:pt idx="69">
                  <c:v>16.44262101</c:v>
                </c:pt>
                <c:pt idx="70">
                  <c:v>16.44262101</c:v>
                </c:pt>
                <c:pt idx="71">
                  <c:v>15.70108197</c:v>
                </c:pt>
                <c:pt idx="72">
                  <c:v>15.70108197</c:v>
                </c:pt>
                <c:pt idx="73">
                  <c:v>14.88975643</c:v>
                </c:pt>
                <c:pt idx="74">
                  <c:v>14.88975643</c:v>
                </c:pt>
                <c:pt idx="75">
                  <c:v>14.00838153</c:v>
                </c:pt>
                <c:pt idx="76">
                  <c:v>14.00838153</c:v>
                </c:pt>
                <c:pt idx="77">
                  <c:v>13.05668803</c:v>
                </c:pt>
                <c:pt idx="78">
                  <c:v>13.05668803</c:v>
                </c:pt>
                <c:pt idx="79">
                  <c:v>12.03440029</c:v>
                </c:pt>
                <c:pt idx="80">
                  <c:v>12.03440029</c:v>
                </c:pt>
                <c:pt idx="81">
                  <c:v>10.94123627</c:v>
                </c:pt>
                <c:pt idx="82">
                  <c:v>10.94123627</c:v>
                </c:pt>
                <c:pt idx="83">
                  <c:v>9.7769075</c:v>
                </c:pt>
                <c:pt idx="84">
                  <c:v>9.7769075</c:v>
                </c:pt>
                <c:pt idx="85">
                  <c:v>8.54111908</c:v>
                </c:pt>
                <c:pt idx="86">
                  <c:v>8.54111908</c:v>
                </c:pt>
                <c:pt idx="87">
                  <c:v>7.23356966</c:v>
                </c:pt>
                <c:pt idx="88">
                  <c:v>7.23356966</c:v>
                </c:pt>
                <c:pt idx="89">
                  <c:v>5.85395142</c:v>
                </c:pt>
                <c:pt idx="90">
                  <c:v>5.85395142</c:v>
                </c:pt>
                <c:pt idx="91">
                  <c:v>4.40195004</c:v>
                </c:pt>
                <c:pt idx="92">
                  <c:v>4.40195004</c:v>
                </c:pt>
                <c:pt idx="93">
                  <c:v>2.87724469</c:v>
                </c:pt>
                <c:pt idx="94">
                  <c:v>2.87724469</c:v>
                </c:pt>
                <c:pt idx="95">
                  <c:v>1.27950803</c:v>
                </c:pt>
                <c:pt idx="96">
                  <c:v>1.27950803</c:v>
                </c:pt>
                <c:pt idx="97">
                  <c:v>-0.39159385</c:v>
                </c:pt>
                <c:pt idx="98">
                  <c:v>-0.39159385</c:v>
                </c:pt>
                <c:pt idx="99">
                  <c:v>-2.13640145</c:v>
                </c:pt>
                <c:pt idx="100">
                  <c:v>-2.13640145</c:v>
                </c:pt>
                <c:pt idx="101">
                  <c:v>-3.95526185</c:v>
                </c:pt>
                <c:pt idx="102">
                  <c:v>-3.95526185</c:v>
                </c:pt>
                <c:pt idx="103">
                  <c:v>-5.84852877</c:v>
                </c:pt>
                <c:pt idx="104">
                  <c:v>-5.84852877</c:v>
                </c:pt>
                <c:pt idx="105">
                  <c:v>-7.81656259</c:v>
                </c:pt>
                <c:pt idx="106">
                  <c:v>-7.81656259</c:v>
                </c:pt>
                <c:pt idx="107">
                  <c:v>-9.85973036</c:v>
                </c:pt>
                <c:pt idx="108">
                  <c:v>-9.85973036</c:v>
                </c:pt>
                <c:pt idx="109">
                  <c:v>-11.97840587</c:v>
                </c:pt>
                <c:pt idx="110">
                  <c:v>-11.97840587</c:v>
                </c:pt>
                <c:pt idx="111">
                  <c:v>-14.18132907</c:v>
                </c:pt>
                <c:pt idx="112">
                  <c:v>-14.18132907</c:v>
                </c:pt>
                <c:pt idx="113">
                  <c:v>-16.52787115</c:v>
                </c:pt>
                <c:pt idx="114">
                  <c:v>-16.52787115</c:v>
                </c:pt>
                <c:pt idx="115">
                  <c:v>-18.95373387</c:v>
                </c:pt>
                <c:pt idx="116">
                  <c:v>-18.95373387</c:v>
                </c:pt>
                <c:pt idx="117">
                  <c:v>-21.45931819</c:v>
                </c:pt>
                <c:pt idx="118">
                  <c:v>-21.45931819</c:v>
                </c:pt>
                <c:pt idx="119">
                  <c:v>-24.04503191</c:v>
                </c:pt>
                <c:pt idx="120">
                  <c:v>-24.04503191</c:v>
                </c:pt>
                <c:pt idx="121">
                  <c:v>-26.88287032</c:v>
                </c:pt>
                <c:pt idx="122">
                  <c:v>-26.88287032</c:v>
                </c:pt>
                <c:pt idx="123">
                  <c:v>-29.99615631</c:v>
                </c:pt>
                <c:pt idx="124">
                  <c:v>-29.99615631</c:v>
                </c:pt>
                <c:pt idx="125">
                  <c:v>-33.20393444</c:v>
                </c:pt>
                <c:pt idx="126">
                  <c:v>-33.20393444</c:v>
                </c:pt>
                <c:pt idx="127">
                  <c:v>-36.50672753</c:v>
                </c:pt>
                <c:pt idx="128">
                  <c:v>-36.50672753</c:v>
                </c:pt>
                <c:pt idx="129">
                  <c:v>-39.90506685</c:v>
                </c:pt>
                <c:pt idx="130">
                  <c:v>-39.90506685</c:v>
                </c:pt>
                <c:pt idx="131">
                  <c:v>-43.39949219</c:v>
                </c:pt>
                <c:pt idx="132">
                  <c:v>-43.39949219</c:v>
                </c:pt>
                <c:pt idx="133">
                  <c:v>-46.99055191</c:v>
                </c:pt>
                <c:pt idx="134">
                  <c:v>-46.99055191</c:v>
                </c:pt>
                <c:pt idx="135">
                  <c:v>-50.67880298</c:v>
                </c:pt>
                <c:pt idx="136">
                  <c:v>-50.67880298</c:v>
                </c:pt>
                <c:pt idx="137">
                  <c:v>-54.46481102</c:v>
                </c:pt>
                <c:pt idx="138">
                  <c:v>-54.46481102</c:v>
                </c:pt>
                <c:pt idx="139">
                  <c:v>-58.34915039</c:v>
                </c:pt>
                <c:pt idx="140">
                  <c:v>-58.34915039</c:v>
                </c:pt>
                <c:pt idx="141">
                  <c:v>-62.33240418</c:v>
                </c:pt>
                <c:pt idx="142">
                  <c:v>-62.33240418</c:v>
                </c:pt>
                <c:pt idx="143">
                  <c:v>-66.41516433</c:v>
                </c:pt>
                <c:pt idx="144">
                  <c:v>-66.41516433</c:v>
                </c:pt>
                <c:pt idx="145">
                  <c:v>-70.59803162999999</c:v>
                </c:pt>
                <c:pt idx="146">
                  <c:v>-70.59803162999999</c:v>
                </c:pt>
                <c:pt idx="147">
                  <c:v>-74.88161580000001</c:v>
                </c:pt>
                <c:pt idx="148">
                  <c:v>-74.88161580000001</c:v>
                </c:pt>
                <c:pt idx="149">
                  <c:v>-79.26653554000001</c:v>
                </c:pt>
                <c:pt idx="150">
                  <c:v>-79.26653554000001</c:v>
                </c:pt>
                <c:pt idx="151">
                  <c:v>-83.75341858</c:v>
                </c:pt>
                <c:pt idx="152">
                  <c:v>-83.75341858</c:v>
                </c:pt>
                <c:pt idx="153">
                  <c:v>-88.34290176</c:v>
                </c:pt>
                <c:pt idx="154">
                  <c:v>-88.34290176</c:v>
                </c:pt>
                <c:pt idx="155">
                  <c:v>-93.03563106</c:v>
                </c:pt>
                <c:pt idx="156">
                  <c:v>-93.03563106</c:v>
                </c:pt>
                <c:pt idx="157">
                  <c:v>-97.83226165000001</c:v>
                </c:pt>
                <c:pt idx="158">
                  <c:v>-97.83226165000001</c:v>
                </c:pt>
                <c:pt idx="159">
                  <c:v>-102.73345799</c:v>
                </c:pt>
                <c:pt idx="160">
                  <c:v>-102.73345799</c:v>
                </c:pt>
                <c:pt idx="161">
                  <c:v>-107.73989387</c:v>
                </c:pt>
                <c:pt idx="162">
                  <c:v>-107.73989387</c:v>
                </c:pt>
                <c:pt idx="163">
                  <c:v>-112.85225244</c:v>
                </c:pt>
                <c:pt idx="164">
                  <c:v>-112.85225244</c:v>
                </c:pt>
                <c:pt idx="165">
                  <c:v>-118.07122634</c:v>
                </c:pt>
                <c:pt idx="166">
                  <c:v>-118.07122634</c:v>
                </c:pt>
                <c:pt idx="167">
                  <c:v>-123.39751769</c:v>
                </c:pt>
                <c:pt idx="168">
                  <c:v>-123.39751769</c:v>
                </c:pt>
                <c:pt idx="169">
                  <c:v>-128.8318382</c:v>
                </c:pt>
                <c:pt idx="170">
                  <c:v>-128.8318382</c:v>
                </c:pt>
                <c:pt idx="171">
                  <c:v>-134.3749092</c:v>
                </c:pt>
                <c:pt idx="172">
                  <c:v>-134.3749092</c:v>
                </c:pt>
                <c:pt idx="173">
                  <c:v>-140.02746176</c:v>
                </c:pt>
                <c:pt idx="174">
                  <c:v>-140.02746176</c:v>
                </c:pt>
                <c:pt idx="175">
                  <c:v>-145.79023668</c:v>
                </c:pt>
                <c:pt idx="176">
                  <c:v>-145.79023668</c:v>
                </c:pt>
                <c:pt idx="177">
                  <c:v>-151.66398462</c:v>
                </c:pt>
                <c:pt idx="178">
                  <c:v>-151.66398462</c:v>
                </c:pt>
                <c:pt idx="179">
                  <c:v>-157.64946613</c:v>
                </c:pt>
                <c:pt idx="180">
                  <c:v>-157.64946613</c:v>
                </c:pt>
                <c:pt idx="181">
                  <c:v>-163.75068417</c:v>
                </c:pt>
                <c:pt idx="182">
                  <c:v>-163.75068417</c:v>
                </c:pt>
                <c:pt idx="183">
                  <c:v>-169.9796584</c:v>
                </c:pt>
                <c:pt idx="184">
                  <c:v>-169.9796584</c:v>
                </c:pt>
                <c:pt idx="185">
                  <c:v>-176.33846572</c:v>
                </c:pt>
                <c:pt idx="186">
                  <c:v>-176.33846572</c:v>
                </c:pt>
                <c:pt idx="187">
                  <c:v>-182.82824045</c:v>
                </c:pt>
                <c:pt idx="188">
                  <c:v>-182.82824045</c:v>
                </c:pt>
                <c:pt idx="189">
                  <c:v>-189.45009425</c:v>
                </c:pt>
                <c:pt idx="190">
                  <c:v>-189.45009425</c:v>
                </c:pt>
                <c:pt idx="191">
                  <c:v>-196.20514325</c:v>
                </c:pt>
                <c:pt idx="192">
                  <c:v>-196.20514325</c:v>
                </c:pt>
                <c:pt idx="193">
                  <c:v>-203.09450494</c:v>
                </c:pt>
                <c:pt idx="194">
                  <c:v>-203.09450494</c:v>
                </c:pt>
                <c:pt idx="195">
                  <c:v>-210.11928966</c:v>
                </c:pt>
                <c:pt idx="196">
                  <c:v>-210.11928966</c:v>
                </c:pt>
                <c:pt idx="197">
                  <c:v>-217.28062278</c:v>
                </c:pt>
                <c:pt idx="198">
                  <c:v>-217.28062278</c:v>
                </c:pt>
                <c:pt idx="199">
                  <c:v>-224.57963009</c:v>
                </c:pt>
                <c:pt idx="200">
                  <c:v>-224.57963009</c:v>
                </c:pt>
                <c:pt idx="201">
                  <c:v>-232.01744719</c:v>
                </c:pt>
                <c:pt idx="202">
                  <c:v>-232.01744719</c:v>
                </c:pt>
                <c:pt idx="203">
                  <c:v>-239.5952386</c:v>
                </c:pt>
                <c:pt idx="204">
                  <c:v>-239.5952386</c:v>
                </c:pt>
                <c:pt idx="205">
                  <c:v>-247.31414034</c:v>
                </c:pt>
                <c:pt idx="206">
                  <c:v>-247.31414034</c:v>
                </c:pt>
                <c:pt idx="207">
                  <c:v>-255.17535213</c:v>
                </c:pt>
                <c:pt idx="208">
                  <c:v>-255.17535213</c:v>
                </c:pt>
                <c:pt idx="209">
                  <c:v>-263.17999135</c:v>
                </c:pt>
                <c:pt idx="210">
                  <c:v>-263.17999135</c:v>
                </c:pt>
                <c:pt idx="211">
                  <c:v>-271.32932391</c:v>
                </c:pt>
                <c:pt idx="212">
                  <c:v>-271.32932391</c:v>
                </c:pt>
                <c:pt idx="213">
                  <c:v>-279.62450809</c:v>
                </c:pt>
                <c:pt idx="214">
                  <c:v>-279.62450809</c:v>
                </c:pt>
                <c:pt idx="215">
                  <c:v>-288.06676198</c:v>
                </c:pt>
                <c:pt idx="216">
                  <c:v>-288.06676198</c:v>
                </c:pt>
                <c:pt idx="217">
                  <c:v>-296.65731532</c:v>
                </c:pt>
                <c:pt idx="218">
                  <c:v>-296.65731532</c:v>
                </c:pt>
                <c:pt idx="219">
                  <c:v>-305.39740205</c:v>
                </c:pt>
                <c:pt idx="220">
                  <c:v>-305.39740205</c:v>
                </c:pt>
                <c:pt idx="221">
                  <c:v>-314.28830536</c:v>
                </c:pt>
                <c:pt idx="222">
                  <c:v>-314.28830536</c:v>
                </c:pt>
                <c:pt idx="223">
                  <c:v>-323.33128902</c:v>
                </c:pt>
                <c:pt idx="224">
                  <c:v>-323.33128902</c:v>
                </c:pt>
                <c:pt idx="225">
                  <c:v>-332.52758149</c:v>
                </c:pt>
                <c:pt idx="226">
                  <c:v>-332.52758149</c:v>
                </c:pt>
                <c:pt idx="227">
                  <c:v>-341.87856409</c:v>
                </c:pt>
                <c:pt idx="228">
                  <c:v>-341.87856409</c:v>
                </c:pt>
                <c:pt idx="229">
                  <c:v>-351.38548238</c:v>
                </c:pt>
                <c:pt idx="230">
                  <c:v>-351.38548238</c:v>
                </c:pt>
                <c:pt idx="231">
                  <c:v>-361.04970809</c:v>
                </c:pt>
                <c:pt idx="232">
                  <c:v>-361.04970809</c:v>
                </c:pt>
                <c:pt idx="233">
                  <c:v>-370.87253264</c:v>
                </c:pt>
                <c:pt idx="234">
                  <c:v>-370.87253264</c:v>
                </c:pt>
                <c:pt idx="235">
                  <c:v>-380.85540094</c:v>
                </c:pt>
                <c:pt idx="236">
                  <c:v>-380.85540094</c:v>
                </c:pt>
                <c:pt idx="237">
                  <c:v>-390.9996055</c:v>
                </c:pt>
                <c:pt idx="238">
                  <c:v>-390.9996055</c:v>
                </c:pt>
                <c:pt idx="239">
                  <c:v>-401.30656927</c:v>
                </c:pt>
                <c:pt idx="240">
                  <c:v>-401.30656927</c:v>
                </c:pt>
                <c:pt idx="241">
                  <c:v>-390.24105511</c:v>
                </c:pt>
                <c:pt idx="242">
                  <c:v>-390.24105511</c:v>
                </c:pt>
                <c:pt idx="243">
                  <c:v>-379.33036153</c:v>
                </c:pt>
                <c:pt idx="244">
                  <c:v>-379.33036153</c:v>
                </c:pt>
                <c:pt idx="245">
                  <c:v>-368.57315303</c:v>
                </c:pt>
                <c:pt idx="246">
                  <c:v>-368.57315303</c:v>
                </c:pt>
                <c:pt idx="247">
                  <c:v>-357.96818584</c:v>
                </c:pt>
                <c:pt idx="248">
                  <c:v>-357.96818584</c:v>
                </c:pt>
                <c:pt idx="249">
                  <c:v>-347.51424003</c:v>
                </c:pt>
                <c:pt idx="250">
                  <c:v>-347.51424003</c:v>
                </c:pt>
                <c:pt idx="251">
                  <c:v>-337.20994946</c:v>
                </c:pt>
                <c:pt idx="252">
                  <c:v>-337.20994946</c:v>
                </c:pt>
                <c:pt idx="253">
                  <c:v>-327.0541355</c:v>
                </c:pt>
                <c:pt idx="254">
                  <c:v>-327.0541355</c:v>
                </c:pt>
                <c:pt idx="255">
                  <c:v>-317.04561177</c:v>
                </c:pt>
                <c:pt idx="256">
                  <c:v>-317.04561177</c:v>
                </c:pt>
                <c:pt idx="257">
                  <c:v>-307.18308774</c:v>
                </c:pt>
                <c:pt idx="258">
                  <c:v>-307.18308774</c:v>
                </c:pt>
                <c:pt idx="259">
                  <c:v>-297.46541732</c:v>
                </c:pt>
                <c:pt idx="260">
                  <c:v>-297.46541732</c:v>
                </c:pt>
                <c:pt idx="261">
                  <c:v>-287.8914325</c:v>
                </c:pt>
                <c:pt idx="262">
                  <c:v>-287.8914325</c:v>
                </c:pt>
                <c:pt idx="263">
                  <c:v>-278.45999634</c:v>
                </c:pt>
                <c:pt idx="264">
                  <c:v>-278.45999634</c:v>
                </c:pt>
                <c:pt idx="265">
                  <c:v>-269.16996906</c:v>
                </c:pt>
                <c:pt idx="266">
                  <c:v>-269.16996906</c:v>
                </c:pt>
                <c:pt idx="267">
                  <c:v>-260.02025439</c:v>
                </c:pt>
                <c:pt idx="268">
                  <c:v>-260.02025439</c:v>
                </c:pt>
                <c:pt idx="269">
                  <c:v>-251.00967452</c:v>
                </c:pt>
                <c:pt idx="270">
                  <c:v>-251.00967452</c:v>
                </c:pt>
                <c:pt idx="271">
                  <c:v>-242.13721688</c:v>
                </c:pt>
                <c:pt idx="272">
                  <c:v>-242.13721688</c:v>
                </c:pt>
                <c:pt idx="273">
                  <c:v>-233.40184226</c:v>
                </c:pt>
                <c:pt idx="274">
                  <c:v>-233.40184226</c:v>
                </c:pt>
                <c:pt idx="275">
                  <c:v>-224.80244561</c:v>
                </c:pt>
                <c:pt idx="276">
                  <c:v>-224.80244561</c:v>
                </c:pt>
                <c:pt idx="277">
                  <c:v>-216.33799718</c:v>
                </c:pt>
                <c:pt idx="278">
                  <c:v>-216.33799718</c:v>
                </c:pt>
                <c:pt idx="279">
                  <c:v>-208.00750841</c:v>
                </c:pt>
                <c:pt idx="280">
                  <c:v>-208.00750841</c:v>
                </c:pt>
                <c:pt idx="281">
                  <c:v>-199.80996961</c:v>
                </c:pt>
                <c:pt idx="282">
                  <c:v>-199.80996961</c:v>
                </c:pt>
                <c:pt idx="283">
                  <c:v>-191.74442474</c:v>
                </c:pt>
                <c:pt idx="284">
                  <c:v>-191.74442474</c:v>
                </c:pt>
                <c:pt idx="285">
                  <c:v>-183.80983913</c:v>
                </c:pt>
                <c:pt idx="286">
                  <c:v>-183.80983913</c:v>
                </c:pt>
                <c:pt idx="287">
                  <c:v>-176.00529945</c:v>
                </c:pt>
                <c:pt idx="288">
                  <c:v>-176.00529945</c:v>
                </c:pt>
                <c:pt idx="289">
                  <c:v>-168.32989437</c:v>
                </c:pt>
                <c:pt idx="290">
                  <c:v>-168.32989437</c:v>
                </c:pt>
                <c:pt idx="291">
                  <c:v>-160.78268319</c:v>
                </c:pt>
                <c:pt idx="292">
                  <c:v>-160.78268319</c:v>
                </c:pt>
                <c:pt idx="293">
                  <c:v>-153.36280255</c:v>
                </c:pt>
                <c:pt idx="294">
                  <c:v>-153.36280255</c:v>
                </c:pt>
                <c:pt idx="295">
                  <c:v>-146.06931544</c:v>
                </c:pt>
                <c:pt idx="296">
                  <c:v>-146.06931544</c:v>
                </c:pt>
                <c:pt idx="297">
                  <c:v>-138.90132818</c:v>
                </c:pt>
                <c:pt idx="298">
                  <c:v>-138.90132818</c:v>
                </c:pt>
                <c:pt idx="299">
                  <c:v>-131.85805592</c:v>
                </c:pt>
                <c:pt idx="300">
                  <c:v>-131.85805592</c:v>
                </c:pt>
                <c:pt idx="301">
                  <c:v>-124.9385971</c:v>
                </c:pt>
                <c:pt idx="302">
                  <c:v>-124.9385971</c:v>
                </c:pt>
                <c:pt idx="303">
                  <c:v>-118.14226403</c:v>
                </c:pt>
                <c:pt idx="304">
                  <c:v>-118.14226403</c:v>
                </c:pt>
                <c:pt idx="305">
                  <c:v>-111.468158</c:v>
                </c:pt>
                <c:pt idx="306">
                  <c:v>-111.468158</c:v>
                </c:pt>
                <c:pt idx="307">
                  <c:v>-104.91551386</c:v>
                </c:pt>
                <c:pt idx="308">
                  <c:v>-104.91551386</c:v>
                </c:pt>
                <c:pt idx="309">
                  <c:v>-98.48358734999999</c:v>
                </c:pt>
                <c:pt idx="310">
                  <c:v>-98.48358734999999</c:v>
                </c:pt>
                <c:pt idx="311">
                  <c:v>-92.17158565</c:v>
                </c:pt>
                <c:pt idx="312">
                  <c:v>-92.17158565</c:v>
                </c:pt>
                <c:pt idx="313">
                  <c:v>-85.97886407</c:v>
                </c:pt>
                <c:pt idx="314">
                  <c:v>-85.97886407</c:v>
                </c:pt>
                <c:pt idx="315">
                  <c:v>-79.94078561000001</c:v>
                </c:pt>
                <c:pt idx="316">
                  <c:v>-79.94078561000001</c:v>
                </c:pt>
                <c:pt idx="317">
                  <c:v>-74.18555885000001</c:v>
                </c:pt>
                <c:pt idx="318">
                  <c:v>-74.18555885000001</c:v>
                </c:pt>
                <c:pt idx="319">
                  <c:v>-68.54307731</c:v>
                </c:pt>
                <c:pt idx="320">
                  <c:v>-68.54307731</c:v>
                </c:pt>
                <c:pt idx="321">
                  <c:v>-63.01250384</c:v>
                </c:pt>
                <c:pt idx="322">
                  <c:v>-63.01250384</c:v>
                </c:pt>
                <c:pt idx="323">
                  <c:v>-57.59309521</c:v>
                </c:pt>
                <c:pt idx="324">
                  <c:v>-57.59309521</c:v>
                </c:pt>
                <c:pt idx="325">
                  <c:v>-52.28412303</c:v>
                </c:pt>
                <c:pt idx="326">
                  <c:v>-52.28412303</c:v>
                </c:pt>
                <c:pt idx="327">
                  <c:v>-47.08486532</c:v>
                </c:pt>
                <c:pt idx="328">
                  <c:v>-47.08486532</c:v>
                </c:pt>
                <c:pt idx="329">
                  <c:v>-41.99460578</c:v>
                </c:pt>
                <c:pt idx="330">
                  <c:v>-41.99460578</c:v>
                </c:pt>
                <c:pt idx="331">
                  <c:v>-37.01272903</c:v>
                </c:pt>
                <c:pt idx="332">
                  <c:v>-37.01272903</c:v>
                </c:pt>
                <c:pt idx="333">
                  <c:v>-32.13846487</c:v>
                </c:pt>
                <c:pt idx="334">
                  <c:v>-32.13846487</c:v>
                </c:pt>
                <c:pt idx="335">
                  <c:v>-27.37122346</c:v>
                </c:pt>
                <c:pt idx="336">
                  <c:v>-27.37122346</c:v>
                </c:pt>
                <c:pt idx="337">
                  <c:v>-22.71033133</c:v>
                </c:pt>
                <c:pt idx="338">
                  <c:v>-22.71033133</c:v>
                </c:pt>
                <c:pt idx="339">
                  <c:v>-18.15519927</c:v>
                </c:pt>
                <c:pt idx="340">
                  <c:v>-18.15519927</c:v>
                </c:pt>
                <c:pt idx="341">
                  <c:v>-13.70521202</c:v>
                </c:pt>
                <c:pt idx="342">
                  <c:v>-13.70521202</c:v>
                </c:pt>
                <c:pt idx="343">
                  <c:v>-9.598504119999999</c:v>
                </c:pt>
                <c:pt idx="344">
                  <c:v>-9.598504119999999</c:v>
                </c:pt>
                <c:pt idx="345">
                  <c:v>-6.01164248</c:v>
                </c:pt>
                <c:pt idx="346">
                  <c:v>-6.01164248</c:v>
                </c:pt>
                <c:pt idx="347">
                  <c:v>-2.51298583</c:v>
                </c:pt>
                <c:pt idx="348">
                  <c:v>-2.51298583</c:v>
                </c:pt>
                <c:pt idx="349">
                  <c:v>0.89786485</c:v>
                </c:pt>
                <c:pt idx="350">
                  <c:v>0.89786485</c:v>
                </c:pt>
                <c:pt idx="351">
                  <c:v>4.22126579</c:v>
                </c:pt>
                <c:pt idx="352">
                  <c:v>4.22126579</c:v>
                </c:pt>
                <c:pt idx="353">
                  <c:v>7.45754633</c:v>
                </c:pt>
                <c:pt idx="354">
                  <c:v>7.45754633</c:v>
                </c:pt>
                <c:pt idx="355">
                  <c:v>10.60705612</c:v>
                </c:pt>
                <c:pt idx="356">
                  <c:v>10.60705612</c:v>
                </c:pt>
                <c:pt idx="357">
                  <c:v>13.67006006</c:v>
                </c:pt>
                <c:pt idx="358">
                  <c:v>13.67006006</c:v>
                </c:pt>
                <c:pt idx="359">
                  <c:v>16.64682195</c:v>
                </c:pt>
                <c:pt idx="360">
                  <c:v>16.64682195</c:v>
                </c:pt>
                <c:pt idx="361">
                  <c:v>19.53756266</c:v>
                </c:pt>
                <c:pt idx="362">
                  <c:v>19.53756266</c:v>
                </c:pt>
                <c:pt idx="363">
                  <c:v>22.34246768</c:v>
                </c:pt>
                <c:pt idx="364">
                  <c:v>22.34246768</c:v>
                </c:pt>
                <c:pt idx="365">
                  <c:v>25.06167876</c:v>
                </c:pt>
                <c:pt idx="366">
                  <c:v>25.06167876</c:v>
                </c:pt>
                <c:pt idx="367">
                  <c:v>27.69527227</c:v>
                </c:pt>
                <c:pt idx="368">
                  <c:v>27.69527227</c:v>
                </c:pt>
                <c:pt idx="369">
                  <c:v>30.24325525</c:v>
                </c:pt>
                <c:pt idx="370">
                  <c:v>30.24325525</c:v>
                </c:pt>
                <c:pt idx="371">
                  <c:v>32.70552328</c:v>
                </c:pt>
                <c:pt idx="372">
                  <c:v>32.70552328</c:v>
                </c:pt>
                <c:pt idx="373">
                  <c:v>35.08177654</c:v>
                </c:pt>
                <c:pt idx="374">
                  <c:v>35.08177654</c:v>
                </c:pt>
                <c:pt idx="375">
                  <c:v>37.36125851</c:v>
                </c:pt>
                <c:pt idx="376">
                  <c:v>37.36125851</c:v>
                </c:pt>
                <c:pt idx="377">
                  <c:v>39.5145402</c:v>
                </c:pt>
                <c:pt idx="378">
                  <c:v>39.5145402</c:v>
                </c:pt>
                <c:pt idx="379">
                  <c:v>41.59771895</c:v>
                </c:pt>
                <c:pt idx="380">
                  <c:v>41.59771895</c:v>
                </c:pt>
                <c:pt idx="381">
                  <c:v>43.61111096</c:v>
                </c:pt>
                <c:pt idx="382">
                  <c:v>43.61111096</c:v>
                </c:pt>
                <c:pt idx="383">
                  <c:v>45.55502325</c:v>
                </c:pt>
                <c:pt idx="384">
                  <c:v>45.55502325</c:v>
                </c:pt>
                <c:pt idx="385">
                  <c:v>47.42975367</c:v>
                </c:pt>
                <c:pt idx="386">
                  <c:v>47.42975367</c:v>
                </c:pt>
                <c:pt idx="387">
                  <c:v>49.2355909</c:v>
                </c:pt>
                <c:pt idx="388">
                  <c:v>49.2355909</c:v>
                </c:pt>
                <c:pt idx="389">
                  <c:v>50.97281447</c:v>
                </c:pt>
                <c:pt idx="390">
                  <c:v>50.97281447</c:v>
                </c:pt>
                <c:pt idx="391">
                  <c:v>52.64169476</c:v>
                </c:pt>
                <c:pt idx="392">
                  <c:v>52.64169476</c:v>
                </c:pt>
                <c:pt idx="393">
                  <c:v>54.242493</c:v>
                </c:pt>
                <c:pt idx="394">
                  <c:v>54.242493</c:v>
                </c:pt>
                <c:pt idx="395">
                  <c:v>55.77546124</c:v>
                </c:pt>
                <c:pt idx="396">
                  <c:v>55.77546124</c:v>
                </c:pt>
                <c:pt idx="397">
                  <c:v>57.24084236</c:v>
                </c:pt>
                <c:pt idx="398">
                  <c:v>57.24084236</c:v>
                </c:pt>
                <c:pt idx="399">
                  <c:v>58.63887004</c:v>
                </c:pt>
                <c:pt idx="400">
                  <c:v>58.63887004</c:v>
                </c:pt>
                <c:pt idx="401">
                  <c:v>59.96976876</c:v>
                </c:pt>
                <c:pt idx="402">
                  <c:v>59.96976876</c:v>
                </c:pt>
                <c:pt idx="403">
                  <c:v>61.23375371</c:v>
                </c:pt>
                <c:pt idx="404">
                  <c:v>61.23375371</c:v>
                </c:pt>
                <c:pt idx="405">
                  <c:v>62.43103084</c:v>
                </c:pt>
                <c:pt idx="406">
                  <c:v>62.43103084</c:v>
                </c:pt>
                <c:pt idx="407">
                  <c:v>63.56179673</c:v>
                </c:pt>
                <c:pt idx="408">
                  <c:v>63.56179673</c:v>
                </c:pt>
                <c:pt idx="409">
                  <c:v>64.62623859</c:v>
                </c:pt>
                <c:pt idx="410">
                  <c:v>64.62623859</c:v>
                </c:pt>
                <c:pt idx="411">
                  <c:v>65.6245342</c:v>
                </c:pt>
                <c:pt idx="412">
                  <c:v>65.6245342</c:v>
                </c:pt>
                <c:pt idx="413">
                  <c:v>66.5568518</c:v>
                </c:pt>
                <c:pt idx="414">
                  <c:v>66.5568518</c:v>
                </c:pt>
                <c:pt idx="415">
                  <c:v>67.42335002999999</c:v>
                </c:pt>
                <c:pt idx="416">
                  <c:v>67.42335002999999</c:v>
                </c:pt>
                <c:pt idx="417">
                  <c:v>68.22417786</c:v>
                </c:pt>
                <c:pt idx="418">
                  <c:v>68.22417786</c:v>
                </c:pt>
                <c:pt idx="419">
                  <c:v>68.95947441</c:v>
                </c:pt>
                <c:pt idx="420">
                  <c:v>68.95947441</c:v>
                </c:pt>
                <c:pt idx="421">
                  <c:v>69.6293689</c:v>
                </c:pt>
                <c:pt idx="422">
                  <c:v>69.6293689</c:v>
                </c:pt>
                <c:pt idx="423">
                  <c:v>70.23398044</c:v>
                </c:pt>
                <c:pt idx="424">
                  <c:v>70.23398044</c:v>
                </c:pt>
                <c:pt idx="425">
                  <c:v>70.77341787</c:v>
                </c:pt>
                <c:pt idx="426">
                  <c:v>70.77341787</c:v>
                </c:pt>
                <c:pt idx="427">
                  <c:v>71.24777955</c:v>
                </c:pt>
                <c:pt idx="428">
                  <c:v>71.24777955</c:v>
                </c:pt>
                <c:pt idx="429">
                  <c:v>71.65715313</c:v>
                </c:pt>
                <c:pt idx="430">
                  <c:v>71.65715313</c:v>
                </c:pt>
                <c:pt idx="431">
                  <c:v>72.0016152</c:v>
                </c:pt>
                <c:pt idx="432">
                  <c:v>72.0016152</c:v>
                </c:pt>
                <c:pt idx="433">
                  <c:v>72.28123093000001</c:v>
                </c:pt>
                <c:pt idx="434">
                  <c:v>72.28123093000001</c:v>
                </c:pt>
                <c:pt idx="435">
                  <c:v>72.49605355</c:v>
                </c:pt>
                <c:pt idx="436">
                  <c:v>72.49605355</c:v>
                </c:pt>
                <c:pt idx="437">
                  <c:v>72.64612365000001</c:v>
                </c:pt>
                <c:pt idx="438">
                  <c:v>72.64612365000001</c:v>
                </c:pt>
                <c:pt idx="439">
                  <c:v>72.73146803</c:v>
                </c:pt>
                <c:pt idx="440">
                  <c:v>72.73146803</c:v>
                </c:pt>
                <c:pt idx="441">
                  <c:v>72.64612365000001</c:v>
                </c:pt>
                <c:pt idx="442">
                  <c:v>72.64612365000001</c:v>
                </c:pt>
                <c:pt idx="443">
                  <c:v>72.49605355</c:v>
                </c:pt>
                <c:pt idx="444">
                  <c:v>72.49605355</c:v>
                </c:pt>
                <c:pt idx="445">
                  <c:v>72.28123093000001</c:v>
                </c:pt>
                <c:pt idx="446">
                  <c:v>72.28123093000001</c:v>
                </c:pt>
                <c:pt idx="447">
                  <c:v>72.0016152</c:v>
                </c:pt>
                <c:pt idx="448">
                  <c:v>72.0016152</c:v>
                </c:pt>
                <c:pt idx="449">
                  <c:v>71.65715313</c:v>
                </c:pt>
                <c:pt idx="450">
                  <c:v>71.65715313</c:v>
                </c:pt>
                <c:pt idx="451">
                  <c:v>71.24777956</c:v>
                </c:pt>
                <c:pt idx="452">
                  <c:v>71.24777956</c:v>
                </c:pt>
                <c:pt idx="453">
                  <c:v>70.77341787</c:v>
                </c:pt>
                <c:pt idx="454">
                  <c:v>70.77341787</c:v>
                </c:pt>
                <c:pt idx="455">
                  <c:v>70.23398045</c:v>
                </c:pt>
                <c:pt idx="456">
                  <c:v>70.23398045</c:v>
                </c:pt>
                <c:pt idx="457">
                  <c:v>69.62936891</c:v>
                </c:pt>
                <c:pt idx="458">
                  <c:v>69.62936891</c:v>
                </c:pt>
                <c:pt idx="459">
                  <c:v>68.95947443</c:v>
                </c:pt>
                <c:pt idx="460">
                  <c:v>68.95947442000001</c:v>
                </c:pt>
                <c:pt idx="461">
                  <c:v>68.22417787000001</c:v>
                </c:pt>
                <c:pt idx="462">
                  <c:v>68.22417787000001</c:v>
                </c:pt>
                <c:pt idx="463">
                  <c:v>67.42335005</c:v>
                </c:pt>
                <c:pt idx="464">
                  <c:v>67.42335005</c:v>
                </c:pt>
                <c:pt idx="465">
                  <c:v>66.55685182000001</c:v>
                </c:pt>
                <c:pt idx="466">
                  <c:v>66.55685182000001</c:v>
                </c:pt>
                <c:pt idx="467">
                  <c:v>65.62453422</c:v>
                </c:pt>
                <c:pt idx="468">
                  <c:v>65.62453422</c:v>
                </c:pt>
                <c:pt idx="469">
                  <c:v>64.62623861</c:v>
                </c:pt>
                <c:pt idx="470">
                  <c:v>64.62623861</c:v>
                </c:pt>
                <c:pt idx="471">
                  <c:v>63.56179675</c:v>
                </c:pt>
                <c:pt idx="472">
                  <c:v>63.56179675</c:v>
                </c:pt>
                <c:pt idx="473">
                  <c:v>62.43103086</c:v>
                </c:pt>
                <c:pt idx="474">
                  <c:v>62.43103086</c:v>
                </c:pt>
                <c:pt idx="475">
                  <c:v>61.23375374</c:v>
                </c:pt>
                <c:pt idx="476">
                  <c:v>61.23375374</c:v>
                </c:pt>
                <c:pt idx="477">
                  <c:v>59.96976878</c:v>
                </c:pt>
                <c:pt idx="478">
                  <c:v>59.96976878</c:v>
                </c:pt>
                <c:pt idx="479">
                  <c:v>58.63887007</c:v>
                </c:pt>
                <c:pt idx="480">
                  <c:v>58.63887007</c:v>
                </c:pt>
                <c:pt idx="481">
                  <c:v>57.24084238</c:v>
                </c:pt>
                <c:pt idx="482">
                  <c:v>57.24084238</c:v>
                </c:pt>
                <c:pt idx="483">
                  <c:v>55.77546126</c:v>
                </c:pt>
                <c:pt idx="484">
                  <c:v>55.77546126</c:v>
                </c:pt>
                <c:pt idx="485">
                  <c:v>54.24249302</c:v>
                </c:pt>
                <c:pt idx="486">
                  <c:v>54.24249302</c:v>
                </c:pt>
                <c:pt idx="487">
                  <c:v>52.64169479</c:v>
                </c:pt>
                <c:pt idx="488">
                  <c:v>52.64169479</c:v>
                </c:pt>
                <c:pt idx="489">
                  <c:v>50.9728145</c:v>
                </c:pt>
                <c:pt idx="490">
                  <c:v>50.9728145</c:v>
                </c:pt>
                <c:pt idx="491">
                  <c:v>49.23559093</c:v>
                </c:pt>
                <c:pt idx="492">
                  <c:v>49.23559093</c:v>
                </c:pt>
                <c:pt idx="493">
                  <c:v>47.4297537</c:v>
                </c:pt>
                <c:pt idx="494">
                  <c:v>47.4297537</c:v>
                </c:pt>
                <c:pt idx="495">
                  <c:v>45.55502329</c:v>
                </c:pt>
                <c:pt idx="496">
                  <c:v>45.55502329</c:v>
                </c:pt>
                <c:pt idx="497">
                  <c:v>43.61111099</c:v>
                </c:pt>
                <c:pt idx="498">
                  <c:v>43.61111099</c:v>
                </c:pt>
                <c:pt idx="499">
                  <c:v>41.59771898</c:v>
                </c:pt>
                <c:pt idx="500">
                  <c:v>41.59771898</c:v>
                </c:pt>
                <c:pt idx="501">
                  <c:v>39.51454023</c:v>
                </c:pt>
                <c:pt idx="502">
                  <c:v>39.51454023</c:v>
                </c:pt>
                <c:pt idx="503">
                  <c:v>37.36125855</c:v>
                </c:pt>
                <c:pt idx="504">
                  <c:v>37.36125855</c:v>
                </c:pt>
                <c:pt idx="505">
                  <c:v>35.08177658</c:v>
                </c:pt>
                <c:pt idx="506">
                  <c:v>35.08177658</c:v>
                </c:pt>
                <c:pt idx="507">
                  <c:v>32.70552332</c:v>
                </c:pt>
                <c:pt idx="508">
                  <c:v>32.70552332</c:v>
                </c:pt>
                <c:pt idx="509">
                  <c:v>30.24325529</c:v>
                </c:pt>
                <c:pt idx="510">
                  <c:v>30.24325529</c:v>
                </c:pt>
                <c:pt idx="511">
                  <c:v>27.69527231</c:v>
                </c:pt>
                <c:pt idx="512">
                  <c:v>27.69527231</c:v>
                </c:pt>
                <c:pt idx="513">
                  <c:v>25.06167881</c:v>
                </c:pt>
                <c:pt idx="514">
                  <c:v>25.06167881</c:v>
                </c:pt>
                <c:pt idx="515">
                  <c:v>22.34246773</c:v>
                </c:pt>
                <c:pt idx="516">
                  <c:v>22.34246773</c:v>
                </c:pt>
                <c:pt idx="517">
                  <c:v>19.53756271</c:v>
                </c:pt>
                <c:pt idx="518">
                  <c:v>19.53756271</c:v>
                </c:pt>
                <c:pt idx="519">
                  <c:v>16.64682201</c:v>
                </c:pt>
                <c:pt idx="520">
                  <c:v>16.64682201</c:v>
                </c:pt>
                <c:pt idx="521">
                  <c:v>13.67006011</c:v>
                </c:pt>
                <c:pt idx="522">
                  <c:v>13.67006011</c:v>
                </c:pt>
                <c:pt idx="523">
                  <c:v>10.60705618</c:v>
                </c:pt>
                <c:pt idx="524">
                  <c:v>10.60705618</c:v>
                </c:pt>
                <c:pt idx="525">
                  <c:v>7.45754639</c:v>
                </c:pt>
                <c:pt idx="526">
                  <c:v>7.45754639</c:v>
                </c:pt>
                <c:pt idx="527">
                  <c:v>4.22126585</c:v>
                </c:pt>
                <c:pt idx="528">
                  <c:v>4.22126585</c:v>
                </c:pt>
                <c:pt idx="529">
                  <c:v>0.89786491</c:v>
                </c:pt>
                <c:pt idx="530">
                  <c:v>0.89786491</c:v>
                </c:pt>
                <c:pt idx="531">
                  <c:v>-2.51298577</c:v>
                </c:pt>
                <c:pt idx="532">
                  <c:v>-2.51298577</c:v>
                </c:pt>
                <c:pt idx="533">
                  <c:v>-6.01164241</c:v>
                </c:pt>
                <c:pt idx="534">
                  <c:v>-6.01164241</c:v>
                </c:pt>
                <c:pt idx="535">
                  <c:v>-9.59850406</c:v>
                </c:pt>
                <c:pt idx="536">
                  <c:v>-9.59850406</c:v>
                </c:pt>
                <c:pt idx="537">
                  <c:v>-13.70521194</c:v>
                </c:pt>
                <c:pt idx="538">
                  <c:v>-13.70521194</c:v>
                </c:pt>
                <c:pt idx="539">
                  <c:v>-18.15519918</c:v>
                </c:pt>
                <c:pt idx="540">
                  <c:v>-18.15519918</c:v>
                </c:pt>
                <c:pt idx="541">
                  <c:v>-22.71033125</c:v>
                </c:pt>
                <c:pt idx="542">
                  <c:v>-22.71033125</c:v>
                </c:pt>
                <c:pt idx="543">
                  <c:v>-27.37122337</c:v>
                </c:pt>
                <c:pt idx="544">
                  <c:v>-27.37122337</c:v>
                </c:pt>
                <c:pt idx="545">
                  <c:v>-32.13846478</c:v>
                </c:pt>
                <c:pt idx="546">
                  <c:v>-32.13846478</c:v>
                </c:pt>
                <c:pt idx="547">
                  <c:v>-37.01272894</c:v>
                </c:pt>
                <c:pt idx="548">
                  <c:v>-37.01272894</c:v>
                </c:pt>
                <c:pt idx="549">
                  <c:v>-41.99460569</c:v>
                </c:pt>
                <c:pt idx="550">
                  <c:v>-41.99460569</c:v>
                </c:pt>
                <c:pt idx="551">
                  <c:v>-47.08486523</c:v>
                </c:pt>
                <c:pt idx="552">
                  <c:v>-47.08486523</c:v>
                </c:pt>
                <c:pt idx="553">
                  <c:v>-52.28412294</c:v>
                </c:pt>
                <c:pt idx="554">
                  <c:v>-52.28412294</c:v>
                </c:pt>
                <c:pt idx="555">
                  <c:v>-57.59309512</c:v>
                </c:pt>
                <c:pt idx="556">
                  <c:v>-57.59309512</c:v>
                </c:pt>
                <c:pt idx="557">
                  <c:v>-63.01250376</c:v>
                </c:pt>
                <c:pt idx="558">
                  <c:v>-63.01250376</c:v>
                </c:pt>
                <c:pt idx="559">
                  <c:v>-68.54307722999999</c:v>
                </c:pt>
                <c:pt idx="560">
                  <c:v>-68.54307722999999</c:v>
                </c:pt>
                <c:pt idx="561">
                  <c:v>-74.18555876000001</c:v>
                </c:pt>
                <c:pt idx="562">
                  <c:v>-74.18555876000001</c:v>
                </c:pt>
                <c:pt idx="563">
                  <c:v>-79.94078552000001</c:v>
                </c:pt>
                <c:pt idx="564">
                  <c:v>-79.94078552000001</c:v>
                </c:pt>
                <c:pt idx="565">
                  <c:v>-85.97886398</c:v>
                </c:pt>
                <c:pt idx="566">
                  <c:v>-85.97886398</c:v>
                </c:pt>
                <c:pt idx="567">
                  <c:v>-92.17158555</c:v>
                </c:pt>
                <c:pt idx="568">
                  <c:v>-92.17158555</c:v>
                </c:pt>
                <c:pt idx="569">
                  <c:v>-98.48358725</c:v>
                </c:pt>
                <c:pt idx="570">
                  <c:v>-98.48358725</c:v>
                </c:pt>
                <c:pt idx="571">
                  <c:v>-104.91551378</c:v>
                </c:pt>
                <c:pt idx="572">
                  <c:v>-104.91551378</c:v>
                </c:pt>
                <c:pt idx="573">
                  <c:v>-111.46815791</c:v>
                </c:pt>
                <c:pt idx="574">
                  <c:v>-111.46815791</c:v>
                </c:pt>
                <c:pt idx="575">
                  <c:v>-118.14226395</c:v>
                </c:pt>
                <c:pt idx="576">
                  <c:v>-118.14226395</c:v>
                </c:pt>
                <c:pt idx="577">
                  <c:v>-124.93859703</c:v>
                </c:pt>
                <c:pt idx="578">
                  <c:v>-124.93859703</c:v>
                </c:pt>
                <c:pt idx="579">
                  <c:v>-131.85805584</c:v>
                </c:pt>
                <c:pt idx="580">
                  <c:v>-131.85805584</c:v>
                </c:pt>
                <c:pt idx="581">
                  <c:v>-138.9013281</c:v>
                </c:pt>
                <c:pt idx="582">
                  <c:v>-138.9013281</c:v>
                </c:pt>
                <c:pt idx="583">
                  <c:v>-146.06931536</c:v>
                </c:pt>
                <c:pt idx="584">
                  <c:v>-146.06931536</c:v>
                </c:pt>
                <c:pt idx="585">
                  <c:v>-153.36280248</c:v>
                </c:pt>
                <c:pt idx="586">
                  <c:v>-153.36280248</c:v>
                </c:pt>
                <c:pt idx="587">
                  <c:v>-160.78268313</c:v>
                </c:pt>
                <c:pt idx="588">
                  <c:v>-160.78268313</c:v>
                </c:pt>
                <c:pt idx="589">
                  <c:v>-168.3298943</c:v>
                </c:pt>
                <c:pt idx="590">
                  <c:v>-168.3298943</c:v>
                </c:pt>
                <c:pt idx="591">
                  <c:v>-176.00529939</c:v>
                </c:pt>
                <c:pt idx="592">
                  <c:v>-176.00529939</c:v>
                </c:pt>
                <c:pt idx="593">
                  <c:v>-183.80983908</c:v>
                </c:pt>
                <c:pt idx="594">
                  <c:v>-183.80983908</c:v>
                </c:pt>
                <c:pt idx="595">
                  <c:v>-191.74442469</c:v>
                </c:pt>
                <c:pt idx="596">
                  <c:v>-191.74442469</c:v>
                </c:pt>
                <c:pt idx="597">
                  <c:v>-199.80996957</c:v>
                </c:pt>
                <c:pt idx="598">
                  <c:v>-199.80996957</c:v>
                </c:pt>
                <c:pt idx="599">
                  <c:v>-208.00750836</c:v>
                </c:pt>
                <c:pt idx="600">
                  <c:v>-208.00750836</c:v>
                </c:pt>
                <c:pt idx="601">
                  <c:v>-216.33799714</c:v>
                </c:pt>
                <c:pt idx="602">
                  <c:v>-216.33799714</c:v>
                </c:pt>
                <c:pt idx="603">
                  <c:v>-224.80244557</c:v>
                </c:pt>
                <c:pt idx="604">
                  <c:v>-224.80244557</c:v>
                </c:pt>
                <c:pt idx="605">
                  <c:v>-233.40184223</c:v>
                </c:pt>
                <c:pt idx="606">
                  <c:v>-233.40184223</c:v>
                </c:pt>
                <c:pt idx="607">
                  <c:v>-242.13721685</c:v>
                </c:pt>
                <c:pt idx="608">
                  <c:v>-242.13721685</c:v>
                </c:pt>
                <c:pt idx="609">
                  <c:v>-251.0096745</c:v>
                </c:pt>
                <c:pt idx="610">
                  <c:v>-251.0096745</c:v>
                </c:pt>
                <c:pt idx="611">
                  <c:v>-260.02025438</c:v>
                </c:pt>
                <c:pt idx="612">
                  <c:v>-260.02025438</c:v>
                </c:pt>
                <c:pt idx="613">
                  <c:v>-269.16996904</c:v>
                </c:pt>
                <c:pt idx="614">
                  <c:v>-269.16996904</c:v>
                </c:pt>
                <c:pt idx="615">
                  <c:v>-278.45999634</c:v>
                </c:pt>
                <c:pt idx="616">
                  <c:v>-278.45999634</c:v>
                </c:pt>
                <c:pt idx="617">
                  <c:v>-287.8914325</c:v>
                </c:pt>
                <c:pt idx="618">
                  <c:v>-287.8914325</c:v>
                </c:pt>
                <c:pt idx="619">
                  <c:v>-297.46541732</c:v>
                </c:pt>
                <c:pt idx="620">
                  <c:v>-297.46541732</c:v>
                </c:pt>
                <c:pt idx="621">
                  <c:v>-307.18308775</c:v>
                </c:pt>
                <c:pt idx="622">
                  <c:v>-307.18308775</c:v>
                </c:pt>
                <c:pt idx="623">
                  <c:v>-317.04561179</c:v>
                </c:pt>
                <c:pt idx="624">
                  <c:v>-317.04561179</c:v>
                </c:pt>
                <c:pt idx="625">
                  <c:v>-327.05413552</c:v>
                </c:pt>
                <c:pt idx="626">
                  <c:v>-327.05413552</c:v>
                </c:pt>
                <c:pt idx="627">
                  <c:v>-337.20994948</c:v>
                </c:pt>
                <c:pt idx="628">
                  <c:v>-337.20994948</c:v>
                </c:pt>
                <c:pt idx="629">
                  <c:v>-347.51424005</c:v>
                </c:pt>
                <c:pt idx="630">
                  <c:v>-347.51424005</c:v>
                </c:pt>
                <c:pt idx="631">
                  <c:v>-357.96818586</c:v>
                </c:pt>
                <c:pt idx="632">
                  <c:v>-357.96818586</c:v>
                </c:pt>
                <c:pt idx="633">
                  <c:v>-368.57315307</c:v>
                </c:pt>
                <c:pt idx="634">
                  <c:v>-368.57315307</c:v>
                </c:pt>
                <c:pt idx="635">
                  <c:v>-379.33036158</c:v>
                </c:pt>
                <c:pt idx="636">
                  <c:v>-379.33036158</c:v>
                </c:pt>
                <c:pt idx="637">
                  <c:v>-390.24105515</c:v>
                </c:pt>
                <c:pt idx="638">
                  <c:v>-390.24105515</c:v>
                </c:pt>
                <c:pt idx="639">
                  <c:v>-401.30656931</c:v>
                </c:pt>
                <c:pt idx="640">
                  <c:v>-401.30656931</c:v>
                </c:pt>
                <c:pt idx="641">
                  <c:v>-390.99960554</c:v>
                </c:pt>
                <c:pt idx="642">
                  <c:v>-390.99960554</c:v>
                </c:pt>
                <c:pt idx="643">
                  <c:v>-380.85540098</c:v>
                </c:pt>
                <c:pt idx="644">
                  <c:v>-380.85540098</c:v>
                </c:pt>
                <c:pt idx="645">
                  <c:v>-370.87253269</c:v>
                </c:pt>
                <c:pt idx="646">
                  <c:v>-370.87253269</c:v>
                </c:pt>
                <c:pt idx="647">
                  <c:v>-361.04970814</c:v>
                </c:pt>
                <c:pt idx="648">
                  <c:v>-361.04970814</c:v>
                </c:pt>
                <c:pt idx="649">
                  <c:v>-351.38548243</c:v>
                </c:pt>
                <c:pt idx="650">
                  <c:v>-351.38548243</c:v>
                </c:pt>
                <c:pt idx="651">
                  <c:v>-341.87856414</c:v>
                </c:pt>
                <c:pt idx="652">
                  <c:v>-341.87856414</c:v>
                </c:pt>
                <c:pt idx="653">
                  <c:v>-332.52758155</c:v>
                </c:pt>
                <c:pt idx="654">
                  <c:v>-332.52758155</c:v>
                </c:pt>
                <c:pt idx="655">
                  <c:v>-323.33128907</c:v>
                </c:pt>
                <c:pt idx="656">
                  <c:v>-323.33128907</c:v>
                </c:pt>
                <c:pt idx="657">
                  <c:v>-314.28830541</c:v>
                </c:pt>
                <c:pt idx="658">
                  <c:v>-314.28830541</c:v>
                </c:pt>
                <c:pt idx="659">
                  <c:v>-305.39740211</c:v>
                </c:pt>
                <c:pt idx="660">
                  <c:v>-305.39740211</c:v>
                </c:pt>
                <c:pt idx="661">
                  <c:v>-296.65731538</c:v>
                </c:pt>
                <c:pt idx="662">
                  <c:v>-296.65731538</c:v>
                </c:pt>
                <c:pt idx="663">
                  <c:v>-288.06676204</c:v>
                </c:pt>
                <c:pt idx="664">
                  <c:v>-288.06676204</c:v>
                </c:pt>
                <c:pt idx="665">
                  <c:v>-279.62450816</c:v>
                </c:pt>
                <c:pt idx="666">
                  <c:v>-279.62450816</c:v>
                </c:pt>
                <c:pt idx="667">
                  <c:v>-271.32932397</c:v>
                </c:pt>
                <c:pt idx="668">
                  <c:v>-271.32932397</c:v>
                </c:pt>
                <c:pt idx="669">
                  <c:v>-263.17999142</c:v>
                </c:pt>
                <c:pt idx="670">
                  <c:v>-263.17999142</c:v>
                </c:pt>
                <c:pt idx="671">
                  <c:v>-255.17535219</c:v>
                </c:pt>
                <c:pt idx="672">
                  <c:v>-255.17535219</c:v>
                </c:pt>
                <c:pt idx="673">
                  <c:v>-247.31414041</c:v>
                </c:pt>
                <c:pt idx="674">
                  <c:v>-247.31414041</c:v>
                </c:pt>
                <c:pt idx="675">
                  <c:v>-239.59523867</c:v>
                </c:pt>
                <c:pt idx="676">
                  <c:v>-239.59523867</c:v>
                </c:pt>
                <c:pt idx="677">
                  <c:v>-232.01744726</c:v>
                </c:pt>
                <c:pt idx="678">
                  <c:v>-232.01744726</c:v>
                </c:pt>
                <c:pt idx="679">
                  <c:v>-224.57963016</c:v>
                </c:pt>
                <c:pt idx="680">
                  <c:v>-224.57963016</c:v>
                </c:pt>
                <c:pt idx="681">
                  <c:v>-217.28062285</c:v>
                </c:pt>
                <c:pt idx="682">
                  <c:v>-217.28062285</c:v>
                </c:pt>
                <c:pt idx="683">
                  <c:v>-210.11928973</c:v>
                </c:pt>
                <c:pt idx="684">
                  <c:v>-210.11928973</c:v>
                </c:pt>
                <c:pt idx="685">
                  <c:v>-203.09450501</c:v>
                </c:pt>
                <c:pt idx="686">
                  <c:v>-203.09450501</c:v>
                </c:pt>
                <c:pt idx="687">
                  <c:v>-196.20514332</c:v>
                </c:pt>
                <c:pt idx="688">
                  <c:v>-196.20514332</c:v>
                </c:pt>
                <c:pt idx="689">
                  <c:v>-189.45009432</c:v>
                </c:pt>
                <c:pt idx="690">
                  <c:v>-189.45009432</c:v>
                </c:pt>
                <c:pt idx="691">
                  <c:v>-182.82824052</c:v>
                </c:pt>
                <c:pt idx="692">
                  <c:v>-182.82824052</c:v>
                </c:pt>
                <c:pt idx="693">
                  <c:v>-176.33846579</c:v>
                </c:pt>
                <c:pt idx="694">
                  <c:v>-176.33846579</c:v>
                </c:pt>
                <c:pt idx="695">
                  <c:v>-169.97965847</c:v>
                </c:pt>
                <c:pt idx="696">
                  <c:v>-169.97965847</c:v>
                </c:pt>
                <c:pt idx="697">
                  <c:v>-163.75068424</c:v>
                </c:pt>
                <c:pt idx="698">
                  <c:v>-163.75068424</c:v>
                </c:pt>
                <c:pt idx="699">
                  <c:v>-157.6494662</c:v>
                </c:pt>
                <c:pt idx="700">
                  <c:v>-157.6494662</c:v>
                </c:pt>
                <c:pt idx="701">
                  <c:v>-151.66398469</c:v>
                </c:pt>
                <c:pt idx="702">
                  <c:v>-151.66398469</c:v>
                </c:pt>
                <c:pt idx="703">
                  <c:v>-145.79023675</c:v>
                </c:pt>
                <c:pt idx="704">
                  <c:v>-145.79023675</c:v>
                </c:pt>
                <c:pt idx="705">
                  <c:v>-140.02746183</c:v>
                </c:pt>
                <c:pt idx="706">
                  <c:v>-140.02746183</c:v>
                </c:pt>
                <c:pt idx="707">
                  <c:v>-134.37490927</c:v>
                </c:pt>
                <c:pt idx="708">
                  <c:v>-134.37490927</c:v>
                </c:pt>
                <c:pt idx="709">
                  <c:v>-128.83183826</c:v>
                </c:pt>
                <c:pt idx="710">
                  <c:v>-128.83183826</c:v>
                </c:pt>
                <c:pt idx="711">
                  <c:v>-123.39751775</c:v>
                </c:pt>
                <c:pt idx="712">
                  <c:v>-123.39751775</c:v>
                </c:pt>
                <c:pt idx="713">
                  <c:v>-118.07122641</c:v>
                </c:pt>
                <c:pt idx="714">
                  <c:v>-118.07122641</c:v>
                </c:pt>
                <c:pt idx="715">
                  <c:v>-112.85225251</c:v>
                </c:pt>
                <c:pt idx="716">
                  <c:v>-112.85225251</c:v>
                </c:pt>
                <c:pt idx="717">
                  <c:v>-107.73989393</c:v>
                </c:pt>
                <c:pt idx="718">
                  <c:v>-107.73989393</c:v>
                </c:pt>
                <c:pt idx="719">
                  <c:v>-102.73345805</c:v>
                </c:pt>
                <c:pt idx="720">
                  <c:v>-102.73345805</c:v>
                </c:pt>
                <c:pt idx="721">
                  <c:v>-97.83226171</c:v>
                </c:pt>
                <c:pt idx="722">
                  <c:v>-97.83226171</c:v>
                </c:pt>
                <c:pt idx="723">
                  <c:v>-93.03563112000001</c:v>
                </c:pt>
                <c:pt idx="724">
                  <c:v>-93.03563112000001</c:v>
                </c:pt>
                <c:pt idx="725">
                  <c:v>-88.34290183</c:v>
                </c:pt>
                <c:pt idx="726">
                  <c:v>-88.34290183</c:v>
                </c:pt>
                <c:pt idx="727">
                  <c:v>-83.75341865</c:v>
                </c:pt>
                <c:pt idx="728">
                  <c:v>-83.75341865</c:v>
                </c:pt>
                <c:pt idx="729">
                  <c:v>-79.2665356</c:v>
                </c:pt>
                <c:pt idx="730">
                  <c:v>-79.2665356</c:v>
                </c:pt>
                <c:pt idx="731">
                  <c:v>-74.88161586</c:v>
                </c:pt>
                <c:pt idx="732">
                  <c:v>-74.88161586</c:v>
                </c:pt>
                <c:pt idx="733">
                  <c:v>-70.59803169</c:v>
                </c:pt>
                <c:pt idx="734">
                  <c:v>-70.59803169</c:v>
                </c:pt>
                <c:pt idx="735">
                  <c:v>-66.41516439</c:v>
                </c:pt>
                <c:pt idx="736">
                  <c:v>-66.41516439</c:v>
                </c:pt>
                <c:pt idx="737">
                  <c:v>-62.33240424</c:v>
                </c:pt>
                <c:pt idx="738">
                  <c:v>-62.33240424</c:v>
                </c:pt>
                <c:pt idx="739">
                  <c:v>-58.34915045</c:v>
                </c:pt>
                <c:pt idx="740">
                  <c:v>-58.34915045</c:v>
                </c:pt>
                <c:pt idx="741">
                  <c:v>-54.46481109</c:v>
                </c:pt>
                <c:pt idx="742">
                  <c:v>-54.46481109</c:v>
                </c:pt>
                <c:pt idx="743">
                  <c:v>-50.67880304</c:v>
                </c:pt>
                <c:pt idx="744">
                  <c:v>-50.67880304</c:v>
                </c:pt>
                <c:pt idx="745">
                  <c:v>-46.99055197</c:v>
                </c:pt>
                <c:pt idx="746">
                  <c:v>-46.99055197</c:v>
                </c:pt>
                <c:pt idx="747">
                  <c:v>-43.39949225</c:v>
                </c:pt>
                <c:pt idx="748">
                  <c:v>-43.39949225</c:v>
                </c:pt>
                <c:pt idx="749">
                  <c:v>-39.90506691</c:v>
                </c:pt>
                <c:pt idx="750">
                  <c:v>-39.90506691</c:v>
                </c:pt>
                <c:pt idx="751">
                  <c:v>-36.50672759</c:v>
                </c:pt>
                <c:pt idx="752">
                  <c:v>-36.50672759</c:v>
                </c:pt>
                <c:pt idx="753">
                  <c:v>-33.2039345</c:v>
                </c:pt>
                <c:pt idx="754">
                  <c:v>-33.2039345</c:v>
                </c:pt>
                <c:pt idx="755">
                  <c:v>-29.99615637</c:v>
                </c:pt>
                <c:pt idx="756">
                  <c:v>-29.99615637</c:v>
                </c:pt>
                <c:pt idx="757">
                  <c:v>-26.88287038</c:v>
                </c:pt>
                <c:pt idx="758">
                  <c:v>-26.88287038</c:v>
                </c:pt>
                <c:pt idx="759">
                  <c:v>-24.04503197</c:v>
                </c:pt>
                <c:pt idx="760">
                  <c:v>-24.04503197</c:v>
                </c:pt>
                <c:pt idx="761">
                  <c:v>-21.45931824</c:v>
                </c:pt>
                <c:pt idx="762">
                  <c:v>-21.45931824</c:v>
                </c:pt>
                <c:pt idx="763">
                  <c:v>-18.95373393</c:v>
                </c:pt>
                <c:pt idx="764">
                  <c:v>-18.95373393</c:v>
                </c:pt>
                <c:pt idx="765">
                  <c:v>-16.5278712</c:v>
                </c:pt>
                <c:pt idx="766">
                  <c:v>-16.5278712</c:v>
                </c:pt>
                <c:pt idx="767">
                  <c:v>-14.18132912</c:v>
                </c:pt>
                <c:pt idx="768">
                  <c:v>-14.18132912</c:v>
                </c:pt>
                <c:pt idx="769">
                  <c:v>-11.97840592</c:v>
                </c:pt>
                <c:pt idx="770">
                  <c:v>-11.97840592</c:v>
                </c:pt>
                <c:pt idx="771">
                  <c:v>-9.859730409999999</c:v>
                </c:pt>
                <c:pt idx="772">
                  <c:v>-9.859730409999999</c:v>
                </c:pt>
                <c:pt idx="773">
                  <c:v>-7.81656263</c:v>
                </c:pt>
                <c:pt idx="774">
                  <c:v>-7.81656263</c:v>
                </c:pt>
                <c:pt idx="775">
                  <c:v>-5.84852882</c:v>
                </c:pt>
                <c:pt idx="776">
                  <c:v>-5.84852882</c:v>
                </c:pt>
                <c:pt idx="777">
                  <c:v>-3.95526189</c:v>
                </c:pt>
                <c:pt idx="778">
                  <c:v>-3.95526189</c:v>
                </c:pt>
                <c:pt idx="779">
                  <c:v>-2.13640149</c:v>
                </c:pt>
                <c:pt idx="780">
                  <c:v>-2.13640149</c:v>
                </c:pt>
                <c:pt idx="781">
                  <c:v>-0.3915939</c:v>
                </c:pt>
                <c:pt idx="782">
                  <c:v>-0.3915939</c:v>
                </c:pt>
                <c:pt idx="783">
                  <c:v>1.27950799</c:v>
                </c:pt>
                <c:pt idx="784">
                  <c:v>1.27950799</c:v>
                </c:pt>
                <c:pt idx="785">
                  <c:v>2.87724465</c:v>
                </c:pt>
                <c:pt idx="786">
                  <c:v>2.87724465</c:v>
                </c:pt>
                <c:pt idx="787">
                  <c:v>4.40195</c:v>
                </c:pt>
                <c:pt idx="788">
                  <c:v>4.40195</c:v>
                </c:pt>
                <c:pt idx="789">
                  <c:v>5.85395138</c:v>
                </c:pt>
                <c:pt idx="790">
                  <c:v>5.85395138</c:v>
                </c:pt>
                <c:pt idx="791">
                  <c:v>7.23356962</c:v>
                </c:pt>
                <c:pt idx="792">
                  <c:v>7.23356962</c:v>
                </c:pt>
                <c:pt idx="793">
                  <c:v>8.54111904</c:v>
                </c:pt>
                <c:pt idx="794">
                  <c:v>8.54111904</c:v>
                </c:pt>
                <c:pt idx="795">
                  <c:v>9.77690746</c:v>
                </c:pt>
                <c:pt idx="796">
                  <c:v>9.77690746</c:v>
                </c:pt>
                <c:pt idx="797">
                  <c:v>10.94123623</c:v>
                </c:pt>
                <c:pt idx="798">
                  <c:v>10.94123623</c:v>
                </c:pt>
                <c:pt idx="799">
                  <c:v>12.03440025</c:v>
                </c:pt>
                <c:pt idx="800">
                  <c:v>12.03440025</c:v>
                </c:pt>
                <c:pt idx="801">
                  <c:v>13.05668799</c:v>
                </c:pt>
                <c:pt idx="802">
                  <c:v>13.05668799</c:v>
                </c:pt>
                <c:pt idx="803">
                  <c:v>14.00838149</c:v>
                </c:pt>
                <c:pt idx="804">
                  <c:v>14.00838149</c:v>
                </c:pt>
                <c:pt idx="805">
                  <c:v>14.88975639</c:v>
                </c:pt>
                <c:pt idx="806">
                  <c:v>14.88975639</c:v>
                </c:pt>
                <c:pt idx="807">
                  <c:v>15.70108193</c:v>
                </c:pt>
                <c:pt idx="808">
                  <c:v>15.70108193</c:v>
                </c:pt>
                <c:pt idx="809">
                  <c:v>16.44262097</c:v>
                </c:pt>
                <c:pt idx="810">
                  <c:v>16.44262097</c:v>
                </c:pt>
                <c:pt idx="811">
                  <c:v>17.11462999</c:v>
                </c:pt>
                <c:pt idx="812">
                  <c:v>17.11462999</c:v>
                </c:pt>
                <c:pt idx="813">
                  <c:v>17.7173591</c:v>
                </c:pt>
                <c:pt idx="814">
                  <c:v>17.7173591</c:v>
                </c:pt>
                <c:pt idx="815">
                  <c:v>18.25105205</c:v>
                </c:pt>
                <c:pt idx="816">
                  <c:v>18.25105205</c:v>
                </c:pt>
                <c:pt idx="817">
                  <c:v>18.71594625</c:v>
                </c:pt>
                <c:pt idx="818">
                  <c:v>18.71594625</c:v>
                </c:pt>
                <c:pt idx="819">
                  <c:v>19.11227271</c:v>
                </c:pt>
                <c:pt idx="820">
                  <c:v>19.11227271</c:v>
                </c:pt>
                <c:pt idx="821">
                  <c:v>19.44025614</c:v>
                </c:pt>
                <c:pt idx="822">
                  <c:v>19.44025614</c:v>
                </c:pt>
                <c:pt idx="823">
                  <c:v>19.70011484</c:v>
                </c:pt>
                <c:pt idx="824">
                  <c:v>19.70011484</c:v>
                </c:pt>
                <c:pt idx="825">
                  <c:v>19.89206077</c:v>
                </c:pt>
                <c:pt idx="826">
                  <c:v>19.89206077</c:v>
                </c:pt>
                <c:pt idx="827">
                  <c:v>20.01629953</c:v>
                </c:pt>
                <c:pt idx="828">
                  <c:v>20.01629953</c:v>
                </c:pt>
                <c:pt idx="829">
                  <c:v>20.07303033</c:v>
                </c:pt>
                <c:pt idx="830">
                  <c:v>20.07303033</c:v>
                </c:pt>
                <c:pt idx="831">
                  <c:v>20.06244597</c:v>
                </c:pt>
                <c:pt idx="832">
                  <c:v>20.06244597</c:v>
                </c:pt>
                <c:pt idx="833">
                  <c:v>19.98473288</c:v>
                </c:pt>
                <c:pt idx="834">
                  <c:v>19.98473288</c:v>
                </c:pt>
                <c:pt idx="835">
                  <c:v>19.84007104</c:v>
                </c:pt>
                <c:pt idx="836">
                  <c:v>19.84007104</c:v>
                </c:pt>
                <c:pt idx="837">
                  <c:v>19.62863401</c:v>
                </c:pt>
                <c:pt idx="838">
                  <c:v>19.62863401</c:v>
                </c:pt>
                <c:pt idx="839">
                  <c:v>19.35058884</c:v>
                </c:pt>
                <c:pt idx="840">
                  <c:v>19.35058884</c:v>
                </c:pt>
                <c:pt idx="841">
                  <c:v>19.00609613</c:v>
                </c:pt>
                <c:pt idx="842">
                  <c:v>19.00609613</c:v>
                </c:pt>
                <c:pt idx="843">
                  <c:v>18.59530992</c:v>
                </c:pt>
                <c:pt idx="844">
                  <c:v>18.59530992</c:v>
                </c:pt>
                <c:pt idx="845">
                  <c:v>18.11837769</c:v>
                </c:pt>
                <c:pt idx="846">
                  <c:v>18.11837769</c:v>
                </c:pt>
                <c:pt idx="847">
                  <c:v>17.57544032</c:v>
                </c:pt>
                <c:pt idx="848">
                  <c:v>17.57544032</c:v>
                </c:pt>
                <c:pt idx="849">
                  <c:v>16.96663203</c:v>
                </c:pt>
                <c:pt idx="850">
                  <c:v>16.96663203</c:v>
                </c:pt>
                <c:pt idx="851">
                  <c:v>16.29208031</c:v>
                </c:pt>
                <c:pt idx="852">
                  <c:v>16.29208031</c:v>
                </c:pt>
                <c:pt idx="853">
                  <c:v>15.55190592</c:v>
                </c:pt>
                <c:pt idx="854">
                  <c:v>15.55190592</c:v>
                </c:pt>
                <c:pt idx="855">
                  <c:v>14.74622273</c:v>
                </c:pt>
                <c:pt idx="856">
                  <c:v>14.74622273</c:v>
                </c:pt>
                <c:pt idx="857">
                  <c:v>13.87513773</c:v>
                </c:pt>
                <c:pt idx="858">
                  <c:v>13.87513773</c:v>
                </c:pt>
                <c:pt idx="859">
                  <c:v>12.9387509</c:v>
                </c:pt>
                <c:pt idx="860">
                  <c:v>12.9387509</c:v>
                </c:pt>
                <c:pt idx="861">
                  <c:v>11.9371551</c:v>
                </c:pt>
                <c:pt idx="862">
                  <c:v>11.9371551</c:v>
                </c:pt>
                <c:pt idx="863">
                  <c:v>10.87043596</c:v>
                </c:pt>
                <c:pt idx="864">
                  <c:v>10.87043596</c:v>
                </c:pt>
                <c:pt idx="865">
                  <c:v>9.738671780000001</c:v>
                </c:pt>
                <c:pt idx="866">
                  <c:v>9.738671780000001</c:v>
                </c:pt>
                <c:pt idx="867">
                  <c:v>8.541933309999999</c:v>
                </c:pt>
                <c:pt idx="868">
                  <c:v>8.541933309999999</c:v>
                </c:pt>
                <c:pt idx="869">
                  <c:v>7.28028363</c:v>
                </c:pt>
                <c:pt idx="870">
                  <c:v>7.28028363</c:v>
                </c:pt>
                <c:pt idx="871">
                  <c:v>5.95377786</c:v>
                </c:pt>
                <c:pt idx="872">
                  <c:v>5.95377786</c:v>
                </c:pt>
                <c:pt idx="873">
                  <c:v>4.56246291</c:v>
                </c:pt>
                <c:pt idx="874">
                  <c:v>4.56246291</c:v>
                </c:pt>
                <c:pt idx="875">
                  <c:v>3.10637713</c:v>
                </c:pt>
                <c:pt idx="876">
                  <c:v>3.10637713</c:v>
                </c:pt>
                <c:pt idx="877">
                  <c:v>1.58554972</c:v>
                </c:pt>
                <c:pt idx="878">
                  <c:v>1.58554972</c:v>
                </c:pt>
                <c:pt idx="879">
                  <c:v>-0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Sheet1!$B$1765</c:f>
              <c:strCache>
                <c:ptCount val="1"/>
                <c:pt idx="0">
                  <c:v>恒载</c:v>
                </c:pt>
              </c:strCache>
            </c:strRef>
          </c:tx>
          <c:spPr>
            <a:ln w="21590">
              <a:solidFill>
                <a:srgbClr val="9DA9BC"/>
              </a:solidFill>
            </a:ln>
          </c:spPr>
          <c:marker>
            <c:symbol val="none"/>
          </c:marker>
          <c:xVal>
            <c:numRef>
              <c:f>Sheet1!$A$1766:$A$2645</c:f>
              <c:numCache>
                <c:formatCode>General</c:formatCode>
                <c:ptCount val="880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</c:numCache>
            </c:numRef>
          </c:xVal>
          <c:yVal>
            <c:numRef>
              <c:f>Sheet1!$B$1766:$B$2645</c:f>
              <c:numCache>
                <c:formatCode>General</c:formatCode>
                <c:ptCount val="880"/>
                <c:pt idx="0">
                  <c:v>0</c:v>
                </c:pt>
                <c:pt idx="1">
                  <c:v>1.78974099</c:v>
                </c:pt>
                <c:pt idx="2">
                  <c:v>1.78974099</c:v>
                </c:pt>
                <c:pt idx="3">
                  <c:v>3.5206435</c:v>
                </c:pt>
                <c:pt idx="4">
                  <c:v>3.5206435</c:v>
                </c:pt>
                <c:pt idx="5">
                  <c:v>5.19269</c:v>
                </c:pt>
                <c:pt idx="6">
                  <c:v>5.19269</c:v>
                </c:pt>
                <c:pt idx="7">
                  <c:v>6.80585392</c:v>
                </c:pt>
                <c:pt idx="8">
                  <c:v>6.80585392</c:v>
                </c:pt>
                <c:pt idx="9">
                  <c:v>8.3601004</c:v>
                </c:pt>
                <c:pt idx="10">
                  <c:v>8.3601004</c:v>
                </c:pt>
                <c:pt idx="11">
                  <c:v>9.855386810000001</c:v>
                </c:pt>
                <c:pt idx="12">
                  <c:v>9.855386810000001</c:v>
                </c:pt>
                <c:pt idx="13">
                  <c:v>11.29166302</c:v>
                </c:pt>
                <c:pt idx="14">
                  <c:v>11.29166302</c:v>
                </c:pt>
                <c:pt idx="15">
                  <c:v>12.6688717</c:v>
                </c:pt>
                <c:pt idx="16">
                  <c:v>12.6688717</c:v>
                </c:pt>
                <c:pt idx="17">
                  <c:v>13.98694852</c:v>
                </c:pt>
                <c:pt idx="18">
                  <c:v>13.98694852</c:v>
                </c:pt>
                <c:pt idx="19">
                  <c:v>15.2458223</c:v>
                </c:pt>
                <c:pt idx="20">
                  <c:v>15.2458223</c:v>
                </c:pt>
                <c:pt idx="21">
                  <c:v>16.44541521</c:v>
                </c:pt>
                <c:pt idx="22">
                  <c:v>16.44541521</c:v>
                </c:pt>
                <c:pt idx="23">
                  <c:v>17.58564281</c:v>
                </c:pt>
                <c:pt idx="24">
                  <c:v>17.58564281</c:v>
                </c:pt>
                <c:pt idx="25">
                  <c:v>18.66641422</c:v>
                </c:pt>
                <c:pt idx="26">
                  <c:v>18.66641422</c:v>
                </c:pt>
                <c:pt idx="27">
                  <c:v>19.68763218</c:v>
                </c:pt>
                <c:pt idx="28">
                  <c:v>19.68763218</c:v>
                </c:pt>
                <c:pt idx="29">
                  <c:v>20.64919316</c:v>
                </c:pt>
                <c:pt idx="30">
                  <c:v>20.64919316</c:v>
                </c:pt>
                <c:pt idx="31">
                  <c:v>21.5509874</c:v>
                </c:pt>
                <c:pt idx="32">
                  <c:v>21.5509874</c:v>
                </c:pt>
                <c:pt idx="33">
                  <c:v>22.39289897</c:v>
                </c:pt>
                <c:pt idx="34">
                  <c:v>22.39289897</c:v>
                </c:pt>
                <c:pt idx="35">
                  <c:v>23.17480587</c:v>
                </c:pt>
                <c:pt idx="36">
                  <c:v>23.17480587</c:v>
                </c:pt>
                <c:pt idx="37">
                  <c:v>23.89658003</c:v>
                </c:pt>
                <c:pt idx="38">
                  <c:v>23.89658003</c:v>
                </c:pt>
                <c:pt idx="39">
                  <c:v>24.55808737</c:v>
                </c:pt>
                <c:pt idx="40">
                  <c:v>24.55808737</c:v>
                </c:pt>
                <c:pt idx="41">
                  <c:v>25.15918785</c:v>
                </c:pt>
                <c:pt idx="42">
                  <c:v>25.15918785</c:v>
                </c:pt>
                <c:pt idx="43">
                  <c:v>25.69973549</c:v>
                </c:pt>
                <c:pt idx="44">
                  <c:v>25.69973549</c:v>
                </c:pt>
                <c:pt idx="45">
                  <c:v>26.1795784</c:v>
                </c:pt>
                <c:pt idx="46">
                  <c:v>26.1795784</c:v>
                </c:pt>
                <c:pt idx="47">
                  <c:v>26.59855881</c:v>
                </c:pt>
                <c:pt idx="48">
                  <c:v>26.59855881</c:v>
                </c:pt>
                <c:pt idx="49">
                  <c:v>26.9565131</c:v>
                </c:pt>
                <c:pt idx="50">
                  <c:v>26.9565131</c:v>
                </c:pt>
                <c:pt idx="51">
                  <c:v>27.2532718</c:v>
                </c:pt>
                <c:pt idx="52">
                  <c:v>27.2532718</c:v>
                </c:pt>
                <c:pt idx="53">
                  <c:v>27.48865962</c:v>
                </c:pt>
                <c:pt idx="54">
                  <c:v>27.48865962</c:v>
                </c:pt>
                <c:pt idx="55">
                  <c:v>27.66249546</c:v>
                </c:pt>
                <c:pt idx="56">
                  <c:v>27.66249546</c:v>
                </c:pt>
                <c:pt idx="57">
                  <c:v>27.77459243</c:v>
                </c:pt>
                <c:pt idx="58">
                  <c:v>27.77459243</c:v>
                </c:pt>
                <c:pt idx="59">
                  <c:v>27.82475783</c:v>
                </c:pt>
                <c:pt idx="60">
                  <c:v>27.82475783</c:v>
                </c:pt>
                <c:pt idx="61">
                  <c:v>27.81279319</c:v>
                </c:pt>
                <c:pt idx="62">
                  <c:v>27.81279319</c:v>
                </c:pt>
                <c:pt idx="63">
                  <c:v>27.73849425</c:v>
                </c:pt>
                <c:pt idx="64">
                  <c:v>27.73849425</c:v>
                </c:pt>
                <c:pt idx="65">
                  <c:v>27.60165098</c:v>
                </c:pt>
                <c:pt idx="66">
                  <c:v>27.60165098</c:v>
                </c:pt>
                <c:pt idx="67">
                  <c:v>27.40204758</c:v>
                </c:pt>
                <c:pt idx="68">
                  <c:v>27.40204758</c:v>
                </c:pt>
                <c:pt idx="69">
                  <c:v>27.13946244</c:v>
                </c:pt>
                <c:pt idx="70">
                  <c:v>27.13946244</c:v>
                </c:pt>
                <c:pt idx="71">
                  <c:v>26.81366819</c:v>
                </c:pt>
                <c:pt idx="72">
                  <c:v>26.81366819</c:v>
                </c:pt>
                <c:pt idx="73">
                  <c:v>26.42443167</c:v>
                </c:pt>
                <c:pt idx="74">
                  <c:v>26.42443167</c:v>
                </c:pt>
                <c:pt idx="75">
                  <c:v>25.9715139</c:v>
                </c:pt>
                <c:pt idx="76">
                  <c:v>25.9715139</c:v>
                </c:pt>
                <c:pt idx="77">
                  <c:v>25.45467014</c:v>
                </c:pt>
                <c:pt idx="78">
                  <c:v>25.45467014</c:v>
                </c:pt>
                <c:pt idx="79">
                  <c:v>24.8736498</c:v>
                </c:pt>
                <c:pt idx="80">
                  <c:v>24.8736498</c:v>
                </c:pt>
                <c:pt idx="81">
                  <c:v>24.22819647</c:v>
                </c:pt>
                <c:pt idx="82">
                  <c:v>24.22819647</c:v>
                </c:pt>
                <c:pt idx="83">
                  <c:v>23.51804792</c:v>
                </c:pt>
                <c:pt idx="84">
                  <c:v>23.51804792</c:v>
                </c:pt>
                <c:pt idx="85">
                  <c:v>22.74293605</c:v>
                </c:pt>
                <c:pt idx="86">
                  <c:v>22.74293605</c:v>
                </c:pt>
                <c:pt idx="87">
                  <c:v>21.90258691</c:v>
                </c:pt>
                <c:pt idx="88">
                  <c:v>21.90258691</c:v>
                </c:pt>
                <c:pt idx="89">
                  <c:v>20.99672066</c:v>
                </c:pt>
                <c:pt idx="90">
                  <c:v>20.99672066</c:v>
                </c:pt>
                <c:pt idx="91">
                  <c:v>20.02505155</c:v>
                </c:pt>
                <c:pt idx="92">
                  <c:v>20.02505155</c:v>
                </c:pt>
                <c:pt idx="93">
                  <c:v>18.98728793</c:v>
                </c:pt>
                <c:pt idx="94">
                  <c:v>18.98728793</c:v>
                </c:pt>
                <c:pt idx="95">
                  <c:v>17.8831322</c:v>
                </c:pt>
                <c:pt idx="96">
                  <c:v>17.8831322</c:v>
                </c:pt>
                <c:pt idx="97">
                  <c:v>16.71228082</c:v>
                </c:pt>
                <c:pt idx="98">
                  <c:v>16.71228082</c:v>
                </c:pt>
                <c:pt idx="99">
                  <c:v>15.47442424</c:v>
                </c:pt>
                <c:pt idx="100">
                  <c:v>15.47442424</c:v>
                </c:pt>
                <c:pt idx="101">
                  <c:v>14.16924693</c:v>
                </c:pt>
                <c:pt idx="102">
                  <c:v>14.16924693</c:v>
                </c:pt>
                <c:pt idx="103">
                  <c:v>12.79642734</c:v>
                </c:pt>
                <c:pt idx="104">
                  <c:v>12.79642734</c:v>
                </c:pt>
                <c:pt idx="105">
                  <c:v>11.35563783</c:v>
                </c:pt>
                <c:pt idx="106">
                  <c:v>11.35563783</c:v>
                </c:pt>
                <c:pt idx="107">
                  <c:v>9.84654473</c:v>
                </c:pt>
                <c:pt idx="108">
                  <c:v>9.84654473</c:v>
                </c:pt>
                <c:pt idx="109">
                  <c:v>8.268808229999999</c:v>
                </c:pt>
                <c:pt idx="110">
                  <c:v>8.268808229999999</c:v>
                </c:pt>
                <c:pt idx="111">
                  <c:v>6.62208242</c:v>
                </c:pt>
                <c:pt idx="112">
                  <c:v>6.62208242</c:v>
                </c:pt>
                <c:pt idx="113">
                  <c:v>4.9060152</c:v>
                </c:pt>
                <c:pt idx="114">
                  <c:v>4.9060152</c:v>
                </c:pt>
                <c:pt idx="115">
                  <c:v>3.1202483</c:v>
                </c:pt>
                <c:pt idx="116">
                  <c:v>3.1202483</c:v>
                </c:pt>
                <c:pt idx="117">
                  <c:v>1.26441723</c:v>
                </c:pt>
                <c:pt idx="118">
                  <c:v>1.26441723</c:v>
                </c:pt>
                <c:pt idx="119">
                  <c:v>-0.66184876</c:v>
                </c:pt>
                <c:pt idx="120">
                  <c:v>-0.66184876</c:v>
                </c:pt>
                <c:pt idx="121">
                  <c:v>-2.65892668</c:v>
                </c:pt>
                <c:pt idx="122">
                  <c:v>-2.65892668</c:v>
                </c:pt>
                <c:pt idx="123">
                  <c:v>-4.72719988</c:v>
                </c:pt>
                <c:pt idx="124">
                  <c:v>-4.72719988</c:v>
                </c:pt>
                <c:pt idx="125">
                  <c:v>-6.86705804</c:v>
                </c:pt>
                <c:pt idx="126">
                  <c:v>-6.86705804</c:v>
                </c:pt>
                <c:pt idx="127">
                  <c:v>-9.078897230000001</c:v>
                </c:pt>
                <c:pt idx="128">
                  <c:v>-9.078897230000001</c:v>
                </c:pt>
                <c:pt idx="129">
                  <c:v>-11.36311992</c:v>
                </c:pt>
                <c:pt idx="130">
                  <c:v>-11.36311992</c:v>
                </c:pt>
                <c:pt idx="131">
                  <c:v>-13.72013506</c:v>
                </c:pt>
                <c:pt idx="132">
                  <c:v>-13.72013506</c:v>
                </c:pt>
                <c:pt idx="133">
                  <c:v>-16.15035806</c:v>
                </c:pt>
                <c:pt idx="134">
                  <c:v>-16.15035806</c:v>
                </c:pt>
                <c:pt idx="135">
                  <c:v>-18.65421086</c:v>
                </c:pt>
                <c:pt idx="136">
                  <c:v>-18.65421086</c:v>
                </c:pt>
                <c:pt idx="137">
                  <c:v>-21.23212199</c:v>
                </c:pt>
                <c:pt idx="138">
                  <c:v>-21.23212199</c:v>
                </c:pt>
                <c:pt idx="139">
                  <c:v>-23.88452653</c:v>
                </c:pt>
                <c:pt idx="140">
                  <c:v>-23.88452653</c:v>
                </c:pt>
                <c:pt idx="141">
                  <c:v>-26.61186625</c:v>
                </c:pt>
                <c:pt idx="142">
                  <c:v>-26.61186625</c:v>
                </c:pt>
                <c:pt idx="143">
                  <c:v>-29.41458958</c:v>
                </c:pt>
                <c:pt idx="144">
                  <c:v>-29.41458958</c:v>
                </c:pt>
                <c:pt idx="145">
                  <c:v>-32.29315165</c:v>
                </c:pt>
                <c:pt idx="146">
                  <c:v>-32.29315165</c:v>
                </c:pt>
                <c:pt idx="147">
                  <c:v>-35.24801438</c:v>
                </c:pt>
                <c:pt idx="148">
                  <c:v>-35.24801438</c:v>
                </c:pt>
                <c:pt idx="149">
                  <c:v>-38.27964648</c:v>
                </c:pt>
                <c:pt idx="150">
                  <c:v>-38.27964648</c:v>
                </c:pt>
                <c:pt idx="151">
                  <c:v>-41.38852352</c:v>
                </c:pt>
                <c:pt idx="152">
                  <c:v>-41.38852352</c:v>
                </c:pt>
                <c:pt idx="153">
                  <c:v>-44.57512793</c:v>
                </c:pt>
                <c:pt idx="154">
                  <c:v>-44.57512793</c:v>
                </c:pt>
                <c:pt idx="155">
                  <c:v>-47.83994908</c:v>
                </c:pt>
                <c:pt idx="156">
                  <c:v>-47.83994908</c:v>
                </c:pt>
                <c:pt idx="157">
                  <c:v>-51.18348335</c:v>
                </c:pt>
                <c:pt idx="158">
                  <c:v>-51.18348335</c:v>
                </c:pt>
                <c:pt idx="159">
                  <c:v>-54.60623409</c:v>
                </c:pt>
                <c:pt idx="160">
                  <c:v>-54.60623409</c:v>
                </c:pt>
                <c:pt idx="161">
                  <c:v>-58.10871175</c:v>
                </c:pt>
                <c:pt idx="162">
                  <c:v>-58.10871175</c:v>
                </c:pt>
                <c:pt idx="163">
                  <c:v>-61.69143389</c:v>
                </c:pt>
                <c:pt idx="164">
                  <c:v>-61.69143389</c:v>
                </c:pt>
                <c:pt idx="165">
                  <c:v>-65.3549252</c:v>
                </c:pt>
                <c:pt idx="166">
                  <c:v>-65.3549252</c:v>
                </c:pt>
                <c:pt idx="167">
                  <c:v>-69.09971761</c:v>
                </c:pt>
                <c:pt idx="168">
                  <c:v>-69.09971761</c:v>
                </c:pt>
                <c:pt idx="169">
                  <c:v>-72.9263503</c:v>
                </c:pt>
                <c:pt idx="170">
                  <c:v>-72.9263503</c:v>
                </c:pt>
                <c:pt idx="171">
                  <c:v>-76.83536973</c:v>
                </c:pt>
                <c:pt idx="172">
                  <c:v>-76.83536973</c:v>
                </c:pt>
                <c:pt idx="173">
                  <c:v>-80.82732971999999</c:v>
                </c:pt>
                <c:pt idx="174">
                  <c:v>-80.82732971999999</c:v>
                </c:pt>
                <c:pt idx="175">
                  <c:v>-84.90279151</c:v>
                </c:pt>
                <c:pt idx="176">
                  <c:v>-84.90279151</c:v>
                </c:pt>
                <c:pt idx="177">
                  <c:v>-89.06232377000001</c:v>
                </c:pt>
                <c:pt idx="178">
                  <c:v>-89.06232377000001</c:v>
                </c:pt>
                <c:pt idx="179">
                  <c:v>-93.30650267</c:v>
                </c:pt>
                <c:pt idx="180">
                  <c:v>-93.30650267</c:v>
                </c:pt>
                <c:pt idx="181">
                  <c:v>-97.63591194</c:v>
                </c:pt>
                <c:pt idx="182">
                  <c:v>-97.63591194</c:v>
                </c:pt>
                <c:pt idx="183">
                  <c:v>-102.05114291</c:v>
                </c:pt>
                <c:pt idx="184">
                  <c:v>-102.05114291</c:v>
                </c:pt>
                <c:pt idx="185">
                  <c:v>-106.55279458</c:v>
                </c:pt>
                <c:pt idx="186">
                  <c:v>-106.55279458</c:v>
                </c:pt>
                <c:pt idx="187">
                  <c:v>-111.14147364</c:v>
                </c:pt>
                <c:pt idx="188">
                  <c:v>-111.14147364</c:v>
                </c:pt>
                <c:pt idx="189">
                  <c:v>-115.81779454</c:v>
                </c:pt>
                <c:pt idx="190">
                  <c:v>-115.81779454</c:v>
                </c:pt>
                <c:pt idx="191">
                  <c:v>-120.58237956</c:v>
                </c:pt>
                <c:pt idx="192">
                  <c:v>-120.58237956</c:v>
                </c:pt>
                <c:pt idx="193">
                  <c:v>-125.43585885</c:v>
                </c:pt>
                <c:pt idx="194">
                  <c:v>-125.43585885</c:v>
                </c:pt>
                <c:pt idx="195">
                  <c:v>-130.37887047</c:v>
                </c:pt>
                <c:pt idx="196">
                  <c:v>-130.37887047</c:v>
                </c:pt>
                <c:pt idx="197">
                  <c:v>-135.41206048</c:v>
                </c:pt>
                <c:pt idx="198">
                  <c:v>-135.41206048</c:v>
                </c:pt>
                <c:pt idx="199">
                  <c:v>-140.53608294</c:v>
                </c:pt>
                <c:pt idx="200">
                  <c:v>-140.53608294</c:v>
                </c:pt>
                <c:pt idx="201">
                  <c:v>-145.75160005</c:v>
                </c:pt>
                <c:pt idx="202">
                  <c:v>-145.75160005</c:v>
                </c:pt>
                <c:pt idx="203">
                  <c:v>-151.05928212</c:v>
                </c:pt>
                <c:pt idx="204">
                  <c:v>-151.05928212</c:v>
                </c:pt>
                <c:pt idx="205">
                  <c:v>-156.45980768</c:v>
                </c:pt>
                <c:pt idx="206">
                  <c:v>-156.45980768</c:v>
                </c:pt>
                <c:pt idx="207">
                  <c:v>-161.95386353</c:v>
                </c:pt>
                <c:pt idx="208">
                  <c:v>-161.95386353</c:v>
                </c:pt>
                <c:pt idx="209">
                  <c:v>-167.54214478</c:v>
                </c:pt>
                <c:pt idx="210">
                  <c:v>-167.54214478</c:v>
                </c:pt>
                <c:pt idx="211">
                  <c:v>-173.22535493</c:v>
                </c:pt>
                <c:pt idx="212">
                  <c:v>-173.22535493</c:v>
                </c:pt>
                <c:pt idx="213">
                  <c:v>-179.0042059</c:v>
                </c:pt>
                <c:pt idx="214">
                  <c:v>-179.0042059</c:v>
                </c:pt>
                <c:pt idx="215">
                  <c:v>-184.87941814</c:v>
                </c:pt>
                <c:pt idx="216">
                  <c:v>-184.87941814</c:v>
                </c:pt>
                <c:pt idx="217">
                  <c:v>-190.85172064</c:v>
                </c:pt>
                <c:pt idx="218">
                  <c:v>-190.85172064</c:v>
                </c:pt>
                <c:pt idx="219">
                  <c:v>-196.921851</c:v>
                </c:pt>
                <c:pt idx="220">
                  <c:v>-196.921851</c:v>
                </c:pt>
                <c:pt idx="221">
                  <c:v>-203.09055553</c:v>
                </c:pt>
                <c:pt idx="222">
                  <c:v>-203.09055553</c:v>
                </c:pt>
                <c:pt idx="223">
                  <c:v>-209.35858926</c:v>
                </c:pt>
                <c:pt idx="224">
                  <c:v>-209.35858926</c:v>
                </c:pt>
                <c:pt idx="225">
                  <c:v>-215.72671602</c:v>
                </c:pt>
                <c:pt idx="226">
                  <c:v>-215.72671602</c:v>
                </c:pt>
                <c:pt idx="227">
                  <c:v>-222.19570852</c:v>
                </c:pt>
                <c:pt idx="228">
                  <c:v>-222.19570852</c:v>
                </c:pt>
                <c:pt idx="229">
                  <c:v>-228.76634841</c:v>
                </c:pt>
                <c:pt idx="230">
                  <c:v>-228.76634841</c:v>
                </c:pt>
                <c:pt idx="231">
                  <c:v>-235.4394263</c:v>
                </c:pt>
                <c:pt idx="232">
                  <c:v>-235.4394263</c:v>
                </c:pt>
                <c:pt idx="233">
                  <c:v>-242.21574188</c:v>
                </c:pt>
                <c:pt idx="234">
                  <c:v>-242.21574188</c:v>
                </c:pt>
                <c:pt idx="235">
                  <c:v>-249.09610396</c:v>
                </c:pt>
                <c:pt idx="236">
                  <c:v>-249.09610396</c:v>
                </c:pt>
                <c:pt idx="237">
                  <c:v>-256.08133052</c:v>
                </c:pt>
                <c:pt idx="238">
                  <c:v>-256.08133052</c:v>
                </c:pt>
                <c:pt idx="239">
                  <c:v>-263.17224881</c:v>
                </c:pt>
                <c:pt idx="240">
                  <c:v>-263.17224881</c:v>
                </c:pt>
                <c:pt idx="241">
                  <c:v>-255.75601227</c:v>
                </c:pt>
                <c:pt idx="242">
                  <c:v>-255.75601227</c:v>
                </c:pt>
                <c:pt idx="243">
                  <c:v>-248.44530161</c:v>
                </c:pt>
                <c:pt idx="244">
                  <c:v>-248.44530161</c:v>
                </c:pt>
                <c:pt idx="245">
                  <c:v>-241.23912747</c:v>
                </c:pt>
                <c:pt idx="246">
                  <c:v>-241.23912747</c:v>
                </c:pt>
                <c:pt idx="247">
                  <c:v>-234.13651378</c:v>
                </c:pt>
                <c:pt idx="248">
                  <c:v>-234.13651378</c:v>
                </c:pt>
                <c:pt idx="249">
                  <c:v>-227.13649763</c:v>
                </c:pt>
                <c:pt idx="250">
                  <c:v>-227.13649763</c:v>
                </c:pt>
                <c:pt idx="251">
                  <c:v>-220.2381292</c:v>
                </c:pt>
                <c:pt idx="252">
                  <c:v>-220.2381292</c:v>
                </c:pt>
                <c:pt idx="253">
                  <c:v>-213.44047159</c:v>
                </c:pt>
                <c:pt idx="254">
                  <c:v>-213.44047158</c:v>
                </c:pt>
                <c:pt idx="255">
                  <c:v>-206.74260073</c:v>
                </c:pt>
                <c:pt idx="256">
                  <c:v>-206.74260073</c:v>
                </c:pt>
                <c:pt idx="257">
                  <c:v>-200.14360533</c:v>
                </c:pt>
                <c:pt idx="258">
                  <c:v>-200.14360533</c:v>
                </c:pt>
                <c:pt idx="259">
                  <c:v>-193.64258667</c:v>
                </c:pt>
                <c:pt idx="260">
                  <c:v>-193.64258667</c:v>
                </c:pt>
                <c:pt idx="261">
                  <c:v>-187.23865859</c:v>
                </c:pt>
                <c:pt idx="262">
                  <c:v>-187.23865859</c:v>
                </c:pt>
                <c:pt idx="263">
                  <c:v>-180.93094731</c:v>
                </c:pt>
                <c:pt idx="264">
                  <c:v>-180.93094731</c:v>
                </c:pt>
                <c:pt idx="265">
                  <c:v>-174.71859139</c:v>
                </c:pt>
                <c:pt idx="266">
                  <c:v>-174.71859139</c:v>
                </c:pt>
                <c:pt idx="267">
                  <c:v>-168.60074156</c:v>
                </c:pt>
                <c:pt idx="268">
                  <c:v>-168.60074156</c:v>
                </c:pt>
                <c:pt idx="269">
                  <c:v>-162.57656068</c:v>
                </c:pt>
                <c:pt idx="270">
                  <c:v>-162.57656068</c:v>
                </c:pt>
                <c:pt idx="271">
                  <c:v>-156.64522359</c:v>
                </c:pt>
                <c:pt idx="272">
                  <c:v>-156.64522359</c:v>
                </c:pt>
                <c:pt idx="273">
                  <c:v>-150.80591705</c:v>
                </c:pt>
                <c:pt idx="274">
                  <c:v>-150.80591705</c:v>
                </c:pt>
                <c:pt idx="275">
                  <c:v>-145.0578396</c:v>
                </c:pt>
                <c:pt idx="276">
                  <c:v>-145.0578396</c:v>
                </c:pt>
                <c:pt idx="277">
                  <c:v>-139.4002015</c:v>
                </c:pt>
                <c:pt idx="278">
                  <c:v>-139.4002015</c:v>
                </c:pt>
                <c:pt idx="279">
                  <c:v>-133.83222459</c:v>
                </c:pt>
                <c:pt idx="280">
                  <c:v>-133.83222459</c:v>
                </c:pt>
                <c:pt idx="281">
                  <c:v>-128.35314224</c:v>
                </c:pt>
                <c:pt idx="282">
                  <c:v>-128.35314224</c:v>
                </c:pt>
                <c:pt idx="283">
                  <c:v>-122.96219921</c:v>
                </c:pt>
                <c:pt idx="284">
                  <c:v>-122.96219921</c:v>
                </c:pt>
                <c:pt idx="285">
                  <c:v>-117.65865159</c:v>
                </c:pt>
                <c:pt idx="286">
                  <c:v>-117.65865159</c:v>
                </c:pt>
                <c:pt idx="287">
                  <c:v>-112.4417667</c:v>
                </c:pt>
                <c:pt idx="288">
                  <c:v>-112.4417667</c:v>
                </c:pt>
                <c:pt idx="289">
                  <c:v>-107.31082299</c:v>
                </c:pt>
                <c:pt idx="290">
                  <c:v>-107.31082299</c:v>
                </c:pt>
                <c:pt idx="291">
                  <c:v>-102.26510992</c:v>
                </c:pt>
                <c:pt idx="292">
                  <c:v>-102.26510992</c:v>
                </c:pt>
                <c:pt idx="293">
                  <c:v>-97.30392793</c:v>
                </c:pt>
                <c:pt idx="294">
                  <c:v>-97.30392793</c:v>
                </c:pt>
                <c:pt idx="295">
                  <c:v>-92.42658831999999</c:v>
                </c:pt>
                <c:pt idx="296">
                  <c:v>-92.42658831999999</c:v>
                </c:pt>
                <c:pt idx="297">
                  <c:v>-87.63241315</c:v>
                </c:pt>
                <c:pt idx="298">
                  <c:v>-87.63241315</c:v>
                </c:pt>
                <c:pt idx="299">
                  <c:v>-82.92073516000001</c:v>
                </c:pt>
                <c:pt idx="300">
                  <c:v>-82.92073516000001</c:v>
                </c:pt>
                <c:pt idx="301">
                  <c:v>-78.29089772</c:v>
                </c:pt>
                <c:pt idx="302">
                  <c:v>-78.29089772</c:v>
                </c:pt>
                <c:pt idx="303">
                  <c:v>-73.74225466999999</c:v>
                </c:pt>
                <c:pt idx="304">
                  <c:v>-73.74225466999999</c:v>
                </c:pt>
                <c:pt idx="305">
                  <c:v>-69.27417033</c:v>
                </c:pt>
                <c:pt idx="306">
                  <c:v>-69.27417033</c:v>
                </c:pt>
                <c:pt idx="307">
                  <c:v>-64.88601933</c:v>
                </c:pt>
                <c:pt idx="308">
                  <c:v>-64.88601933</c:v>
                </c:pt>
                <c:pt idx="309">
                  <c:v>-60.57718659</c:v>
                </c:pt>
                <c:pt idx="310">
                  <c:v>-60.57718659</c:v>
                </c:pt>
                <c:pt idx="311">
                  <c:v>-56.34706721</c:v>
                </c:pt>
                <c:pt idx="312">
                  <c:v>-56.34706721</c:v>
                </c:pt>
                <c:pt idx="313">
                  <c:v>-52.19506641</c:v>
                </c:pt>
                <c:pt idx="314">
                  <c:v>-52.19506641</c:v>
                </c:pt>
                <c:pt idx="315">
                  <c:v>-48.12059942</c:v>
                </c:pt>
                <c:pt idx="316">
                  <c:v>-48.12059942</c:v>
                </c:pt>
                <c:pt idx="317">
                  <c:v>-44.12309146</c:v>
                </c:pt>
                <c:pt idx="318">
                  <c:v>-44.12309146</c:v>
                </c:pt>
                <c:pt idx="319">
                  <c:v>-40.20197761</c:v>
                </c:pt>
                <c:pt idx="320">
                  <c:v>-40.20197761</c:v>
                </c:pt>
                <c:pt idx="321">
                  <c:v>-36.35670275</c:v>
                </c:pt>
                <c:pt idx="322">
                  <c:v>-36.35670275</c:v>
                </c:pt>
                <c:pt idx="323">
                  <c:v>-32.58672152</c:v>
                </c:pt>
                <c:pt idx="324">
                  <c:v>-32.58672152</c:v>
                </c:pt>
                <c:pt idx="325">
                  <c:v>-28.89149821</c:v>
                </c:pt>
                <c:pt idx="326">
                  <c:v>-28.89149821</c:v>
                </c:pt>
                <c:pt idx="327">
                  <c:v>-25.2705067</c:v>
                </c:pt>
                <c:pt idx="328">
                  <c:v>-25.2705067</c:v>
                </c:pt>
                <c:pt idx="329">
                  <c:v>-21.72323042</c:v>
                </c:pt>
                <c:pt idx="330">
                  <c:v>-21.72323042</c:v>
                </c:pt>
                <c:pt idx="331">
                  <c:v>-18.24916224</c:v>
                </c:pt>
                <c:pt idx="332">
                  <c:v>-18.24916224</c:v>
                </c:pt>
                <c:pt idx="333">
                  <c:v>-14.84780444</c:v>
                </c:pt>
                <c:pt idx="334">
                  <c:v>-14.84780444</c:v>
                </c:pt>
                <c:pt idx="335">
                  <c:v>-11.51866861</c:v>
                </c:pt>
                <c:pt idx="336">
                  <c:v>-11.51866861</c:v>
                </c:pt>
                <c:pt idx="337">
                  <c:v>-8.261275639999999</c:v>
                </c:pt>
                <c:pt idx="338">
                  <c:v>-8.261275639999999</c:v>
                </c:pt>
                <c:pt idx="339">
                  <c:v>-5.07515561</c:v>
                </c:pt>
                <c:pt idx="340">
                  <c:v>-5.07515561</c:v>
                </c:pt>
                <c:pt idx="341">
                  <c:v>-1.95984774</c:v>
                </c:pt>
                <c:pt idx="342">
                  <c:v>-1.95984774</c:v>
                </c:pt>
                <c:pt idx="343">
                  <c:v>1.08509963</c:v>
                </c:pt>
                <c:pt idx="344">
                  <c:v>1.08509963</c:v>
                </c:pt>
                <c:pt idx="345">
                  <c:v>4.06012915</c:v>
                </c:pt>
                <c:pt idx="346">
                  <c:v>4.06012915</c:v>
                </c:pt>
                <c:pt idx="347">
                  <c:v>6.96567447</c:v>
                </c:pt>
                <c:pt idx="348">
                  <c:v>6.96567447</c:v>
                </c:pt>
                <c:pt idx="349">
                  <c:v>9.80216032</c:v>
                </c:pt>
                <c:pt idx="350">
                  <c:v>9.80216032</c:v>
                </c:pt>
                <c:pt idx="351">
                  <c:v>12.57000255</c:v>
                </c:pt>
                <c:pt idx="352">
                  <c:v>12.57000255</c:v>
                </c:pt>
                <c:pt idx="353">
                  <c:v>15.26960818</c:v>
                </c:pt>
                <c:pt idx="354">
                  <c:v>15.26960818</c:v>
                </c:pt>
                <c:pt idx="355">
                  <c:v>17.90137547</c:v>
                </c:pt>
                <c:pt idx="356">
                  <c:v>17.90137547</c:v>
                </c:pt>
                <c:pt idx="357">
                  <c:v>20.4656939</c:v>
                </c:pt>
                <c:pt idx="358">
                  <c:v>20.4656939</c:v>
                </c:pt>
                <c:pt idx="359">
                  <c:v>22.96294429</c:v>
                </c:pt>
                <c:pt idx="360">
                  <c:v>22.96294429</c:v>
                </c:pt>
                <c:pt idx="361">
                  <c:v>25.3934988</c:v>
                </c:pt>
                <c:pt idx="362">
                  <c:v>25.3934988</c:v>
                </c:pt>
                <c:pt idx="363">
                  <c:v>27.75772098</c:v>
                </c:pt>
                <c:pt idx="364">
                  <c:v>27.75772098</c:v>
                </c:pt>
                <c:pt idx="365">
                  <c:v>30.05596581</c:v>
                </c:pt>
                <c:pt idx="366">
                  <c:v>30.05596581</c:v>
                </c:pt>
                <c:pt idx="367">
                  <c:v>32.28857972</c:v>
                </c:pt>
                <c:pt idx="368">
                  <c:v>32.28857972</c:v>
                </c:pt>
                <c:pt idx="369">
                  <c:v>34.45590064</c:v>
                </c:pt>
                <c:pt idx="370">
                  <c:v>34.45590064</c:v>
                </c:pt>
                <c:pt idx="371">
                  <c:v>36.55825804</c:v>
                </c:pt>
                <c:pt idx="372">
                  <c:v>36.55825804</c:v>
                </c:pt>
                <c:pt idx="373">
                  <c:v>38.59597291</c:v>
                </c:pt>
                <c:pt idx="374">
                  <c:v>38.59597291</c:v>
                </c:pt>
                <c:pt idx="375">
                  <c:v>40.56935784</c:v>
                </c:pt>
                <c:pt idx="376">
                  <c:v>40.56935784</c:v>
                </c:pt>
                <c:pt idx="377">
                  <c:v>42.47871703</c:v>
                </c:pt>
                <c:pt idx="378">
                  <c:v>42.47871703</c:v>
                </c:pt>
                <c:pt idx="379">
                  <c:v>44.32434628</c:v>
                </c:pt>
                <c:pt idx="380">
                  <c:v>44.32434628</c:v>
                </c:pt>
                <c:pt idx="381">
                  <c:v>46.10653304</c:v>
                </c:pt>
                <c:pt idx="382">
                  <c:v>46.10653304</c:v>
                </c:pt>
                <c:pt idx="383">
                  <c:v>47.82555641</c:v>
                </c:pt>
                <c:pt idx="384">
                  <c:v>47.82555641</c:v>
                </c:pt>
                <c:pt idx="385">
                  <c:v>49.48168717</c:v>
                </c:pt>
                <c:pt idx="386">
                  <c:v>49.48168717</c:v>
                </c:pt>
                <c:pt idx="387">
                  <c:v>51.07518776</c:v>
                </c:pt>
                <c:pt idx="388">
                  <c:v>51.07518776</c:v>
                </c:pt>
                <c:pt idx="389">
                  <c:v>52.6063123</c:v>
                </c:pt>
                <c:pt idx="390">
                  <c:v>52.6063123</c:v>
                </c:pt>
                <c:pt idx="391">
                  <c:v>54.07530659</c:v>
                </c:pt>
                <c:pt idx="392">
                  <c:v>54.07530659</c:v>
                </c:pt>
                <c:pt idx="393">
                  <c:v>55.4824081</c:v>
                </c:pt>
                <c:pt idx="394">
                  <c:v>55.4824081</c:v>
                </c:pt>
                <c:pt idx="395">
                  <c:v>56.82784597</c:v>
                </c:pt>
                <c:pt idx="396">
                  <c:v>56.82784597</c:v>
                </c:pt>
                <c:pt idx="397">
                  <c:v>58.11184101</c:v>
                </c:pt>
                <c:pt idx="398">
                  <c:v>58.11184101</c:v>
                </c:pt>
                <c:pt idx="399">
                  <c:v>59.33460565</c:v>
                </c:pt>
                <c:pt idx="400">
                  <c:v>59.33460565</c:v>
                </c:pt>
                <c:pt idx="401">
                  <c:v>60.49634396</c:v>
                </c:pt>
                <c:pt idx="402">
                  <c:v>60.49634396</c:v>
                </c:pt>
                <c:pt idx="403">
                  <c:v>61.59725157</c:v>
                </c:pt>
                <c:pt idx="404">
                  <c:v>61.59725157</c:v>
                </c:pt>
                <c:pt idx="405">
                  <c:v>62.63751571</c:v>
                </c:pt>
                <c:pt idx="406">
                  <c:v>62.63751571</c:v>
                </c:pt>
                <c:pt idx="407">
                  <c:v>63.61731508</c:v>
                </c:pt>
                <c:pt idx="408">
                  <c:v>63.61731508</c:v>
                </c:pt>
                <c:pt idx="409">
                  <c:v>64.53681989</c:v>
                </c:pt>
                <c:pt idx="410">
                  <c:v>64.53681989</c:v>
                </c:pt>
                <c:pt idx="411">
                  <c:v>65.39619173</c:v>
                </c:pt>
                <c:pt idx="412">
                  <c:v>65.39619173</c:v>
                </c:pt>
                <c:pt idx="413">
                  <c:v>66.19558357</c:v>
                </c:pt>
                <c:pt idx="414">
                  <c:v>66.19558357</c:v>
                </c:pt>
                <c:pt idx="415">
                  <c:v>66.93513962</c:v>
                </c:pt>
                <c:pt idx="416">
                  <c:v>66.93513962</c:v>
                </c:pt>
                <c:pt idx="417">
                  <c:v>67.6149953</c:v>
                </c:pt>
                <c:pt idx="418">
                  <c:v>67.6149953</c:v>
                </c:pt>
                <c:pt idx="419">
                  <c:v>68.2352771</c:v>
                </c:pt>
                <c:pt idx="420">
                  <c:v>68.2352771</c:v>
                </c:pt>
                <c:pt idx="421">
                  <c:v>68.79610246999999</c:v>
                </c:pt>
                <c:pt idx="422">
                  <c:v>68.79610246999999</c:v>
                </c:pt>
                <c:pt idx="423">
                  <c:v>69.29757970999999</c:v>
                </c:pt>
                <c:pt idx="424">
                  <c:v>69.29757970999999</c:v>
                </c:pt>
                <c:pt idx="425">
                  <c:v>69.73980775</c:v>
                </c:pt>
                <c:pt idx="426">
                  <c:v>69.73980775</c:v>
                </c:pt>
                <c:pt idx="427">
                  <c:v>70.12287603</c:v>
                </c:pt>
                <c:pt idx="428">
                  <c:v>70.12287603</c:v>
                </c:pt>
                <c:pt idx="429">
                  <c:v>70.44686421999999</c:v>
                </c:pt>
                <c:pt idx="430">
                  <c:v>70.44686421999999</c:v>
                </c:pt>
                <c:pt idx="431">
                  <c:v>70.71184193000001</c:v>
                </c:pt>
                <c:pt idx="432">
                  <c:v>70.71184193000001</c:v>
                </c:pt>
                <c:pt idx="433">
                  <c:v>70.91786843</c:v>
                </c:pt>
                <c:pt idx="434">
                  <c:v>70.91786843</c:v>
                </c:pt>
                <c:pt idx="435">
                  <c:v>71.06499211000001</c:v>
                </c:pt>
                <c:pt idx="436">
                  <c:v>71.06499211000001</c:v>
                </c:pt>
                <c:pt idx="437">
                  <c:v>71.15324986</c:v>
                </c:pt>
                <c:pt idx="438">
                  <c:v>71.15324986</c:v>
                </c:pt>
                <c:pt idx="439">
                  <c:v>71.18266604</c:v>
                </c:pt>
                <c:pt idx="440">
                  <c:v>71.18266604</c:v>
                </c:pt>
                <c:pt idx="441">
                  <c:v>71.15324986</c:v>
                </c:pt>
                <c:pt idx="442">
                  <c:v>71.15324986</c:v>
                </c:pt>
                <c:pt idx="443">
                  <c:v>71.06499211000001</c:v>
                </c:pt>
                <c:pt idx="444">
                  <c:v>71.06499211000001</c:v>
                </c:pt>
                <c:pt idx="445">
                  <c:v>70.91786844000001</c:v>
                </c:pt>
                <c:pt idx="446">
                  <c:v>70.91786844000001</c:v>
                </c:pt>
                <c:pt idx="447">
                  <c:v>70.71184194</c:v>
                </c:pt>
                <c:pt idx="448">
                  <c:v>70.71184194</c:v>
                </c:pt>
                <c:pt idx="449">
                  <c:v>70.44686421999999</c:v>
                </c:pt>
                <c:pt idx="450">
                  <c:v>70.44686421999999</c:v>
                </c:pt>
                <c:pt idx="451">
                  <c:v>70.12287603999999</c:v>
                </c:pt>
                <c:pt idx="452">
                  <c:v>70.12287603999999</c:v>
                </c:pt>
                <c:pt idx="453">
                  <c:v>69.73980776000001</c:v>
                </c:pt>
                <c:pt idx="454">
                  <c:v>69.73980776000001</c:v>
                </c:pt>
                <c:pt idx="455">
                  <c:v>69.29757970999999</c:v>
                </c:pt>
                <c:pt idx="456">
                  <c:v>69.29757970999999</c:v>
                </c:pt>
                <c:pt idx="457">
                  <c:v>68.79610248</c:v>
                </c:pt>
                <c:pt idx="458">
                  <c:v>68.79610248</c:v>
                </c:pt>
                <c:pt idx="459">
                  <c:v>68.23527711</c:v>
                </c:pt>
                <c:pt idx="460">
                  <c:v>68.23527711</c:v>
                </c:pt>
                <c:pt idx="461">
                  <c:v>67.61499531</c:v>
                </c:pt>
                <c:pt idx="462">
                  <c:v>67.61499531</c:v>
                </c:pt>
                <c:pt idx="463">
                  <c:v>66.93513964</c:v>
                </c:pt>
                <c:pt idx="464">
                  <c:v>66.93513964</c:v>
                </c:pt>
                <c:pt idx="465">
                  <c:v>66.19558359</c:v>
                </c:pt>
                <c:pt idx="466">
                  <c:v>66.19558359</c:v>
                </c:pt>
                <c:pt idx="467">
                  <c:v>65.39619175</c:v>
                </c:pt>
                <c:pt idx="468">
                  <c:v>65.39619175</c:v>
                </c:pt>
                <c:pt idx="469">
                  <c:v>64.53681991000001</c:v>
                </c:pt>
                <c:pt idx="470">
                  <c:v>64.53681991000001</c:v>
                </c:pt>
                <c:pt idx="471">
                  <c:v>63.6173151</c:v>
                </c:pt>
                <c:pt idx="472">
                  <c:v>63.6173151</c:v>
                </c:pt>
                <c:pt idx="473">
                  <c:v>62.63751573</c:v>
                </c:pt>
                <c:pt idx="474">
                  <c:v>62.63751573</c:v>
                </c:pt>
                <c:pt idx="475">
                  <c:v>61.5972516</c:v>
                </c:pt>
                <c:pt idx="476">
                  <c:v>61.5972516</c:v>
                </c:pt>
                <c:pt idx="477">
                  <c:v>60.49634398</c:v>
                </c:pt>
                <c:pt idx="478">
                  <c:v>60.49634398</c:v>
                </c:pt>
                <c:pt idx="479">
                  <c:v>59.33460568</c:v>
                </c:pt>
                <c:pt idx="480">
                  <c:v>59.33460568</c:v>
                </c:pt>
                <c:pt idx="481">
                  <c:v>58.11184103</c:v>
                </c:pt>
                <c:pt idx="482">
                  <c:v>58.11184103</c:v>
                </c:pt>
                <c:pt idx="483">
                  <c:v>56.82784599</c:v>
                </c:pt>
                <c:pt idx="484">
                  <c:v>56.82784599</c:v>
                </c:pt>
                <c:pt idx="485">
                  <c:v>55.48240812</c:v>
                </c:pt>
                <c:pt idx="486">
                  <c:v>55.48240812</c:v>
                </c:pt>
                <c:pt idx="487">
                  <c:v>54.07530661</c:v>
                </c:pt>
                <c:pt idx="488">
                  <c:v>54.07530661</c:v>
                </c:pt>
                <c:pt idx="489">
                  <c:v>52.60631233</c:v>
                </c:pt>
                <c:pt idx="490">
                  <c:v>52.60631233</c:v>
                </c:pt>
                <c:pt idx="491">
                  <c:v>51.07518779</c:v>
                </c:pt>
                <c:pt idx="492">
                  <c:v>51.07518779</c:v>
                </c:pt>
                <c:pt idx="493">
                  <c:v>49.4816872</c:v>
                </c:pt>
                <c:pt idx="494">
                  <c:v>49.4816872</c:v>
                </c:pt>
                <c:pt idx="495">
                  <c:v>47.82555644</c:v>
                </c:pt>
                <c:pt idx="496">
                  <c:v>47.82555644</c:v>
                </c:pt>
                <c:pt idx="497">
                  <c:v>46.10653307</c:v>
                </c:pt>
                <c:pt idx="498">
                  <c:v>46.10653307</c:v>
                </c:pt>
                <c:pt idx="499">
                  <c:v>44.32434631</c:v>
                </c:pt>
                <c:pt idx="500">
                  <c:v>44.32434631</c:v>
                </c:pt>
                <c:pt idx="501">
                  <c:v>42.47871706</c:v>
                </c:pt>
                <c:pt idx="502">
                  <c:v>42.47871706</c:v>
                </c:pt>
                <c:pt idx="503">
                  <c:v>40.56935788</c:v>
                </c:pt>
                <c:pt idx="504">
                  <c:v>40.56935788</c:v>
                </c:pt>
                <c:pt idx="505">
                  <c:v>38.59597295</c:v>
                </c:pt>
                <c:pt idx="506">
                  <c:v>38.59597295</c:v>
                </c:pt>
                <c:pt idx="507">
                  <c:v>36.55825808</c:v>
                </c:pt>
                <c:pt idx="508">
                  <c:v>36.55825808</c:v>
                </c:pt>
                <c:pt idx="509">
                  <c:v>34.45590069</c:v>
                </c:pt>
                <c:pt idx="510">
                  <c:v>34.45590069</c:v>
                </c:pt>
                <c:pt idx="511">
                  <c:v>32.28857976</c:v>
                </c:pt>
                <c:pt idx="512">
                  <c:v>32.28857976</c:v>
                </c:pt>
                <c:pt idx="513">
                  <c:v>30.05596585</c:v>
                </c:pt>
                <c:pt idx="514">
                  <c:v>30.05596585</c:v>
                </c:pt>
                <c:pt idx="515">
                  <c:v>27.75772103</c:v>
                </c:pt>
                <c:pt idx="516">
                  <c:v>27.75772103</c:v>
                </c:pt>
                <c:pt idx="517">
                  <c:v>25.39349885</c:v>
                </c:pt>
                <c:pt idx="518">
                  <c:v>25.39349885</c:v>
                </c:pt>
                <c:pt idx="519">
                  <c:v>22.96294434</c:v>
                </c:pt>
                <c:pt idx="520">
                  <c:v>22.96294434</c:v>
                </c:pt>
                <c:pt idx="521">
                  <c:v>20.46569395</c:v>
                </c:pt>
                <c:pt idx="522">
                  <c:v>20.46569395</c:v>
                </c:pt>
                <c:pt idx="523">
                  <c:v>17.90137552</c:v>
                </c:pt>
                <c:pt idx="524">
                  <c:v>17.90137552</c:v>
                </c:pt>
                <c:pt idx="525">
                  <c:v>15.26960824</c:v>
                </c:pt>
                <c:pt idx="526">
                  <c:v>15.26960824</c:v>
                </c:pt>
                <c:pt idx="527">
                  <c:v>12.5700026</c:v>
                </c:pt>
                <c:pt idx="528">
                  <c:v>12.5700026</c:v>
                </c:pt>
                <c:pt idx="529">
                  <c:v>9.802160369999999</c:v>
                </c:pt>
                <c:pt idx="530">
                  <c:v>9.802160369999999</c:v>
                </c:pt>
                <c:pt idx="531">
                  <c:v>6.96567452</c:v>
                </c:pt>
                <c:pt idx="532">
                  <c:v>6.96567452</c:v>
                </c:pt>
                <c:pt idx="533">
                  <c:v>4.06012921</c:v>
                </c:pt>
                <c:pt idx="534">
                  <c:v>4.06012921</c:v>
                </c:pt>
                <c:pt idx="535">
                  <c:v>1.08509969</c:v>
                </c:pt>
                <c:pt idx="536">
                  <c:v>1.08509969</c:v>
                </c:pt>
                <c:pt idx="537">
                  <c:v>-1.95984768</c:v>
                </c:pt>
                <c:pt idx="538">
                  <c:v>-1.95984768</c:v>
                </c:pt>
                <c:pt idx="539">
                  <c:v>-5.07515554</c:v>
                </c:pt>
                <c:pt idx="540">
                  <c:v>-5.07515554</c:v>
                </c:pt>
                <c:pt idx="541">
                  <c:v>-8.26127558</c:v>
                </c:pt>
                <c:pt idx="542">
                  <c:v>-8.26127558</c:v>
                </c:pt>
                <c:pt idx="543">
                  <c:v>-11.51866855</c:v>
                </c:pt>
                <c:pt idx="544">
                  <c:v>-11.51866855</c:v>
                </c:pt>
                <c:pt idx="545">
                  <c:v>-14.84780437</c:v>
                </c:pt>
                <c:pt idx="546">
                  <c:v>-14.84780437</c:v>
                </c:pt>
                <c:pt idx="547">
                  <c:v>-18.24916218</c:v>
                </c:pt>
                <c:pt idx="548">
                  <c:v>-18.24916218</c:v>
                </c:pt>
                <c:pt idx="549">
                  <c:v>-21.72323036</c:v>
                </c:pt>
                <c:pt idx="550">
                  <c:v>-21.72323036</c:v>
                </c:pt>
                <c:pt idx="551">
                  <c:v>-25.27050664</c:v>
                </c:pt>
                <c:pt idx="552">
                  <c:v>-25.27050664</c:v>
                </c:pt>
                <c:pt idx="553">
                  <c:v>-28.89149814</c:v>
                </c:pt>
                <c:pt idx="554">
                  <c:v>-28.89149814</c:v>
                </c:pt>
                <c:pt idx="555">
                  <c:v>-32.58672145</c:v>
                </c:pt>
                <c:pt idx="556">
                  <c:v>-32.58672145</c:v>
                </c:pt>
                <c:pt idx="557">
                  <c:v>-36.35670269</c:v>
                </c:pt>
                <c:pt idx="558">
                  <c:v>-36.35670269</c:v>
                </c:pt>
                <c:pt idx="559">
                  <c:v>-40.20197754</c:v>
                </c:pt>
                <c:pt idx="560">
                  <c:v>-40.20197754</c:v>
                </c:pt>
                <c:pt idx="561">
                  <c:v>-44.1230914</c:v>
                </c:pt>
                <c:pt idx="562">
                  <c:v>-44.1230914</c:v>
                </c:pt>
                <c:pt idx="563">
                  <c:v>-48.12059936</c:v>
                </c:pt>
                <c:pt idx="564">
                  <c:v>-48.12059936</c:v>
                </c:pt>
                <c:pt idx="565">
                  <c:v>-52.19506634</c:v>
                </c:pt>
                <c:pt idx="566">
                  <c:v>-52.19506634</c:v>
                </c:pt>
                <c:pt idx="567">
                  <c:v>-56.34706715</c:v>
                </c:pt>
                <c:pt idx="568">
                  <c:v>-56.34706715</c:v>
                </c:pt>
                <c:pt idx="569">
                  <c:v>-60.57718653</c:v>
                </c:pt>
                <c:pt idx="570">
                  <c:v>-60.57718653</c:v>
                </c:pt>
                <c:pt idx="571">
                  <c:v>-64.88601927000001</c:v>
                </c:pt>
                <c:pt idx="572">
                  <c:v>-64.88601927000001</c:v>
                </c:pt>
                <c:pt idx="573">
                  <c:v>-69.27417027</c:v>
                </c:pt>
                <c:pt idx="574">
                  <c:v>-69.27417027</c:v>
                </c:pt>
                <c:pt idx="575">
                  <c:v>-73.74225461</c:v>
                </c:pt>
                <c:pt idx="576">
                  <c:v>-73.74225461</c:v>
                </c:pt>
                <c:pt idx="577">
                  <c:v>-78.29089766</c:v>
                </c:pt>
                <c:pt idx="578">
                  <c:v>-78.29089766</c:v>
                </c:pt>
                <c:pt idx="579">
                  <c:v>-82.92073511</c:v>
                </c:pt>
                <c:pt idx="580">
                  <c:v>-82.92073511</c:v>
                </c:pt>
                <c:pt idx="581">
                  <c:v>-87.63241309</c:v>
                </c:pt>
                <c:pt idx="582">
                  <c:v>-87.63241309</c:v>
                </c:pt>
                <c:pt idx="583">
                  <c:v>-92.42658827</c:v>
                </c:pt>
                <c:pt idx="584">
                  <c:v>-92.42658827</c:v>
                </c:pt>
                <c:pt idx="585">
                  <c:v>-97.30392788</c:v>
                </c:pt>
                <c:pt idx="586">
                  <c:v>-97.30392788</c:v>
                </c:pt>
                <c:pt idx="587">
                  <c:v>-102.26510987</c:v>
                </c:pt>
                <c:pt idx="588">
                  <c:v>-102.26510987</c:v>
                </c:pt>
                <c:pt idx="589">
                  <c:v>-107.31082294</c:v>
                </c:pt>
                <c:pt idx="590">
                  <c:v>-107.31082294</c:v>
                </c:pt>
                <c:pt idx="591">
                  <c:v>-112.44176666</c:v>
                </c:pt>
                <c:pt idx="592">
                  <c:v>-112.44176666</c:v>
                </c:pt>
                <c:pt idx="593">
                  <c:v>-117.65865156</c:v>
                </c:pt>
                <c:pt idx="594">
                  <c:v>-117.65865156</c:v>
                </c:pt>
                <c:pt idx="595">
                  <c:v>-122.96219917</c:v>
                </c:pt>
                <c:pt idx="596">
                  <c:v>-122.96219917</c:v>
                </c:pt>
                <c:pt idx="597">
                  <c:v>-128.3531422</c:v>
                </c:pt>
                <c:pt idx="598">
                  <c:v>-128.3531422</c:v>
                </c:pt>
                <c:pt idx="599">
                  <c:v>-133.83222456</c:v>
                </c:pt>
                <c:pt idx="600">
                  <c:v>-133.83222456</c:v>
                </c:pt>
                <c:pt idx="601">
                  <c:v>-139.40020147</c:v>
                </c:pt>
                <c:pt idx="602">
                  <c:v>-139.40020147</c:v>
                </c:pt>
                <c:pt idx="603">
                  <c:v>-145.05783958</c:v>
                </c:pt>
                <c:pt idx="604">
                  <c:v>-145.05783958</c:v>
                </c:pt>
                <c:pt idx="605">
                  <c:v>-150.80591703</c:v>
                </c:pt>
                <c:pt idx="606">
                  <c:v>-150.80591703</c:v>
                </c:pt>
                <c:pt idx="607">
                  <c:v>-156.64522358</c:v>
                </c:pt>
                <c:pt idx="608">
                  <c:v>-156.64522358</c:v>
                </c:pt>
                <c:pt idx="609">
                  <c:v>-162.57656067</c:v>
                </c:pt>
                <c:pt idx="610">
                  <c:v>-162.57656067</c:v>
                </c:pt>
                <c:pt idx="611">
                  <c:v>-168.60074155</c:v>
                </c:pt>
                <c:pt idx="612">
                  <c:v>-168.60074155</c:v>
                </c:pt>
                <c:pt idx="613">
                  <c:v>-174.71859138</c:v>
                </c:pt>
                <c:pt idx="614">
                  <c:v>-174.71859138</c:v>
                </c:pt>
                <c:pt idx="615">
                  <c:v>-180.93094731</c:v>
                </c:pt>
                <c:pt idx="616">
                  <c:v>-180.93094731</c:v>
                </c:pt>
                <c:pt idx="617">
                  <c:v>-187.23865859</c:v>
                </c:pt>
                <c:pt idx="618">
                  <c:v>-187.23865859</c:v>
                </c:pt>
                <c:pt idx="619">
                  <c:v>-193.64258668</c:v>
                </c:pt>
                <c:pt idx="620">
                  <c:v>-193.64258668</c:v>
                </c:pt>
                <c:pt idx="621">
                  <c:v>-200.14360534</c:v>
                </c:pt>
                <c:pt idx="622">
                  <c:v>-200.14360534</c:v>
                </c:pt>
                <c:pt idx="623">
                  <c:v>-206.74260075</c:v>
                </c:pt>
                <c:pt idx="624">
                  <c:v>-206.74260075</c:v>
                </c:pt>
                <c:pt idx="625">
                  <c:v>-213.4404716</c:v>
                </c:pt>
                <c:pt idx="626">
                  <c:v>-213.4404716</c:v>
                </c:pt>
                <c:pt idx="627">
                  <c:v>-220.23812922</c:v>
                </c:pt>
                <c:pt idx="628">
                  <c:v>-220.23812922</c:v>
                </c:pt>
                <c:pt idx="629">
                  <c:v>-227.13649766</c:v>
                </c:pt>
                <c:pt idx="630">
                  <c:v>-227.13649766</c:v>
                </c:pt>
                <c:pt idx="631">
                  <c:v>-234.1365138</c:v>
                </c:pt>
                <c:pt idx="632">
                  <c:v>-234.1365138</c:v>
                </c:pt>
                <c:pt idx="633">
                  <c:v>-241.23912749</c:v>
                </c:pt>
                <c:pt idx="634">
                  <c:v>-241.23912749</c:v>
                </c:pt>
                <c:pt idx="635">
                  <c:v>-248.44530164</c:v>
                </c:pt>
                <c:pt idx="636">
                  <c:v>-248.44530164</c:v>
                </c:pt>
                <c:pt idx="637">
                  <c:v>-255.75601231</c:v>
                </c:pt>
                <c:pt idx="638">
                  <c:v>-255.75601231</c:v>
                </c:pt>
                <c:pt idx="639">
                  <c:v>-263.17224885</c:v>
                </c:pt>
                <c:pt idx="640">
                  <c:v>-263.17224885</c:v>
                </c:pt>
                <c:pt idx="641">
                  <c:v>-256.08133056</c:v>
                </c:pt>
                <c:pt idx="642">
                  <c:v>-256.08133056</c:v>
                </c:pt>
                <c:pt idx="643">
                  <c:v>-249.096104</c:v>
                </c:pt>
                <c:pt idx="644">
                  <c:v>-249.096104</c:v>
                </c:pt>
                <c:pt idx="645">
                  <c:v>-242.21574192</c:v>
                </c:pt>
                <c:pt idx="646">
                  <c:v>-242.21574192</c:v>
                </c:pt>
                <c:pt idx="647">
                  <c:v>-235.43942634</c:v>
                </c:pt>
                <c:pt idx="648">
                  <c:v>-235.43942634</c:v>
                </c:pt>
                <c:pt idx="649">
                  <c:v>-228.76634845</c:v>
                </c:pt>
                <c:pt idx="650">
                  <c:v>-228.76634845</c:v>
                </c:pt>
                <c:pt idx="651">
                  <c:v>-222.19570857</c:v>
                </c:pt>
                <c:pt idx="652">
                  <c:v>-222.19570857</c:v>
                </c:pt>
                <c:pt idx="653">
                  <c:v>-215.72671606</c:v>
                </c:pt>
                <c:pt idx="654">
                  <c:v>-215.72671606</c:v>
                </c:pt>
                <c:pt idx="655">
                  <c:v>-209.3585893</c:v>
                </c:pt>
                <c:pt idx="656">
                  <c:v>-209.3585893</c:v>
                </c:pt>
                <c:pt idx="657">
                  <c:v>-203.09055558</c:v>
                </c:pt>
                <c:pt idx="658">
                  <c:v>-203.09055558</c:v>
                </c:pt>
                <c:pt idx="659">
                  <c:v>-196.92185105</c:v>
                </c:pt>
                <c:pt idx="660">
                  <c:v>-196.92185105</c:v>
                </c:pt>
                <c:pt idx="661">
                  <c:v>-190.85172069</c:v>
                </c:pt>
                <c:pt idx="662">
                  <c:v>-190.85172069</c:v>
                </c:pt>
                <c:pt idx="663">
                  <c:v>-184.87941819</c:v>
                </c:pt>
                <c:pt idx="664">
                  <c:v>-184.87941819</c:v>
                </c:pt>
                <c:pt idx="665">
                  <c:v>-179.00420595</c:v>
                </c:pt>
                <c:pt idx="666">
                  <c:v>-179.00420595</c:v>
                </c:pt>
                <c:pt idx="667">
                  <c:v>-173.22535497</c:v>
                </c:pt>
                <c:pt idx="668">
                  <c:v>-173.22535497</c:v>
                </c:pt>
                <c:pt idx="669">
                  <c:v>-167.54214483</c:v>
                </c:pt>
                <c:pt idx="670">
                  <c:v>-167.54214483</c:v>
                </c:pt>
                <c:pt idx="671">
                  <c:v>-161.95386358</c:v>
                </c:pt>
                <c:pt idx="672">
                  <c:v>-161.95386358</c:v>
                </c:pt>
                <c:pt idx="673">
                  <c:v>-156.45980773</c:v>
                </c:pt>
                <c:pt idx="674">
                  <c:v>-156.45980773</c:v>
                </c:pt>
                <c:pt idx="675">
                  <c:v>-151.05928217</c:v>
                </c:pt>
                <c:pt idx="676">
                  <c:v>-151.05928217</c:v>
                </c:pt>
                <c:pt idx="677">
                  <c:v>-145.7516001</c:v>
                </c:pt>
                <c:pt idx="678">
                  <c:v>-145.7516001</c:v>
                </c:pt>
                <c:pt idx="679">
                  <c:v>-140.53608299</c:v>
                </c:pt>
                <c:pt idx="680">
                  <c:v>-140.53608299</c:v>
                </c:pt>
                <c:pt idx="681">
                  <c:v>-135.41206053</c:v>
                </c:pt>
                <c:pt idx="682">
                  <c:v>-135.41206053</c:v>
                </c:pt>
                <c:pt idx="683">
                  <c:v>-130.37887052</c:v>
                </c:pt>
                <c:pt idx="684">
                  <c:v>-130.37887052</c:v>
                </c:pt>
                <c:pt idx="685">
                  <c:v>-125.4358589</c:v>
                </c:pt>
                <c:pt idx="686">
                  <c:v>-125.4358589</c:v>
                </c:pt>
                <c:pt idx="687">
                  <c:v>-120.58237961</c:v>
                </c:pt>
                <c:pt idx="688">
                  <c:v>-120.58237961</c:v>
                </c:pt>
                <c:pt idx="689">
                  <c:v>-115.81779459</c:v>
                </c:pt>
                <c:pt idx="690">
                  <c:v>-115.81779459</c:v>
                </c:pt>
                <c:pt idx="691">
                  <c:v>-111.14147368</c:v>
                </c:pt>
                <c:pt idx="692">
                  <c:v>-111.14147368</c:v>
                </c:pt>
                <c:pt idx="693">
                  <c:v>-106.55279463</c:v>
                </c:pt>
                <c:pt idx="694">
                  <c:v>-106.55279463</c:v>
                </c:pt>
                <c:pt idx="695">
                  <c:v>-102.05114296</c:v>
                </c:pt>
                <c:pt idx="696">
                  <c:v>-102.05114296</c:v>
                </c:pt>
                <c:pt idx="697">
                  <c:v>-97.63591198</c:v>
                </c:pt>
                <c:pt idx="698">
                  <c:v>-97.63591198</c:v>
                </c:pt>
                <c:pt idx="699">
                  <c:v>-93.30650271</c:v>
                </c:pt>
                <c:pt idx="700">
                  <c:v>-93.30650271</c:v>
                </c:pt>
                <c:pt idx="701">
                  <c:v>-89.06232381</c:v>
                </c:pt>
                <c:pt idx="702">
                  <c:v>-89.06232381</c:v>
                </c:pt>
                <c:pt idx="703">
                  <c:v>-84.90279156</c:v>
                </c:pt>
                <c:pt idx="704">
                  <c:v>-84.90279156</c:v>
                </c:pt>
                <c:pt idx="705">
                  <c:v>-80.82732977000001</c:v>
                </c:pt>
                <c:pt idx="706">
                  <c:v>-80.82732977000001</c:v>
                </c:pt>
                <c:pt idx="707">
                  <c:v>-76.83536977</c:v>
                </c:pt>
                <c:pt idx="708">
                  <c:v>-76.83536977</c:v>
                </c:pt>
                <c:pt idx="709">
                  <c:v>-72.92635034</c:v>
                </c:pt>
                <c:pt idx="710">
                  <c:v>-72.92635034</c:v>
                </c:pt>
                <c:pt idx="711">
                  <c:v>-69.09971766</c:v>
                </c:pt>
                <c:pt idx="712">
                  <c:v>-69.09971766</c:v>
                </c:pt>
                <c:pt idx="713">
                  <c:v>-65.35492524</c:v>
                </c:pt>
                <c:pt idx="714">
                  <c:v>-65.35492524</c:v>
                </c:pt>
                <c:pt idx="715">
                  <c:v>-61.69143393</c:v>
                </c:pt>
                <c:pt idx="716">
                  <c:v>-61.69143393</c:v>
                </c:pt>
                <c:pt idx="717">
                  <c:v>-58.10871179</c:v>
                </c:pt>
                <c:pt idx="718">
                  <c:v>-58.10871179</c:v>
                </c:pt>
                <c:pt idx="719">
                  <c:v>-54.60623413</c:v>
                </c:pt>
                <c:pt idx="720">
                  <c:v>-54.60623413</c:v>
                </c:pt>
                <c:pt idx="721">
                  <c:v>-51.18348339</c:v>
                </c:pt>
                <c:pt idx="722">
                  <c:v>-51.18348339</c:v>
                </c:pt>
                <c:pt idx="723">
                  <c:v>-47.83994912</c:v>
                </c:pt>
                <c:pt idx="724">
                  <c:v>-47.83994912</c:v>
                </c:pt>
                <c:pt idx="725">
                  <c:v>-44.57512796</c:v>
                </c:pt>
                <c:pt idx="726">
                  <c:v>-44.57512796</c:v>
                </c:pt>
                <c:pt idx="727">
                  <c:v>-41.38852356</c:v>
                </c:pt>
                <c:pt idx="728">
                  <c:v>-41.38852356</c:v>
                </c:pt>
                <c:pt idx="729">
                  <c:v>-38.27964652</c:v>
                </c:pt>
                <c:pt idx="730">
                  <c:v>-38.27964652</c:v>
                </c:pt>
                <c:pt idx="731">
                  <c:v>-35.24801442</c:v>
                </c:pt>
                <c:pt idx="732">
                  <c:v>-35.24801442</c:v>
                </c:pt>
                <c:pt idx="733">
                  <c:v>-32.29315169</c:v>
                </c:pt>
                <c:pt idx="734">
                  <c:v>-32.29315169</c:v>
                </c:pt>
                <c:pt idx="735">
                  <c:v>-29.41458961</c:v>
                </c:pt>
                <c:pt idx="736">
                  <c:v>-29.41458961</c:v>
                </c:pt>
                <c:pt idx="737">
                  <c:v>-26.61186629</c:v>
                </c:pt>
                <c:pt idx="738">
                  <c:v>-26.61186629</c:v>
                </c:pt>
                <c:pt idx="739">
                  <c:v>-23.88452657</c:v>
                </c:pt>
                <c:pt idx="740">
                  <c:v>-23.88452657</c:v>
                </c:pt>
                <c:pt idx="741">
                  <c:v>-21.23212202</c:v>
                </c:pt>
                <c:pt idx="742">
                  <c:v>-21.23212202</c:v>
                </c:pt>
                <c:pt idx="743">
                  <c:v>-18.6542109</c:v>
                </c:pt>
                <c:pt idx="744">
                  <c:v>-18.6542109</c:v>
                </c:pt>
                <c:pt idx="745">
                  <c:v>-16.15035809</c:v>
                </c:pt>
                <c:pt idx="746">
                  <c:v>-16.15035809</c:v>
                </c:pt>
                <c:pt idx="747">
                  <c:v>-13.72013509</c:v>
                </c:pt>
                <c:pt idx="748">
                  <c:v>-13.72013509</c:v>
                </c:pt>
                <c:pt idx="749">
                  <c:v>-11.36311996</c:v>
                </c:pt>
                <c:pt idx="750">
                  <c:v>-11.36311996</c:v>
                </c:pt>
                <c:pt idx="751">
                  <c:v>-9.07889726</c:v>
                </c:pt>
                <c:pt idx="752">
                  <c:v>-9.07889726</c:v>
                </c:pt>
                <c:pt idx="753">
                  <c:v>-6.86705808</c:v>
                </c:pt>
                <c:pt idx="754">
                  <c:v>-6.86705808</c:v>
                </c:pt>
                <c:pt idx="755">
                  <c:v>-4.72719992</c:v>
                </c:pt>
                <c:pt idx="756">
                  <c:v>-4.72719992</c:v>
                </c:pt>
                <c:pt idx="757">
                  <c:v>-2.65892672</c:v>
                </c:pt>
                <c:pt idx="758">
                  <c:v>-2.65892672</c:v>
                </c:pt>
                <c:pt idx="759">
                  <c:v>-0.66184879</c:v>
                </c:pt>
                <c:pt idx="760">
                  <c:v>-0.66184879</c:v>
                </c:pt>
                <c:pt idx="761">
                  <c:v>1.26441719</c:v>
                </c:pt>
                <c:pt idx="762">
                  <c:v>1.26441719</c:v>
                </c:pt>
                <c:pt idx="763">
                  <c:v>3.12024827</c:v>
                </c:pt>
                <c:pt idx="764">
                  <c:v>3.12024827</c:v>
                </c:pt>
                <c:pt idx="765">
                  <c:v>4.90601517</c:v>
                </c:pt>
                <c:pt idx="766">
                  <c:v>4.90601517</c:v>
                </c:pt>
                <c:pt idx="767">
                  <c:v>6.62208239</c:v>
                </c:pt>
                <c:pt idx="768">
                  <c:v>6.62208239</c:v>
                </c:pt>
                <c:pt idx="769">
                  <c:v>8.2688082</c:v>
                </c:pt>
                <c:pt idx="770">
                  <c:v>8.2688082</c:v>
                </c:pt>
                <c:pt idx="771">
                  <c:v>9.846544700000001</c:v>
                </c:pt>
                <c:pt idx="772">
                  <c:v>9.846544700000001</c:v>
                </c:pt>
                <c:pt idx="773">
                  <c:v>11.3556378</c:v>
                </c:pt>
                <c:pt idx="774">
                  <c:v>11.3556378</c:v>
                </c:pt>
                <c:pt idx="775">
                  <c:v>12.79642731</c:v>
                </c:pt>
                <c:pt idx="776">
                  <c:v>12.79642731</c:v>
                </c:pt>
                <c:pt idx="777">
                  <c:v>14.16924691</c:v>
                </c:pt>
                <c:pt idx="778">
                  <c:v>14.16924691</c:v>
                </c:pt>
                <c:pt idx="779">
                  <c:v>15.47442421</c:v>
                </c:pt>
                <c:pt idx="780">
                  <c:v>15.47442421</c:v>
                </c:pt>
                <c:pt idx="781">
                  <c:v>16.71228079</c:v>
                </c:pt>
                <c:pt idx="782">
                  <c:v>16.71228079</c:v>
                </c:pt>
                <c:pt idx="783">
                  <c:v>17.88313218</c:v>
                </c:pt>
                <c:pt idx="784">
                  <c:v>17.88313218</c:v>
                </c:pt>
                <c:pt idx="785">
                  <c:v>18.9872879</c:v>
                </c:pt>
                <c:pt idx="786">
                  <c:v>18.9872879</c:v>
                </c:pt>
                <c:pt idx="787">
                  <c:v>20.02505152</c:v>
                </c:pt>
                <c:pt idx="788">
                  <c:v>20.02505152</c:v>
                </c:pt>
                <c:pt idx="789">
                  <c:v>20.99672063</c:v>
                </c:pt>
                <c:pt idx="790">
                  <c:v>20.99672063</c:v>
                </c:pt>
                <c:pt idx="791">
                  <c:v>21.90258689</c:v>
                </c:pt>
                <c:pt idx="792">
                  <c:v>21.90258689</c:v>
                </c:pt>
                <c:pt idx="793">
                  <c:v>22.74293603</c:v>
                </c:pt>
                <c:pt idx="794">
                  <c:v>22.74293603</c:v>
                </c:pt>
                <c:pt idx="795">
                  <c:v>23.5180479</c:v>
                </c:pt>
                <c:pt idx="796">
                  <c:v>23.5180479</c:v>
                </c:pt>
                <c:pt idx="797">
                  <c:v>24.22819645</c:v>
                </c:pt>
                <c:pt idx="798">
                  <c:v>24.22819645</c:v>
                </c:pt>
                <c:pt idx="799">
                  <c:v>24.87364978</c:v>
                </c:pt>
                <c:pt idx="800">
                  <c:v>24.87364978</c:v>
                </c:pt>
                <c:pt idx="801">
                  <c:v>25.45467012</c:v>
                </c:pt>
                <c:pt idx="802">
                  <c:v>25.45467012</c:v>
                </c:pt>
                <c:pt idx="803">
                  <c:v>25.97151388</c:v>
                </c:pt>
                <c:pt idx="804">
                  <c:v>25.97151388</c:v>
                </c:pt>
                <c:pt idx="805">
                  <c:v>26.42443165</c:v>
                </c:pt>
                <c:pt idx="806">
                  <c:v>26.42443165</c:v>
                </c:pt>
                <c:pt idx="807">
                  <c:v>26.81366817</c:v>
                </c:pt>
                <c:pt idx="808">
                  <c:v>26.81366817</c:v>
                </c:pt>
                <c:pt idx="809">
                  <c:v>27.13946242</c:v>
                </c:pt>
                <c:pt idx="810">
                  <c:v>27.13946242</c:v>
                </c:pt>
                <c:pt idx="811">
                  <c:v>27.40204756</c:v>
                </c:pt>
                <c:pt idx="812">
                  <c:v>27.40204756</c:v>
                </c:pt>
                <c:pt idx="813">
                  <c:v>27.60165097</c:v>
                </c:pt>
                <c:pt idx="814">
                  <c:v>27.60165097</c:v>
                </c:pt>
                <c:pt idx="815">
                  <c:v>27.73849423</c:v>
                </c:pt>
                <c:pt idx="816">
                  <c:v>27.73849423</c:v>
                </c:pt>
                <c:pt idx="817">
                  <c:v>27.81279317</c:v>
                </c:pt>
                <c:pt idx="818">
                  <c:v>27.81279317</c:v>
                </c:pt>
                <c:pt idx="819">
                  <c:v>27.82475781</c:v>
                </c:pt>
                <c:pt idx="820">
                  <c:v>27.82475781</c:v>
                </c:pt>
                <c:pt idx="821">
                  <c:v>27.77459241</c:v>
                </c:pt>
                <c:pt idx="822">
                  <c:v>27.77459241</c:v>
                </c:pt>
                <c:pt idx="823">
                  <c:v>27.66249545</c:v>
                </c:pt>
                <c:pt idx="824">
                  <c:v>27.66249545</c:v>
                </c:pt>
                <c:pt idx="825">
                  <c:v>27.4886596</c:v>
                </c:pt>
                <c:pt idx="826">
                  <c:v>27.4886596</c:v>
                </c:pt>
                <c:pt idx="827">
                  <c:v>27.25327178</c:v>
                </c:pt>
                <c:pt idx="828">
                  <c:v>27.25327178</c:v>
                </c:pt>
                <c:pt idx="829">
                  <c:v>26.95651308</c:v>
                </c:pt>
                <c:pt idx="830">
                  <c:v>26.95651308</c:v>
                </c:pt>
                <c:pt idx="831">
                  <c:v>26.59855879</c:v>
                </c:pt>
                <c:pt idx="832">
                  <c:v>26.59855879</c:v>
                </c:pt>
                <c:pt idx="833">
                  <c:v>26.17957838</c:v>
                </c:pt>
                <c:pt idx="834">
                  <c:v>26.17957838</c:v>
                </c:pt>
                <c:pt idx="835">
                  <c:v>25.69973547</c:v>
                </c:pt>
                <c:pt idx="836">
                  <c:v>25.69973547</c:v>
                </c:pt>
                <c:pt idx="837">
                  <c:v>25.15918784</c:v>
                </c:pt>
                <c:pt idx="838">
                  <c:v>25.15918784</c:v>
                </c:pt>
                <c:pt idx="839">
                  <c:v>24.55808736</c:v>
                </c:pt>
                <c:pt idx="840">
                  <c:v>24.55808736</c:v>
                </c:pt>
                <c:pt idx="841">
                  <c:v>23.89658002</c:v>
                </c:pt>
                <c:pt idx="842">
                  <c:v>23.89658002</c:v>
                </c:pt>
                <c:pt idx="843">
                  <c:v>23.17480586</c:v>
                </c:pt>
                <c:pt idx="844">
                  <c:v>23.17480586</c:v>
                </c:pt>
                <c:pt idx="845">
                  <c:v>22.39289896</c:v>
                </c:pt>
                <c:pt idx="846">
                  <c:v>22.39289896</c:v>
                </c:pt>
                <c:pt idx="847">
                  <c:v>21.55098739</c:v>
                </c:pt>
                <c:pt idx="848">
                  <c:v>21.55098739</c:v>
                </c:pt>
                <c:pt idx="849">
                  <c:v>20.64919315</c:v>
                </c:pt>
                <c:pt idx="850">
                  <c:v>20.64919315</c:v>
                </c:pt>
                <c:pt idx="851">
                  <c:v>19.68763217</c:v>
                </c:pt>
                <c:pt idx="852">
                  <c:v>19.68763217</c:v>
                </c:pt>
                <c:pt idx="853">
                  <c:v>18.66641421</c:v>
                </c:pt>
                <c:pt idx="854">
                  <c:v>18.66641421</c:v>
                </c:pt>
                <c:pt idx="855">
                  <c:v>17.5856428</c:v>
                </c:pt>
                <c:pt idx="856">
                  <c:v>17.5856428</c:v>
                </c:pt>
                <c:pt idx="857">
                  <c:v>16.4454152</c:v>
                </c:pt>
                <c:pt idx="858">
                  <c:v>16.4454152</c:v>
                </c:pt>
                <c:pt idx="859">
                  <c:v>15.2458223</c:v>
                </c:pt>
                <c:pt idx="860">
                  <c:v>15.2458223</c:v>
                </c:pt>
                <c:pt idx="861">
                  <c:v>13.98694851</c:v>
                </c:pt>
                <c:pt idx="862">
                  <c:v>13.98694851</c:v>
                </c:pt>
                <c:pt idx="863">
                  <c:v>12.66887169</c:v>
                </c:pt>
                <c:pt idx="864">
                  <c:v>12.66887169</c:v>
                </c:pt>
                <c:pt idx="865">
                  <c:v>11.29166302</c:v>
                </c:pt>
                <c:pt idx="866">
                  <c:v>11.29166302</c:v>
                </c:pt>
                <c:pt idx="867">
                  <c:v>9.855386810000001</c:v>
                </c:pt>
                <c:pt idx="868">
                  <c:v>9.855386810000001</c:v>
                </c:pt>
                <c:pt idx="869">
                  <c:v>8.3601004</c:v>
                </c:pt>
                <c:pt idx="870">
                  <c:v>8.3601004</c:v>
                </c:pt>
                <c:pt idx="871">
                  <c:v>6.80585392</c:v>
                </c:pt>
                <c:pt idx="872">
                  <c:v>6.80585392</c:v>
                </c:pt>
                <c:pt idx="873">
                  <c:v>5.19269</c:v>
                </c:pt>
                <c:pt idx="874">
                  <c:v>5.19269</c:v>
                </c:pt>
                <c:pt idx="875">
                  <c:v>3.5206435</c:v>
                </c:pt>
                <c:pt idx="876">
                  <c:v>3.5206435</c:v>
                </c:pt>
                <c:pt idx="877">
                  <c:v>1.78974099</c:v>
                </c:pt>
                <c:pt idx="878">
                  <c:v>1.78974099</c:v>
                </c:pt>
                <c:pt idx="879">
                  <c:v>-0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纵向坐标 x / 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弯矩 / (MN·m)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张拉控制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Sheet1!$A$2:$A$118</c:f>
              <c:numCache>
                <c:formatCode>General</c:formatCode>
                <c:ptCount val="117"/>
                <c:pt idx="0">
                  <c:v>0</c:v>
                </c:pt>
                <c:pt idx="1">
                  <c:v>1.875</c:v>
                </c:pt>
                <c:pt idx="2">
                  <c:v>3.75</c:v>
                </c:pt>
                <c:pt idx="3">
                  <c:v>5.625</c:v>
                </c:pt>
                <c:pt idx="4">
                  <c:v>7.5</c:v>
                </c:pt>
                <c:pt idx="5">
                  <c:v>9.375</c:v>
                </c:pt>
                <c:pt idx="6">
                  <c:v>11.25</c:v>
                </c:pt>
                <c:pt idx="7">
                  <c:v>13.125</c:v>
                </c:pt>
                <c:pt idx="8">
                  <c:v>15</c:v>
                </c:pt>
                <c:pt idx="9">
                  <c:v>16.875</c:v>
                </c:pt>
                <c:pt idx="10">
                  <c:v>18.75</c:v>
                </c:pt>
                <c:pt idx="11">
                  <c:v>20.625</c:v>
                </c:pt>
                <c:pt idx="12">
                  <c:v>22.5</c:v>
                </c:pt>
                <c:pt idx="13">
                  <c:v>24.375</c:v>
                </c:pt>
                <c:pt idx="14">
                  <c:v>26.25</c:v>
                </c:pt>
                <c:pt idx="15">
                  <c:v>28.125</c:v>
                </c:pt>
                <c:pt idx="16">
                  <c:v>30</c:v>
                </c:pt>
                <c:pt idx="17">
                  <c:v>31.875</c:v>
                </c:pt>
                <c:pt idx="18">
                  <c:v>33.75</c:v>
                </c:pt>
                <c:pt idx="19">
                  <c:v>35.625</c:v>
                </c:pt>
                <c:pt idx="20">
                  <c:v>37.5</c:v>
                </c:pt>
                <c:pt idx="21">
                  <c:v>39.375</c:v>
                </c:pt>
                <c:pt idx="22">
                  <c:v>41.25</c:v>
                </c:pt>
                <c:pt idx="23">
                  <c:v>43.125</c:v>
                </c:pt>
                <c:pt idx="24">
                  <c:v>45</c:v>
                </c:pt>
                <c:pt idx="25">
                  <c:v>46.875</c:v>
                </c:pt>
                <c:pt idx="26">
                  <c:v>48.75</c:v>
                </c:pt>
                <c:pt idx="27">
                  <c:v>50.625</c:v>
                </c:pt>
                <c:pt idx="28">
                  <c:v>52.5</c:v>
                </c:pt>
                <c:pt idx="29">
                  <c:v>54.375</c:v>
                </c:pt>
                <c:pt idx="30">
                  <c:v>56.25</c:v>
                </c:pt>
                <c:pt idx="31">
                  <c:v>58.125</c:v>
                </c:pt>
                <c:pt idx="32">
                  <c:v>60</c:v>
                </c:pt>
                <c:pt idx="33">
                  <c:v>61.92307692</c:v>
                </c:pt>
                <c:pt idx="34">
                  <c:v>63.84615385</c:v>
                </c:pt>
                <c:pt idx="35">
                  <c:v>65.76923076999999</c:v>
                </c:pt>
                <c:pt idx="36">
                  <c:v>67.69230769000001</c:v>
                </c:pt>
                <c:pt idx="37">
                  <c:v>69.61538462</c:v>
                </c:pt>
                <c:pt idx="38">
                  <c:v>71.53846154</c:v>
                </c:pt>
                <c:pt idx="39">
                  <c:v>73.46153846</c:v>
                </c:pt>
                <c:pt idx="40">
                  <c:v>75.38461538</c:v>
                </c:pt>
                <c:pt idx="41">
                  <c:v>77.30769230999999</c:v>
                </c:pt>
                <c:pt idx="42">
                  <c:v>79.23076923000001</c:v>
                </c:pt>
                <c:pt idx="43">
                  <c:v>81.15384615000001</c:v>
                </c:pt>
                <c:pt idx="44">
                  <c:v>83.07692308</c:v>
                </c:pt>
                <c:pt idx="45">
                  <c:v>85</c:v>
                </c:pt>
                <c:pt idx="46">
                  <c:v>86.92307692</c:v>
                </c:pt>
                <c:pt idx="47">
                  <c:v>88.84615384999999</c:v>
                </c:pt>
                <c:pt idx="48">
                  <c:v>90.76923076999999</c:v>
                </c:pt>
                <c:pt idx="49">
                  <c:v>92.69230769000001</c:v>
                </c:pt>
                <c:pt idx="50">
                  <c:v>94.61538462</c:v>
                </c:pt>
                <c:pt idx="51">
                  <c:v>96.53846154</c:v>
                </c:pt>
                <c:pt idx="52">
                  <c:v>98.46153846</c:v>
                </c:pt>
                <c:pt idx="53">
                  <c:v>100.38461538</c:v>
                </c:pt>
                <c:pt idx="54">
                  <c:v>102.30769231</c:v>
                </c:pt>
                <c:pt idx="55">
                  <c:v>104.23076923</c:v>
                </c:pt>
                <c:pt idx="56">
                  <c:v>106.15384615</c:v>
                </c:pt>
                <c:pt idx="57">
                  <c:v>108.07692308</c:v>
                </c:pt>
                <c:pt idx="58">
                  <c:v>110</c:v>
                </c:pt>
                <c:pt idx="59">
                  <c:v>111.92307692</c:v>
                </c:pt>
                <c:pt idx="60">
                  <c:v>113.84615385</c:v>
                </c:pt>
                <c:pt idx="61">
                  <c:v>115.76923077</c:v>
                </c:pt>
                <c:pt idx="62">
                  <c:v>117.69230769</c:v>
                </c:pt>
                <c:pt idx="63">
                  <c:v>119.61538462</c:v>
                </c:pt>
                <c:pt idx="64">
                  <c:v>121.53846154</c:v>
                </c:pt>
                <c:pt idx="65">
                  <c:v>123.46153846</c:v>
                </c:pt>
                <c:pt idx="66">
                  <c:v>125.38461538</c:v>
                </c:pt>
                <c:pt idx="67">
                  <c:v>127.30769231</c:v>
                </c:pt>
                <c:pt idx="68">
                  <c:v>129.23076923</c:v>
                </c:pt>
                <c:pt idx="69">
                  <c:v>131.15384615</c:v>
                </c:pt>
                <c:pt idx="70">
                  <c:v>133.07692308</c:v>
                </c:pt>
                <c:pt idx="71">
                  <c:v>135</c:v>
                </c:pt>
                <c:pt idx="72">
                  <c:v>136.92307692</c:v>
                </c:pt>
                <c:pt idx="73">
                  <c:v>138.84615385</c:v>
                </c:pt>
                <c:pt idx="74">
                  <c:v>140.76923077</c:v>
                </c:pt>
                <c:pt idx="75">
                  <c:v>142.69230769</c:v>
                </c:pt>
                <c:pt idx="76">
                  <c:v>144.61538462</c:v>
                </c:pt>
                <c:pt idx="77">
                  <c:v>146.53846154</c:v>
                </c:pt>
                <c:pt idx="78">
                  <c:v>148.46153846</c:v>
                </c:pt>
                <c:pt idx="79">
                  <c:v>150.38461538</c:v>
                </c:pt>
                <c:pt idx="80">
                  <c:v>152.30769231</c:v>
                </c:pt>
                <c:pt idx="81">
                  <c:v>154.23076923</c:v>
                </c:pt>
                <c:pt idx="82">
                  <c:v>156.15384615</c:v>
                </c:pt>
                <c:pt idx="83">
                  <c:v>158.07692308</c:v>
                </c:pt>
                <c:pt idx="84">
                  <c:v>160</c:v>
                </c:pt>
                <c:pt idx="85">
                  <c:v>161.875</c:v>
                </c:pt>
                <c:pt idx="86">
                  <c:v>163.75</c:v>
                </c:pt>
                <c:pt idx="87">
                  <c:v>165.625</c:v>
                </c:pt>
                <c:pt idx="88">
                  <c:v>167.5</c:v>
                </c:pt>
                <c:pt idx="89">
                  <c:v>169.375</c:v>
                </c:pt>
                <c:pt idx="90">
                  <c:v>171.25</c:v>
                </c:pt>
                <c:pt idx="91">
                  <c:v>173.125</c:v>
                </c:pt>
                <c:pt idx="92">
                  <c:v>175</c:v>
                </c:pt>
                <c:pt idx="93">
                  <c:v>176.875</c:v>
                </c:pt>
                <c:pt idx="94">
                  <c:v>178.75</c:v>
                </c:pt>
                <c:pt idx="95">
                  <c:v>180.625</c:v>
                </c:pt>
                <c:pt idx="96">
                  <c:v>182.5</c:v>
                </c:pt>
                <c:pt idx="97">
                  <c:v>184.375</c:v>
                </c:pt>
                <c:pt idx="98">
                  <c:v>186.25</c:v>
                </c:pt>
                <c:pt idx="99">
                  <c:v>188.125</c:v>
                </c:pt>
                <c:pt idx="100">
                  <c:v>190</c:v>
                </c:pt>
                <c:pt idx="101">
                  <c:v>191.875</c:v>
                </c:pt>
                <c:pt idx="102">
                  <c:v>193.75</c:v>
                </c:pt>
                <c:pt idx="103">
                  <c:v>195.625</c:v>
                </c:pt>
                <c:pt idx="104">
                  <c:v>197.5</c:v>
                </c:pt>
                <c:pt idx="105">
                  <c:v>199.375</c:v>
                </c:pt>
                <c:pt idx="106">
                  <c:v>201.25</c:v>
                </c:pt>
                <c:pt idx="107">
                  <c:v>203.125</c:v>
                </c:pt>
                <c:pt idx="108">
                  <c:v>205</c:v>
                </c:pt>
                <c:pt idx="109">
                  <c:v>206.875</c:v>
                </c:pt>
                <c:pt idx="110">
                  <c:v>208.75</c:v>
                </c:pt>
                <c:pt idx="111">
                  <c:v>210.625</c:v>
                </c:pt>
                <c:pt idx="112">
                  <c:v>212.5</c:v>
                </c:pt>
                <c:pt idx="113">
                  <c:v>214.375</c:v>
                </c:pt>
                <c:pt idx="114">
                  <c:v>216.25</c:v>
                </c:pt>
                <c:pt idx="115">
                  <c:v>218.125</c:v>
                </c:pt>
                <c:pt idx="116">
                  <c:v>220</c:v>
                </c:pt>
              </c:numCache>
            </c:numRef>
          </c:xVal>
          <c:yVal>
            <c:numRef>
              <c:f>Sheet1!$B$2:$B$118</c:f>
              <c:numCache>
                <c:formatCode>General</c:formatCode>
                <c:ptCount val="117"/>
                <c:pt idx="0">
                  <c:v>1395</c:v>
                </c:pt>
                <c:pt idx="1">
                  <c:v>1395</c:v>
                </c:pt>
                <c:pt idx="2">
                  <c:v>1395</c:v>
                </c:pt>
                <c:pt idx="3">
                  <c:v>1395</c:v>
                </c:pt>
                <c:pt idx="4">
                  <c:v>1395</c:v>
                </c:pt>
                <c:pt idx="5">
                  <c:v>1395</c:v>
                </c:pt>
                <c:pt idx="6">
                  <c:v>1395</c:v>
                </c:pt>
                <c:pt idx="7">
                  <c:v>1395</c:v>
                </c:pt>
                <c:pt idx="8">
                  <c:v>1395</c:v>
                </c:pt>
                <c:pt idx="9">
                  <c:v>1395</c:v>
                </c:pt>
                <c:pt idx="10">
                  <c:v>1395</c:v>
                </c:pt>
                <c:pt idx="11">
                  <c:v>1395</c:v>
                </c:pt>
                <c:pt idx="12">
                  <c:v>1395</c:v>
                </c:pt>
                <c:pt idx="13">
                  <c:v>1395</c:v>
                </c:pt>
                <c:pt idx="14">
                  <c:v>1395</c:v>
                </c:pt>
                <c:pt idx="15">
                  <c:v>1395</c:v>
                </c:pt>
                <c:pt idx="16">
                  <c:v>1395</c:v>
                </c:pt>
                <c:pt idx="17">
                  <c:v>1395</c:v>
                </c:pt>
                <c:pt idx="18">
                  <c:v>1395</c:v>
                </c:pt>
                <c:pt idx="19">
                  <c:v>1395</c:v>
                </c:pt>
                <c:pt idx="20">
                  <c:v>1395</c:v>
                </c:pt>
                <c:pt idx="21">
                  <c:v>1395</c:v>
                </c:pt>
                <c:pt idx="22">
                  <c:v>1395</c:v>
                </c:pt>
                <c:pt idx="23">
                  <c:v>1395</c:v>
                </c:pt>
                <c:pt idx="24">
                  <c:v>1395</c:v>
                </c:pt>
                <c:pt idx="25">
                  <c:v>1395</c:v>
                </c:pt>
                <c:pt idx="26">
                  <c:v>1395</c:v>
                </c:pt>
                <c:pt idx="27">
                  <c:v>1395</c:v>
                </c:pt>
                <c:pt idx="28">
                  <c:v>1395</c:v>
                </c:pt>
                <c:pt idx="29">
                  <c:v>1395</c:v>
                </c:pt>
                <c:pt idx="30">
                  <c:v>1395</c:v>
                </c:pt>
                <c:pt idx="31">
                  <c:v>1395</c:v>
                </c:pt>
                <c:pt idx="32">
                  <c:v>1395</c:v>
                </c:pt>
                <c:pt idx="33">
                  <c:v>1395</c:v>
                </c:pt>
                <c:pt idx="34">
                  <c:v>1395</c:v>
                </c:pt>
                <c:pt idx="35">
                  <c:v>1395</c:v>
                </c:pt>
                <c:pt idx="36">
                  <c:v>1395</c:v>
                </c:pt>
                <c:pt idx="37">
                  <c:v>1395</c:v>
                </c:pt>
                <c:pt idx="38">
                  <c:v>1395</c:v>
                </c:pt>
                <c:pt idx="39">
                  <c:v>1395</c:v>
                </c:pt>
                <c:pt idx="40">
                  <c:v>1395</c:v>
                </c:pt>
                <c:pt idx="41">
                  <c:v>1395</c:v>
                </c:pt>
                <c:pt idx="42">
                  <c:v>1395</c:v>
                </c:pt>
                <c:pt idx="43">
                  <c:v>1395</c:v>
                </c:pt>
                <c:pt idx="44">
                  <c:v>1395</c:v>
                </c:pt>
                <c:pt idx="45">
                  <c:v>1395</c:v>
                </c:pt>
                <c:pt idx="46">
                  <c:v>1395</c:v>
                </c:pt>
                <c:pt idx="47">
                  <c:v>1395</c:v>
                </c:pt>
                <c:pt idx="48">
                  <c:v>1395</c:v>
                </c:pt>
                <c:pt idx="49">
                  <c:v>1395</c:v>
                </c:pt>
                <c:pt idx="50">
                  <c:v>1395</c:v>
                </c:pt>
                <c:pt idx="51">
                  <c:v>1395</c:v>
                </c:pt>
                <c:pt idx="52">
                  <c:v>1395</c:v>
                </c:pt>
                <c:pt idx="53">
                  <c:v>1395</c:v>
                </c:pt>
                <c:pt idx="54">
                  <c:v>1395</c:v>
                </c:pt>
                <c:pt idx="55">
                  <c:v>1395</c:v>
                </c:pt>
                <c:pt idx="56">
                  <c:v>1395</c:v>
                </c:pt>
                <c:pt idx="57">
                  <c:v>1395</c:v>
                </c:pt>
                <c:pt idx="58">
                  <c:v>1395</c:v>
                </c:pt>
                <c:pt idx="59">
                  <c:v>1395</c:v>
                </c:pt>
                <c:pt idx="60">
                  <c:v>1395</c:v>
                </c:pt>
                <c:pt idx="61">
                  <c:v>1395</c:v>
                </c:pt>
                <c:pt idx="62">
                  <c:v>1395</c:v>
                </c:pt>
                <c:pt idx="63">
                  <c:v>1395</c:v>
                </c:pt>
                <c:pt idx="64">
                  <c:v>1395</c:v>
                </c:pt>
                <c:pt idx="65">
                  <c:v>1395</c:v>
                </c:pt>
                <c:pt idx="66">
                  <c:v>1395</c:v>
                </c:pt>
                <c:pt idx="67">
                  <c:v>1395</c:v>
                </c:pt>
                <c:pt idx="68">
                  <c:v>1395</c:v>
                </c:pt>
                <c:pt idx="69">
                  <c:v>1395</c:v>
                </c:pt>
                <c:pt idx="70">
                  <c:v>1395</c:v>
                </c:pt>
                <c:pt idx="71">
                  <c:v>1395</c:v>
                </c:pt>
                <c:pt idx="72">
                  <c:v>1395</c:v>
                </c:pt>
                <c:pt idx="73">
                  <c:v>1395</c:v>
                </c:pt>
                <c:pt idx="74">
                  <c:v>1395</c:v>
                </c:pt>
                <c:pt idx="75">
                  <c:v>1395</c:v>
                </c:pt>
                <c:pt idx="76">
                  <c:v>1395</c:v>
                </c:pt>
                <c:pt idx="77">
                  <c:v>1395</c:v>
                </c:pt>
                <c:pt idx="78">
                  <c:v>1395</c:v>
                </c:pt>
                <c:pt idx="79">
                  <c:v>1395</c:v>
                </c:pt>
                <c:pt idx="80">
                  <c:v>1395</c:v>
                </c:pt>
                <c:pt idx="81">
                  <c:v>1395</c:v>
                </c:pt>
                <c:pt idx="82">
                  <c:v>1395</c:v>
                </c:pt>
                <c:pt idx="83">
                  <c:v>1395</c:v>
                </c:pt>
                <c:pt idx="84">
                  <c:v>1395</c:v>
                </c:pt>
                <c:pt idx="85">
                  <c:v>1395</c:v>
                </c:pt>
                <c:pt idx="86">
                  <c:v>1395</c:v>
                </c:pt>
                <c:pt idx="87">
                  <c:v>1395</c:v>
                </c:pt>
                <c:pt idx="88">
                  <c:v>1395</c:v>
                </c:pt>
                <c:pt idx="89">
                  <c:v>1395</c:v>
                </c:pt>
                <c:pt idx="90">
                  <c:v>1395</c:v>
                </c:pt>
                <c:pt idx="91">
                  <c:v>1395</c:v>
                </c:pt>
                <c:pt idx="92">
                  <c:v>1395</c:v>
                </c:pt>
                <c:pt idx="93">
                  <c:v>1395</c:v>
                </c:pt>
                <c:pt idx="94">
                  <c:v>1395</c:v>
                </c:pt>
                <c:pt idx="95">
                  <c:v>1395</c:v>
                </c:pt>
                <c:pt idx="96">
                  <c:v>1395</c:v>
                </c:pt>
                <c:pt idx="97">
                  <c:v>1395</c:v>
                </c:pt>
                <c:pt idx="98">
                  <c:v>1395</c:v>
                </c:pt>
                <c:pt idx="99">
                  <c:v>1395</c:v>
                </c:pt>
                <c:pt idx="100">
                  <c:v>1395</c:v>
                </c:pt>
                <c:pt idx="101">
                  <c:v>1395</c:v>
                </c:pt>
                <c:pt idx="102">
                  <c:v>1395</c:v>
                </c:pt>
                <c:pt idx="103">
                  <c:v>1395</c:v>
                </c:pt>
                <c:pt idx="104">
                  <c:v>1395</c:v>
                </c:pt>
                <c:pt idx="105">
                  <c:v>1395</c:v>
                </c:pt>
                <c:pt idx="106">
                  <c:v>1395</c:v>
                </c:pt>
                <c:pt idx="107">
                  <c:v>1395</c:v>
                </c:pt>
                <c:pt idx="108">
                  <c:v>1395</c:v>
                </c:pt>
                <c:pt idx="109">
                  <c:v>1395</c:v>
                </c:pt>
                <c:pt idx="110">
                  <c:v>1395</c:v>
                </c:pt>
                <c:pt idx="111">
                  <c:v>1395</c:v>
                </c:pt>
                <c:pt idx="112">
                  <c:v>1395</c:v>
                </c:pt>
                <c:pt idx="113">
                  <c:v>1395</c:v>
                </c:pt>
                <c:pt idx="114">
                  <c:v>1395</c:v>
                </c:pt>
                <c:pt idx="115">
                  <c:v>1395</c:v>
                </c:pt>
                <c:pt idx="116">
                  <c:v>1395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Sheet1!$B$120</c:f>
              <c:strCache>
                <c:ptCount val="1"/>
                <c:pt idx="0">
                  <c:v>摩阻后</c:v>
                </c:pt>
              </c:strCache>
            </c:strRef>
          </c:tx>
          <c:spPr>
            <a:ln w="21590">
              <a:solidFill>
                <a:srgbClr val="9E2A2B"/>
              </a:solidFill>
            </a:ln>
          </c:spPr>
          <c:marker>
            <c:symbol val="none"/>
          </c:marker>
          <c:xVal>
            <c:numRef>
              <c:f>Sheet1!$A$121:$A$237</c:f>
              <c:numCache>
                <c:formatCode>General</c:formatCode>
                <c:ptCount val="117"/>
                <c:pt idx="0">
                  <c:v>0</c:v>
                </c:pt>
                <c:pt idx="1">
                  <c:v>1.875</c:v>
                </c:pt>
                <c:pt idx="2">
                  <c:v>3.75</c:v>
                </c:pt>
                <c:pt idx="3">
                  <c:v>5.625</c:v>
                </c:pt>
                <c:pt idx="4">
                  <c:v>7.5</c:v>
                </c:pt>
                <c:pt idx="5">
                  <c:v>9.375</c:v>
                </c:pt>
                <c:pt idx="6">
                  <c:v>11.25</c:v>
                </c:pt>
                <c:pt idx="7">
                  <c:v>13.125</c:v>
                </c:pt>
                <c:pt idx="8">
                  <c:v>15</c:v>
                </c:pt>
                <c:pt idx="9">
                  <c:v>16.875</c:v>
                </c:pt>
                <c:pt idx="10">
                  <c:v>18.75</c:v>
                </c:pt>
                <c:pt idx="11">
                  <c:v>20.625</c:v>
                </c:pt>
                <c:pt idx="12">
                  <c:v>22.5</c:v>
                </c:pt>
                <c:pt idx="13">
                  <c:v>24.375</c:v>
                </c:pt>
                <c:pt idx="14">
                  <c:v>26.25</c:v>
                </c:pt>
                <c:pt idx="15">
                  <c:v>28.125</c:v>
                </c:pt>
                <c:pt idx="16">
                  <c:v>30</c:v>
                </c:pt>
                <c:pt idx="17">
                  <c:v>31.875</c:v>
                </c:pt>
                <c:pt idx="18">
                  <c:v>33.75</c:v>
                </c:pt>
                <c:pt idx="19">
                  <c:v>35.625</c:v>
                </c:pt>
                <c:pt idx="20">
                  <c:v>37.5</c:v>
                </c:pt>
                <c:pt idx="21">
                  <c:v>39.375</c:v>
                </c:pt>
                <c:pt idx="22">
                  <c:v>41.25</c:v>
                </c:pt>
                <c:pt idx="23">
                  <c:v>43.125</c:v>
                </c:pt>
                <c:pt idx="24">
                  <c:v>45</c:v>
                </c:pt>
                <c:pt idx="25">
                  <c:v>46.875</c:v>
                </c:pt>
                <c:pt idx="26">
                  <c:v>48.75</c:v>
                </c:pt>
                <c:pt idx="27">
                  <c:v>50.625</c:v>
                </c:pt>
                <c:pt idx="28">
                  <c:v>52.5</c:v>
                </c:pt>
                <c:pt idx="29">
                  <c:v>54.375</c:v>
                </c:pt>
                <c:pt idx="30">
                  <c:v>56.25</c:v>
                </c:pt>
                <c:pt idx="31">
                  <c:v>58.125</c:v>
                </c:pt>
                <c:pt idx="32">
                  <c:v>60</c:v>
                </c:pt>
                <c:pt idx="33">
                  <c:v>61.92307692</c:v>
                </c:pt>
                <c:pt idx="34">
                  <c:v>63.84615385</c:v>
                </c:pt>
                <c:pt idx="35">
                  <c:v>65.76923076999999</c:v>
                </c:pt>
                <c:pt idx="36">
                  <c:v>67.69230769000001</c:v>
                </c:pt>
                <c:pt idx="37">
                  <c:v>69.61538462</c:v>
                </c:pt>
                <c:pt idx="38">
                  <c:v>71.53846154</c:v>
                </c:pt>
                <c:pt idx="39">
                  <c:v>73.46153846</c:v>
                </c:pt>
                <c:pt idx="40">
                  <c:v>75.38461538</c:v>
                </c:pt>
                <c:pt idx="41">
                  <c:v>77.30769230999999</c:v>
                </c:pt>
                <c:pt idx="42">
                  <c:v>79.23076923000001</c:v>
                </c:pt>
                <c:pt idx="43">
                  <c:v>81.15384615000001</c:v>
                </c:pt>
                <c:pt idx="44">
                  <c:v>83.07692308</c:v>
                </c:pt>
                <c:pt idx="45">
                  <c:v>85</c:v>
                </c:pt>
                <c:pt idx="46">
                  <c:v>86.92307692</c:v>
                </c:pt>
                <c:pt idx="47">
                  <c:v>88.84615384999999</c:v>
                </c:pt>
                <c:pt idx="48">
                  <c:v>90.76923076999999</c:v>
                </c:pt>
                <c:pt idx="49">
                  <c:v>92.69230769000001</c:v>
                </c:pt>
                <c:pt idx="50">
                  <c:v>94.61538462</c:v>
                </c:pt>
                <c:pt idx="51">
                  <c:v>96.53846154</c:v>
                </c:pt>
                <c:pt idx="52">
                  <c:v>98.46153846</c:v>
                </c:pt>
                <c:pt idx="53">
                  <c:v>100.38461538</c:v>
                </c:pt>
                <c:pt idx="54">
                  <c:v>102.30769231</c:v>
                </c:pt>
                <c:pt idx="55">
                  <c:v>104.23076923</c:v>
                </c:pt>
                <c:pt idx="56">
                  <c:v>106.15384615</c:v>
                </c:pt>
                <c:pt idx="57">
                  <c:v>108.07692308</c:v>
                </c:pt>
                <c:pt idx="58">
                  <c:v>110</c:v>
                </c:pt>
                <c:pt idx="59">
                  <c:v>111.92307692</c:v>
                </c:pt>
                <c:pt idx="60">
                  <c:v>113.84615385</c:v>
                </c:pt>
                <c:pt idx="61">
                  <c:v>115.76923077</c:v>
                </c:pt>
                <c:pt idx="62">
                  <c:v>117.69230769</c:v>
                </c:pt>
                <c:pt idx="63">
                  <c:v>119.61538462</c:v>
                </c:pt>
                <c:pt idx="64">
                  <c:v>121.53846154</c:v>
                </c:pt>
                <c:pt idx="65">
                  <c:v>123.46153846</c:v>
                </c:pt>
                <c:pt idx="66">
                  <c:v>125.38461538</c:v>
                </c:pt>
                <c:pt idx="67">
                  <c:v>127.30769231</c:v>
                </c:pt>
                <c:pt idx="68">
                  <c:v>129.23076923</c:v>
                </c:pt>
                <c:pt idx="69">
                  <c:v>131.15384615</c:v>
                </c:pt>
                <c:pt idx="70">
                  <c:v>133.07692308</c:v>
                </c:pt>
                <c:pt idx="71">
                  <c:v>135</c:v>
                </c:pt>
                <c:pt idx="72">
                  <c:v>136.92307692</c:v>
                </c:pt>
                <c:pt idx="73">
                  <c:v>138.84615385</c:v>
                </c:pt>
                <c:pt idx="74">
                  <c:v>140.76923077</c:v>
                </c:pt>
                <c:pt idx="75">
                  <c:v>142.69230769</c:v>
                </c:pt>
                <c:pt idx="76">
                  <c:v>144.61538462</c:v>
                </c:pt>
                <c:pt idx="77">
                  <c:v>146.53846154</c:v>
                </c:pt>
                <c:pt idx="78">
                  <c:v>148.46153846</c:v>
                </c:pt>
                <c:pt idx="79">
                  <c:v>150.38461538</c:v>
                </c:pt>
                <c:pt idx="80">
                  <c:v>152.30769231</c:v>
                </c:pt>
                <c:pt idx="81">
                  <c:v>154.23076923</c:v>
                </c:pt>
                <c:pt idx="82">
                  <c:v>156.15384615</c:v>
                </c:pt>
                <c:pt idx="83">
                  <c:v>158.07692308</c:v>
                </c:pt>
                <c:pt idx="84">
                  <c:v>160</c:v>
                </c:pt>
                <c:pt idx="85">
                  <c:v>161.875</c:v>
                </c:pt>
                <c:pt idx="86">
                  <c:v>163.75</c:v>
                </c:pt>
                <c:pt idx="87">
                  <c:v>165.625</c:v>
                </c:pt>
                <c:pt idx="88">
                  <c:v>167.5</c:v>
                </c:pt>
                <c:pt idx="89">
                  <c:v>169.375</c:v>
                </c:pt>
                <c:pt idx="90">
                  <c:v>171.25</c:v>
                </c:pt>
                <c:pt idx="91">
                  <c:v>173.125</c:v>
                </c:pt>
                <c:pt idx="92">
                  <c:v>175</c:v>
                </c:pt>
                <c:pt idx="93">
                  <c:v>176.875</c:v>
                </c:pt>
                <c:pt idx="94">
                  <c:v>178.75</c:v>
                </c:pt>
                <c:pt idx="95">
                  <c:v>180.625</c:v>
                </c:pt>
                <c:pt idx="96">
                  <c:v>182.5</c:v>
                </c:pt>
                <c:pt idx="97">
                  <c:v>184.375</c:v>
                </c:pt>
                <c:pt idx="98">
                  <c:v>186.25</c:v>
                </c:pt>
                <c:pt idx="99">
                  <c:v>188.125</c:v>
                </c:pt>
                <c:pt idx="100">
                  <c:v>190</c:v>
                </c:pt>
                <c:pt idx="101">
                  <c:v>191.875</c:v>
                </c:pt>
                <c:pt idx="102">
                  <c:v>193.75</c:v>
                </c:pt>
                <c:pt idx="103">
                  <c:v>195.625</c:v>
                </c:pt>
                <c:pt idx="104">
                  <c:v>197.5</c:v>
                </c:pt>
                <c:pt idx="105">
                  <c:v>199.375</c:v>
                </c:pt>
                <c:pt idx="106">
                  <c:v>201.25</c:v>
                </c:pt>
                <c:pt idx="107">
                  <c:v>203.125</c:v>
                </c:pt>
                <c:pt idx="108">
                  <c:v>205</c:v>
                </c:pt>
                <c:pt idx="109">
                  <c:v>206.875</c:v>
                </c:pt>
                <c:pt idx="110">
                  <c:v>208.75</c:v>
                </c:pt>
                <c:pt idx="111">
                  <c:v>210.625</c:v>
                </c:pt>
                <c:pt idx="112">
                  <c:v>212.5</c:v>
                </c:pt>
                <c:pt idx="113">
                  <c:v>214.375</c:v>
                </c:pt>
                <c:pt idx="114">
                  <c:v>216.25</c:v>
                </c:pt>
                <c:pt idx="115">
                  <c:v>218.125</c:v>
                </c:pt>
                <c:pt idx="116">
                  <c:v>220</c:v>
                </c:pt>
              </c:numCache>
            </c:numRef>
          </c:xVal>
          <c:yVal>
            <c:numRef>
              <c:f>Sheet1!$B$121:$B$237</c:f>
              <c:numCache>
                <c:formatCode>General</c:formatCode>
                <c:ptCount val="117"/>
                <c:pt idx="0">
                  <c:v>1395</c:v>
                </c:pt>
                <c:pt idx="1">
                  <c:v>1351.1299143</c:v>
                </c:pt>
                <c:pt idx="2">
                  <c:v>1307.27982548</c:v>
                </c:pt>
                <c:pt idx="3">
                  <c:v>1302.62723813</c:v>
                </c:pt>
                <c:pt idx="4">
                  <c:v>1298.05927891</c:v>
                </c:pt>
                <c:pt idx="5">
                  <c:v>1293.55526631</c:v>
                </c:pt>
                <c:pt idx="6">
                  <c:v>1289.10196347</c:v>
                </c:pt>
                <c:pt idx="7">
                  <c:v>1284.69160467</c:v>
                </c:pt>
                <c:pt idx="8">
                  <c:v>1280.31899697</c:v>
                </c:pt>
                <c:pt idx="9">
                  <c:v>1275.98041286</c:v>
                </c:pt>
                <c:pt idx="10">
                  <c:v>1271.67304464</c:v>
                </c:pt>
                <c:pt idx="11">
                  <c:v>1267.3947008</c:v>
                </c:pt>
                <c:pt idx="12">
                  <c:v>1263.14362291</c:v>
                </c:pt>
                <c:pt idx="13">
                  <c:v>1258.91836835</c:v>
                </c:pt>
                <c:pt idx="14">
                  <c:v>1249.55683568</c:v>
                </c:pt>
                <c:pt idx="15">
                  <c:v>1306.59600715</c:v>
                </c:pt>
                <c:pt idx="16">
                  <c:v>1395</c:v>
                </c:pt>
                <c:pt idx="17">
                  <c:v>1387.65330486</c:v>
                </c:pt>
                <c:pt idx="18">
                  <c:v>1306.10307681</c:v>
                </c:pt>
                <c:pt idx="19">
                  <c:v>1326.01760284</c:v>
                </c:pt>
                <c:pt idx="20">
                  <c:v>1338.966951</c:v>
                </c:pt>
                <c:pt idx="21">
                  <c:v>1342.74590439</c:v>
                </c:pt>
                <c:pt idx="22">
                  <c:v>1346.53538772</c:v>
                </c:pt>
                <c:pt idx="23">
                  <c:v>1350.33542403</c:v>
                </c:pt>
                <c:pt idx="24">
                  <c:v>1354.14603751</c:v>
                </c:pt>
                <c:pt idx="25">
                  <c:v>1357.96725346</c:v>
                </c:pt>
                <c:pt idx="26">
                  <c:v>1361.79909835</c:v>
                </c:pt>
                <c:pt idx="27">
                  <c:v>1365.64159971</c:v>
                </c:pt>
                <c:pt idx="28">
                  <c:v>1369.49478613</c:v>
                </c:pt>
                <c:pt idx="29">
                  <c:v>1373.35868722</c:v>
                </c:pt>
                <c:pt idx="30">
                  <c:v>1377.8455182</c:v>
                </c:pt>
                <c:pt idx="31">
                  <c:v>1386.03351451</c:v>
                </c:pt>
                <c:pt idx="32">
                  <c:v>1395</c:v>
                </c:pt>
                <c:pt idx="33">
                  <c:v>1385.64383454</c:v>
                </c:pt>
                <c:pt idx="34">
                  <c:v>1377.43476063</c:v>
                </c:pt>
                <c:pt idx="35">
                  <c:v>1372.8591443</c:v>
                </c:pt>
                <c:pt idx="36">
                  <c:v>1368.89451851</c:v>
                </c:pt>
                <c:pt idx="37">
                  <c:v>1364.94104569</c:v>
                </c:pt>
                <c:pt idx="38">
                  <c:v>1360.99869661</c:v>
                </c:pt>
                <c:pt idx="39">
                  <c:v>1357.06744528</c:v>
                </c:pt>
                <c:pt idx="40">
                  <c:v>1353.1472692</c:v>
                </c:pt>
                <c:pt idx="41">
                  <c:v>1349.23814963</c:v>
                </c:pt>
                <c:pt idx="42">
                  <c:v>1345.34007168</c:v>
                </c:pt>
                <c:pt idx="43">
                  <c:v>1332.7724176</c:v>
                </c:pt>
                <c:pt idx="44">
                  <c:v>1279.36277693</c:v>
                </c:pt>
                <c:pt idx="45">
                  <c:v>1207.31818871</c:v>
                </c:pt>
                <c:pt idx="46">
                  <c:v>1201.2625242</c:v>
                </c:pt>
                <c:pt idx="47">
                  <c:v>1279.74481061</c:v>
                </c:pt>
                <c:pt idx="48">
                  <c:v>1335.06852519</c:v>
                </c:pt>
                <c:pt idx="49">
                  <c:v>1346.87035125</c:v>
                </c:pt>
                <c:pt idx="50">
                  <c:v>1351.87465126</c:v>
                </c:pt>
                <c:pt idx="51">
                  <c:v>1356.92653219</c:v>
                </c:pt>
                <c:pt idx="52">
                  <c:v>1362.03156763</c:v>
                </c:pt>
                <c:pt idx="53">
                  <c:v>1367.19753427</c:v>
                </c:pt>
                <c:pt idx="54">
                  <c:v>1372.43607568</c:v>
                </c:pt>
                <c:pt idx="55">
                  <c:v>1377.76705322</c:v>
                </c:pt>
                <c:pt idx="56">
                  <c:v>1383.23241615</c:v>
                </c:pt>
                <c:pt idx="57">
                  <c:v>1388.92769508</c:v>
                </c:pt>
                <c:pt idx="58">
                  <c:v>1395</c:v>
                </c:pt>
                <c:pt idx="59">
                  <c:v>1388.92769508</c:v>
                </c:pt>
                <c:pt idx="60">
                  <c:v>1383.23241615</c:v>
                </c:pt>
                <c:pt idx="61">
                  <c:v>1377.76705322</c:v>
                </c:pt>
                <c:pt idx="62">
                  <c:v>1372.43607568</c:v>
                </c:pt>
                <c:pt idx="63">
                  <c:v>1367.19753427</c:v>
                </c:pt>
                <c:pt idx="64">
                  <c:v>1362.03156763</c:v>
                </c:pt>
                <c:pt idx="65">
                  <c:v>1356.92653219</c:v>
                </c:pt>
                <c:pt idx="66">
                  <c:v>1351.87465126</c:v>
                </c:pt>
                <c:pt idx="67">
                  <c:v>1346.87035125</c:v>
                </c:pt>
                <c:pt idx="68">
                  <c:v>1335.06852519</c:v>
                </c:pt>
                <c:pt idx="69">
                  <c:v>1279.74481061</c:v>
                </c:pt>
                <c:pt idx="70">
                  <c:v>1201.2625242</c:v>
                </c:pt>
                <c:pt idx="71">
                  <c:v>1207.31818871</c:v>
                </c:pt>
                <c:pt idx="72">
                  <c:v>1279.36277693</c:v>
                </c:pt>
                <c:pt idx="73">
                  <c:v>1332.7724176</c:v>
                </c:pt>
                <c:pt idx="74">
                  <c:v>1345.34007168</c:v>
                </c:pt>
                <c:pt idx="75">
                  <c:v>1349.23814963</c:v>
                </c:pt>
                <c:pt idx="76">
                  <c:v>1353.1472692</c:v>
                </c:pt>
                <c:pt idx="77">
                  <c:v>1357.06744528</c:v>
                </c:pt>
                <c:pt idx="78">
                  <c:v>1360.99869661</c:v>
                </c:pt>
                <c:pt idx="79">
                  <c:v>1364.94104569</c:v>
                </c:pt>
                <c:pt idx="80">
                  <c:v>1368.89451851</c:v>
                </c:pt>
                <c:pt idx="81">
                  <c:v>1372.8591443</c:v>
                </c:pt>
                <c:pt idx="82">
                  <c:v>1377.43476063</c:v>
                </c:pt>
                <c:pt idx="83">
                  <c:v>1385.64383454</c:v>
                </c:pt>
                <c:pt idx="84">
                  <c:v>1395</c:v>
                </c:pt>
                <c:pt idx="85">
                  <c:v>1386.03351451</c:v>
                </c:pt>
                <c:pt idx="86">
                  <c:v>1377.8455182</c:v>
                </c:pt>
                <c:pt idx="87">
                  <c:v>1373.35868722</c:v>
                </c:pt>
                <c:pt idx="88">
                  <c:v>1369.49478613</c:v>
                </c:pt>
                <c:pt idx="89">
                  <c:v>1365.64159971</c:v>
                </c:pt>
                <c:pt idx="90">
                  <c:v>1361.79909835</c:v>
                </c:pt>
                <c:pt idx="91">
                  <c:v>1357.96725346</c:v>
                </c:pt>
                <c:pt idx="92">
                  <c:v>1354.14603751</c:v>
                </c:pt>
                <c:pt idx="93">
                  <c:v>1350.33542403</c:v>
                </c:pt>
                <c:pt idx="94">
                  <c:v>1346.53538772</c:v>
                </c:pt>
                <c:pt idx="95">
                  <c:v>1342.74590439</c:v>
                </c:pt>
                <c:pt idx="96">
                  <c:v>1338.966951</c:v>
                </c:pt>
                <c:pt idx="97">
                  <c:v>1326.01760284</c:v>
                </c:pt>
                <c:pt idx="98">
                  <c:v>1306.10307681</c:v>
                </c:pt>
                <c:pt idx="99">
                  <c:v>1387.65330486</c:v>
                </c:pt>
                <c:pt idx="100">
                  <c:v>1395</c:v>
                </c:pt>
                <c:pt idx="101">
                  <c:v>1306.59600715</c:v>
                </c:pt>
                <c:pt idx="102">
                  <c:v>1249.55683568</c:v>
                </c:pt>
                <c:pt idx="103">
                  <c:v>1258.91836835</c:v>
                </c:pt>
                <c:pt idx="104">
                  <c:v>1263.14362291</c:v>
                </c:pt>
                <c:pt idx="105">
                  <c:v>1267.3947008</c:v>
                </c:pt>
                <c:pt idx="106">
                  <c:v>1271.67304464</c:v>
                </c:pt>
                <c:pt idx="107">
                  <c:v>1275.98041286</c:v>
                </c:pt>
                <c:pt idx="108">
                  <c:v>1280.31899697</c:v>
                </c:pt>
                <c:pt idx="109">
                  <c:v>1284.69160467</c:v>
                </c:pt>
                <c:pt idx="110">
                  <c:v>1289.10196347</c:v>
                </c:pt>
                <c:pt idx="111">
                  <c:v>1293.55526631</c:v>
                </c:pt>
                <c:pt idx="112">
                  <c:v>1298.05927891</c:v>
                </c:pt>
                <c:pt idx="113">
                  <c:v>1302.62723813</c:v>
                </c:pt>
                <c:pt idx="114">
                  <c:v>1307.27982548</c:v>
                </c:pt>
                <c:pt idx="115">
                  <c:v>1351.1299143</c:v>
                </c:pt>
                <c:pt idx="116">
                  <c:v>1395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Sheet1!$B$239</c:f>
              <c:strCache>
                <c:ptCount val="1"/>
                <c:pt idx="0">
                  <c:v>长期有效</c:v>
                </c:pt>
              </c:strCache>
            </c:strRef>
          </c:tx>
          <c:spPr>
            <a:ln w="21590">
              <a:solidFill>
                <a:srgbClr val="9DA9BC"/>
              </a:solidFill>
            </a:ln>
          </c:spPr>
          <c:marker>
            <c:symbol val="none"/>
          </c:marker>
          <c:xVal>
            <c:numRef>
              <c:f>Sheet1!$A$240:$A$356</c:f>
              <c:numCache>
                <c:formatCode>General</c:formatCode>
                <c:ptCount val="117"/>
                <c:pt idx="0">
                  <c:v>0</c:v>
                </c:pt>
                <c:pt idx="1">
                  <c:v>1.875</c:v>
                </c:pt>
                <c:pt idx="2">
                  <c:v>3.75</c:v>
                </c:pt>
                <c:pt idx="3">
                  <c:v>5.625</c:v>
                </c:pt>
                <c:pt idx="4">
                  <c:v>7.5</c:v>
                </c:pt>
                <c:pt idx="5">
                  <c:v>9.375</c:v>
                </c:pt>
                <c:pt idx="6">
                  <c:v>11.25</c:v>
                </c:pt>
                <c:pt idx="7">
                  <c:v>13.125</c:v>
                </c:pt>
                <c:pt idx="8">
                  <c:v>15</c:v>
                </c:pt>
                <c:pt idx="9">
                  <c:v>16.875</c:v>
                </c:pt>
                <c:pt idx="10">
                  <c:v>18.75</c:v>
                </c:pt>
                <c:pt idx="11">
                  <c:v>20.625</c:v>
                </c:pt>
                <c:pt idx="12">
                  <c:v>22.5</c:v>
                </c:pt>
                <c:pt idx="13">
                  <c:v>24.375</c:v>
                </c:pt>
                <c:pt idx="14">
                  <c:v>26.25</c:v>
                </c:pt>
                <c:pt idx="15">
                  <c:v>28.125</c:v>
                </c:pt>
                <c:pt idx="16">
                  <c:v>30</c:v>
                </c:pt>
                <c:pt idx="17">
                  <c:v>31.875</c:v>
                </c:pt>
                <c:pt idx="18">
                  <c:v>33.75</c:v>
                </c:pt>
                <c:pt idx="19">
                  <c:v>35.625</c:v>
                </c:pt>
                <c:pt idx="20">
                  <c:v>37.5</c:v>
                </c:pt>
                <c:pt idx="21">
                  <c:v>39.375</c:v>
                </c:pt>
                <c:pt idx="22">
                  <c:v>41.25</c:v>
                </c:pt>
                <c:pt idx="23">
                  <c:v>43.125</c:v>
                </c:pt>
                <c:pt idx="24">
                  <c:v>45</c:v>
                </c:pt>
                <c:pt idx="25">
                  <c:v>46.875</c:v>
                </c:pt>
                <c:pt idx="26">
                  <c:v>48.75</c:v>
                </c:pt>
                <c:pt idx="27">
                  <c:v>50.625</c:v>
                </c:pt>
                <c:pt idx="28">
                  <c:v>52.5</c:v>
                </c:pt>
                <c:pt idx="29">
                  <c:v>54.375</c:v>
                </c:pt>
                <c:pt idx="30">
                  <c:v>56.25</c:v>
                </c:pt>
                <c:pt idx="31">
                  <c:v>58.125</c:v>
                </c:pt>
                <c:pt idx="32">
                  <c:v>60</c:v>
                </c:pt>
                <c:pt idx="33">
                  <c:v>61.92307692</c:v>
                </c:pt>
                <c:pt idx="34">
                  <c:v>63.84615385</c:v>
                </c:pt>
                <c:pt idx="35">
                  <c:v>65.76923076999999</c:v>
                </c:pt>
                <c:pt idx="36">
                  <c:v>67.69230769000001</c:v>
                </c:pt>
                <c:pt idx="37">
                  <c:v>69.61538462</c:v>
                </c:pt>
                <c:pt idx="38">
                  <c:v>71.53846154</c:v>
                </c:pt>
                <c:pt idx="39">
                  <c:v>73.46153846</c:v>
                </c:pt>
                <c:pt idx="40">
                  <c:v>75.38461538</c:v>
                </c:pt>
                <c:pt idx="41">
                  <c:v>77.30769230999999</c:v>
                </c:pt>
                <c:pt idx="42">
                  <c:v>79.23076923000001</c:v>
                </c:pt>
                <c:pt idx="43">
                  <c:v>81.15384615000001</c:v>
                </c:pt>
                <c:pt idx="44">
                  <c:v>83.07692308</c:v>
                </c:pt>
                <c:pt idx="45">
                  <c:v>85</c:v>
                </c:pt>
                <c:pt idx="46">
                  <c:v>86.92307692</c:v>
                </c:pt>
                <c:pt idx="47">
                  <c:v>88.84615384999999</c:v>
                </c:pt>
                <c:pt idx="48">
                  <c:v>90.76923076999999</c:v>
                </c:pt>
                <c:pt idx="49">
                  <c:v>92.69230769000001</c:v>
                </c:pt>
                <c:pt idx="50">
                  <c:v>94.61538462</c:v>
                </c:pt>
                <c:pt idx="51">
                  <c:v>96.53846154</c:v>
                </c:pt>
                <c:pt idx="52">
                  <c:v>98.46153846</c:v>
                </c:pt>
                <c:pt idx="53">
                  <c:v>100.38461538</c:v>
                </c:pt>
                <c:pt idx="54">
                  <c:v>102.30769231</c:v>
                </c:pt>
                <c:pt idx="55">
                  <c:v>104.23076923</c:v>
                </c:pt>
                <c:pt idx="56">
                  <c:v>106.15384615</c:v>
                </c:pt>
                <c:pt idx="57">
                  <c:v>108.07692308</c:v>
                </c:pt>
                <c:pt idx="58">
                  <c:v>110</c:v>
                </c:pt>
                <c:pt idx="59">
                  <c:v>111.92307692</c:v>
                </c:pt>
                <c:pt idx="60">
                  <c:v>113.84615385</c:v>
                </c:pt>
                <c:pt idx="61">
                  <c:v>115.76923077</c:v>
                </c:pt>
                <c:pt idx="62">
                  <c:v>117.69230769</c:v>
                </c:pt>
                <c:pt idx="63">
                  <c:v>119.61538462</c:v>
                </c:pt>
                <c:pt idx="64">
                  <c:v>121.53846154</c:v>
                </c:pt>
                <c:pt idx="65">
                  <c:v>123.46153846</c:v>
                </c:pt>
                <c:pt idx="66">
                  <c:v>125.38461538</c:v>
                </c:pt>
                <c:pt idx="67">
                  <c:v>127.30769231</c:v>
                </c:pt>
                <c:pt idx="68">
                  <c:v>129.23076923</c:v>
                </c:pt>
                <c:pt idx="69">
                  <c:v>131.15384615</c:v>
                </c:pt>
                <c:pt idx="70">
                  <c:v>133.07692308</c:v>
                </c:pt>
                <c:pt idx="71">
                  <c:v>135</c:v>
                </c:pt>
                <c:pt idx="72">
                  <c:v>136.92307692</c:v>
                </c:pt>
                <c:pt idx="73">
                  <c:v>138.84615385</c:v>
                </c:pt>
                <c:pt idx="74">
                  <c:v>140.76923077</c:v>
                </c:pt>
                <c:pt idx="75">
                  <c:v>142.69230769</c:v>
                </c:pt>
                <c:pt idx="76">
                  <c:v>144.61538462</c:v>
                </c:pt>
                <c:pt idx="77">
                  <c:v>146.53846154</c:v>
                </c:pt>
                <c:pt idx="78">
                  <c:v>148.46153846</c:v>
                </c:pt>
                <c:pt idx="79">
                  <c:v>150.38461538</c:v>
                </c:pt>
                <c:pt idx="80">
                  <c:v>152.30769231</c:v>
                </c:pt>
                <c:pt idx="81">
                  <c:v>154.23076923</c:v>
                </c:pt>
                <c:pt idx="82">
                  <c:v>156.15384615</c:v>
                </c:pt>
                <c:pt idx="83">
                  <c:v>158.07692308</c:v>
                </c:pt>
                <c:pt idx="84">
                  <c:v>160</c:v>
                </c:pt>
                <c:pt idx="85">
                  <c:v>161.875</c:v>
                </c:pt>
                <c:pt idx="86">
                  <c:v>163.75</c:v>
                </c:pt>
                <c:pt idx="87">
                  <c:v>165.625</c:v>
                </c:pt>
                <c:pt idx="88">
                  <c:v>167.5</c:v>
                </c:pt>
                <c:pt idx="89">
                  <c:v>169.375</c:v>
                </c:pt>
                <c:pt idx="90">
                  <c:v>171.25</c:v>
                </c:pt>
                <c:pt idx="91">
                  <c:v>173.125</c:v>
                </c:pt>
                <c:pt idx="92">
                  <c:v>175</c:v>
                </c:pt>
                <c:pt idx="93">
                  <c:v>176.875</c:v>
                </c:pt>
                <c:pt idx="94">
                  <c:v>178.75</c:v>
                </c:pt>
                <c:pt idx="95">
                  <c:v>180.625</c:v>
                </c:pt>
                <c:pt idx="96">
                  <c:v>182.5</c:v>
                </c:pt>
                <c:pt idx="97">
                  <c:v>184.375</c:v>
                </c:pt>
                <c:pt idx="98">
                  <c:v>186.25</c:v>
                </c:pt>
                <c:pt idx="99">
                  <c:v>188.125</c:v>
                </c:pt>
                <c:pt idx="100">
                  <c:v>190</c:v>
                </c:pt>
                <c:pt idx="101">
                  <c:v>191.875</c:v>
                </c:pt>
                <c:pt idx="102">
                  <c:v>193.75</c:v>
                </c:pt>
                <c:pt idx="103">
                  <c:v>195.625</c:v>
                </c:pt>
                <c:pt idx="104">
                  <c:v>197.5</c:v>
                </c:pt>
                <c:pt idx="105">
                  <c:v>199.375</c:v>
                </c:pt>
                <c:pt idx="106">
                  <c:v>201.25</c:v>
                </c:pt>
                <c:pt idx="107">
                  <c:v>203.125</c:v>
                </c:pt>
                <c:pt idx="108">
                  <c:v>205</c:v>
                </c:pt>
                <c:pt idx="109">
                  <c:v>206.875</c:v>
                </c:pt>
                <c:pt idx="110">
                  <c:v>208.75</c:v>
                </c:pt>
                <c:pt idx="111">
                  <c:v>210.625</c:v>
                </c:pt>
                <c:pt idx="112">
                  <c:v>212.5</c:v>
                </c:pt>
                <c:pt idx="113">
                  <c:v>214.375</c:v>
                </c:pt>
                <c:pt idx="114">
                  <c:v>216.25</c:v>
                </c:pt>
                <c:pt idx="115">
                  <c:v>218.125</c:v>
                </c:pt>
                <c:pt idx="116">
                  <c:v>220</c:v>
                </c:pt>
              </c:numCache>
            </c:numRef>
          </c:xVal>
          <c:yVal>
            <c:numRef>
              <c:f>Sheet1!$B$240:$B$356</c:f>
              <c:numCache>
                <c:formatCode>General</c:formatCode>
                <c:ptCount val="117"/>
                <c:pt idx="0">
                  <c:v>1159.161</c:v>
                </c:pt>
                <c:pt idx="1">
                  <c:v>1117.04571773</c:v>
                </c:pt>
                <c:pt idx="2">
                  <c:v>1074.94963246</c:v>
                </c:pt>
                <c:pt idx="3">
                  <c:v>1070.48314861</c:v>
                </c:pt>
                <c:pt idx="4">
                  <c:v>1066.09790775</c:v>
                </c:pt>
                <c:pt idx="5">
                  <c:v>1061.77405565</c:v>
                </c:pt>
                <c:pt idx="6">
                  <c:v>1057.49888493</c:v>
                </c:pt>
                <c:pt idx="7">
                  <c:v>1053.26494048</c:v>
                </c:pt>
                <c:pt idx="8">
                  <c:v>1049.06723709</c:v>
                </c:pt>
                <c:pt idx="9">
                  <c:v>1044.90219635</c:v>
                </c:pt>
                <c:pt idx="10">
                  <c:v>1040.76712285</c:v>
                </c:pt>
                <c:pt idx="11">
                  <c:v>1036.65991277</c:v>
                </c:pt>
                <c:pt idx="12">
                  <c:v>1032.57887799</c:v>
                </c:pt>
                <c:pt idx="13">
                  <c:v>1028.52263362</c:v>
                </c:pt>
                <c:pt idx="14">
                  <c:v>1019.53556225</c:v>
                </c:pt>
                <c:pt idx="15">
                  <c:v>1074.29316687</c:v>
                </c:pt>
                <c:pt idx="16">
                  <c:v>1159.161</c:v>
                </c:pt>
                <c:pt idx="17">
                  <c:v>1152.10817267</c:v>
                </c:pt>
                <c:pt idx="18">
                  <c:v>1073.81995374</c:v>
                </c:pt>
                <c:pt idx="19">
                  <c:v>1092.93789872</c:v>
                </c:pt>
                <c:pt idx="20">
                  <c:v>1105.36927296</c:v>
                </c:pt>
                <c:pt idx="21">
                  <c:v>1108.99706821</c:v>
                </c:pt>
                <c:pt idx="22">
                  <c:v>1112.63497221</c:v>
                </c:pt>
                <c:pt idx="23">
                  <c:v>1116.28300707</c:v>
                </c:pt>
                <c:pt idx="24">
                  <c:v>1119.941196</c:v>
                </c:pt>
                <c:pt idx="25">
                  <c:v>1123.60956332</c:v>
                </c:pt>
                <c:pt idx="26">
                  <c:v>1127.28813441</c:v>
                </c:pt>
                <c:pt idx="27">
                  <c:v>1130.97693572</c:v>
                </c:pt>
                <c:pt idx="28">
                  <c:v>1134.67599469</c:v>
                </c:pt>
                <c:pt idx="29">
                  <c:v>1138.38533973</c:v>
                </c:pt>
                <c:pt idx="30">
                  <c:v>1142.69269747</c:v>
                </c:pt>
                <c:pt idx="31">
                  <c:v>1150.55317393</c:v>
                </c:pt>
                <c:pt idx="32">
                  <c:v>1159.161</c:v>
                </c:pt>
                <c:pt idx="33">
                  <c:v>1150.17908116</c:v>
                </c:pt>
                <c:pt idx="34">
                  <c:v>1142.2983702</c:v>
                </c:pt>
                <c:pt idx="35">
                  <c:v>1137.90577853</c:v>
                </c:pt>
                <c:pt idx="36">
                  <c:v>1134.09973777</c:v>
                </c:pt>
                <c:pt idx="37">
                  <c:v>1130.30440386</c:v>
                </c:pt>
                <c:pt idx="38">
                  <c:v>1126.51974875</c:v>
                </c:pt>
                <c:pt idx="39">
                  <c:v>1122.74574746</c:v>
                </c:pt>
                <c:pt idx="40">
                  <c:v>1118.98237843</c:v>
                </c:pt>
                <c:pt idx="41">
                  <c:v>1115.22962364</c:v>
                </c:pt>
                <c:pt idx="42">
                  <c:v>1111.48746882</c:v>
                </c:pt>
                <c:pt idx="43">
                  <c:v>1099.42252089</c:v>
                </c:pt>
                <c:pt idx="44">
                  <c:v>1048.14926585</c:v>
                </c:pt>
                <c:pt idx="45">
                  <c:v>978.98646116</c:v>
                </c:pt>
                <c:pt idx="46">
                  <c:v>973.17302323</c:v>
                </c:pt>
                <c:pt idx="47">
                  <c:v>1048.51601818</c:v>
                </c:pt>
                <c:pt idx="48">
                  <c:v>1101.62678418</c:v>
                </c:pt>
                <c:pt idx="49">
                  <c:v>1112.9565372</c:v>
                </c:pt>
                <c:pt idx="50">
                  <c:v>1117.76066521</c:v>
                </c:pt>
                <c:pt idx="51">
                  <c:v>1122.6104709</c:v>
                </c:pt>
                <c:pt idx="52">
                  <c:v>1127.51130492</c:v>
                </c:pt>
                <c:pt idx="53">
                  <c:v>1132.4706329</c:v>
                </c:pt>
                <c:pt idx="54">
                  <c:v>1137.49963265</c:v>
                </c:pt>
                <c:pt idx="55">
                  <c:v>1142.61737109</c:v>
                </c:pt>
                <c:pt idx="56">
                  <c:v>1147.8641195</c:v>
                </c:pt>
                <c:pt idx="57">
                  <c:v>1153.33158727</c:v>
                </c:pt>
                <c:pt idx="58">
                  <c:v>1159.161</c:v>
                </c:pt>
                <c:pt idx="59">
                  <c:v>1153.33158727</c:v>
                </c:pt>
                <c:pt idx="60">
                  <c:v>1147.8641195</c:v>
                </c:pt>
                <c:pt idx="61">
                  <c:v>1142.61737109</c:v>
                </c:pt>
                <c:pt idx="62">
                  <c:v>1137.49963265</c:v>
                </c:pt>
                <c:pt idx="63">
                  <c:v>1132.4706329</c:v>
                </c:pt>
                <c:pt idx="64">
                  <c:v>1127.51130492</c:v>
                </c:pt>
                <c:pt idx="65">
                  <c:v>1122.6104709</c:v>
                </c:pt>
                <c:pt idx="66">
                  <c:v>1117.76066521</c:v>
                </c:pt>
                <c:pt idx="67">
                  <c:v>1112.9565372</c:v>
                </c:pt>
                <c:pt idx="68">
                  <c:v>1101.62678418</c:v>
                </c:pt>
                <c:pt idx="69">
                  <c:v>1048.51601818</c:v>
                </c:pt>
                <c:pt idx="70">
                  <c:v>973.17302323</c:v>
                </c:pt>
                <c:pt idx="71">
                  <c:v>978.98646116</c:v>
                </c:pt>
                <c:pt idx="72">
                  <c:v>1048.14926585</c:v>
                </c:pt>
                <c:pt idx="73">
                  <c:v>1099.42252089</c:v>
                </c:pt>
                <c:pt idx="74">
                  <c:v>1111.48746882</c:v>
                </c:pt>
                <c:pt idx="75">
                  <c:v>1115.22962364</c:v>
                </c:pt>
                <c:pt idx="76">
                  <c:v>1118.98237843</c:v>
                </c:pt>
                <c:pt idx="77">
                  <c:v>1122.74574746</c:v>
                </c:pt>
                <c:pt idx="78">
                  <c:v>1126.51974875</c:v>
                </c:pt>
                <c:pt idx="79">
                  <c:v>1130.30440386</c:v>
                </c:pt>
                <c:pt idx="80">
                  <c:v>1134.09973777</c:v>
                </c:pt>
                <c:pt idx="81">
                  <c:v>1137.90577853</c:v>
                </c:pt>
                <c:pt idx="82">
                  <c:v>1142.2983702</c:v>
                </c:pt>
                <c:pt idx="83">
                  <c:v>1150.17908116</c:v>
                </c:pt>
                <c:pt idx="84">
                  <c:v>1159.161</c:v>
                </c:pt>
                <c:pt idx="85">
                  <c:v>1150.55317393</c:v>
                </c:pt>
                <c:pt idx="86">
                  <c:v>1142.69269747</c:v>
                </c:pt>
                <c:pt idx="87">
                  <c:v>1138.38533973</c:v>
                </c:pt>
                <c:pt idx="88">
                  <c:v>1134.67599469</c:v>
                </c:pt>
                <c:pt idx="89">
                  <c:v>1130.97693572</c:v>
                </c:pt>
                <c:pt idx="90">
                  <c:v>1127.28813441</c:v>
                </c:pt>
                <c:pt idx="91">
                  <c:v>1123.60956332</c:v>
                </c:pt>
                <c:pt idx="92">
                  <c:v>1119.941196</c:v>
                </c:pt>
                <c:pt idx="93">
                  <c:v>1116.28300707</c:v>
                </c:pt>
                <c:pt idx="94">
                  <c:v>1112.63497221</c:v>
                </c:pt>
                <c:pt idx="95">
                  <c:v>1108.99706821</c:v>
                </c:pt>
                <c:pt idx="96">
                  <c:v>1105.36927296</c:v>
                </c:pt>
                <c:pt idx="97">
                  <c:v>1092.93789872</c:v>
                </c:pt>
                <c:pt idx="98">
                  <c:v>1073.81995374</c:v>
                </c:pt>
                <c:pt idx="99">
                  <c:v>1152.10817267</c:v>
                </c:pt>
                <c:pt idx="100">
                  <c:v>1159.161</c:v>
                </c:pt>
                <c:pt idx="101">
                  <c:v>1074.29316687</c:v>
                </c:pt>
                <c:pt idx="102">
                  <c:v>1019.53556225</c:v>
                </c:pt>
                <c:pt idx="103">
                  <c:v>1028.52263362</c:v>
                </c:pt>
                <c:pt idx="104">
                  <c:v>1032.57887799</c:v>
                </c:pt>
                <c:pt idx="105">
                  <c:v>1036.65991277</c:v>
                </c:pt>
                <c:pt idx="106">
                  <c:v>1040.76712285</c:v>
                </c:pt>
                <c:pt idx="107">
                  <c:v>1044.90219635</c:v>
                </c:pt>
                <c:pt idx="108">
                  <c:v>1049.06723709</c:v>
                </c:pt>
                <c:pt idx="109">
                  <c:v>1053.26494048</c:v>
                </c:pt>
                <c:pt idx="110">
                  <c:v>1057.49888493</c:v>
                </c:pt>
                <c:pt idx="111">
                  <c:v>1061.77405565</c:v>
                </c:pt>
                <c:pt idx="112">
                  <c:v>1066.09790775</c:v>
                </c:pt>
                <c:pt idx="113">
                  <c:v>1070.48314861</c:v>
                </c:pt>
                <c:pt idx="114">
                  <c:v>1074.94963246</c:v>
                </c:pt>
                <c:pt idx="115">
                  <c:v>1117.04571773</c:v>
                </c:pt>
                <c:pt idx="116">
                  <c:v>1159.161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纵向坐标 x / 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钢束应力 / MPa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上缘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0.26465118</c:v>
                </c:pt>
                <c:pt idx="1">
                  <c:v>0.16816018</c:v>
                </c:pt>
                <c:pt idx="2">
                  <c:v>0.44078647</c:v>
                </c:pt>
                <c:pt idx="3">
                  <c:v>0.47516818</c:v>
                </c:pt>
                <c:pt idx="4">
                  <c:v>0.31137299</c:v>
                </c:pt>
                <c:pt idx="5">
                  <c:v>0.63816473</c:v>
                </c:pt>
                <c:pt idx="6">
                  <c:v>0.14913547</c:v>
                </c:pt>
                <c:pt idx="7">
                  <c:v>0.17140981</c:v>
                </c:pt>
                <c:pt idx="8">
                  <c:v>0.03693457</c:v>
                </c:pt>
                <c:pt idx="9">
                  <c:v>-0.27498762</c:v>
                </c:pt>
                <c:pt idx="10">
                  <c:v>4.56917473</c:v>
                </c:pt>
                <c:pt idx="11">
                  <c:v>-1.04279034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Sheet1!$B$15</c:f>
              <c:strCache>
                <c:ptCount val="1"/>
                <c:pt idx="0">
                  <c:v>下缘</c:v>
                </c:pt>
              </c:strCache>
            </c:strRef>
          </c:tx>
          <c:spPr>
            <a:ln w="21590">
              <a:solidFill>
                <a:srgbClr val="9E2A2B"/>
              </a:solidFill>
            </a:ln>
          </c:spPr>
          <c:marker>
            <c:symbol val="none"/>
          </c:marker>
          <c:xVal>
            <c:numRef>
              <c:f>Sheet1!$A$16:$A$27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</c:numCache>
            </c:numRef>
          </c:xVal>
          <c:yVal>
            <c:numRef>
              <c:f>Sheet1!$B$16:$B$27</c:f>
              <c:numCache>
                <c:formatCode>General</c:formatCode>
                <c:ptCount val="12"/>
                <c:pt idx="0">
                  <c:v>0.21707567</c:v>
                </c:pt>
                <c:pt idx="1">
                  <c:v>0.79858367</c:v>
                </c:pt>
                <c:pt idx="2">
                  <c:v>1.49174951</c:v>
                </c:pt>
                <c:pt idx="3">
                  <c:v>2.42533043</c:v>
                </c:pt>
                <c:pt idx="4">
                  <c:v>3.5588937</c:v>
                </c:pt>
                <c:pt idx="5">
                  <c:v>4.68153855</c:v>
                </c:pt>
                <c:pt idx="6">
                  <c:v>6.14329891</c:v>
                </c:pt>
                <c:pt idx="7">
                  <c:v>7.57323542</c:v>
                </c:pt>
                <c:pt idx="8">
                  <c:v>9.16134956</c:v>
                </c:pt>
                <c:pt idx="9">
                  <c:v>10.92852726</c:v>
                </c:pt>
                <c:pt idx="10">
                  <c:v>6.04023277</c:v>
                </c:pt>
                <c:pt idx="11">
                  <c:v>10.42870594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施工阶段序号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截面应力 / MPa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利用率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正弯矩抗弯</c:v>
                </c:pt>
                <c:pt idx="1">
                  <c:v>负弯矩抗弯</c:v>
                </c:pt>
                <c:pt idx="2">
                  <c:v>斜截面抗剪</c:v>
                </c:pt>
                <c:pt idx="3">
                  <c:v>腹板尺寸上限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0.95607328</c:v>
                </c:pt>
                <c:pt idx="1">
                  <c:v>0.96326547</c:v>
                </c:pt>
                <c:pt idx="2">
                  <c:v>0.9164097</c:v>
                </c:pt>
                <c:pt idx="3">
                  <c:v>0.7027714900000001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限值</c:v>
                </c:pt>
              </c:strCache>
            </c:strRef>
          </c:tx>
          <c:spPr>
            <a:solidFill>
              <a:srgbClr val="9E2A2B"/>
            </a:solidFill>
            <a:ln>
              <a:solidFill>
                <a:srgbClr val="9E2A2B"/>
              </a:solidFill>
            </a:ln>
          </c:spPr>
          <c:cat>
            <c:strRef>
              <c:f>Sheet1!$A$2:$A$5</c:f>
              <c:strCache>
                <c:ptCount val="4"/>
                <c:pt idx="0">
                  <c:v>正弯矩抗弯</c:v>
                </c:pt>
                <c:pt idx="1">
                  <c:v>负弯矩抗弯</c:v>
                </c:pt>
                <c:pt idx="2">
                  <c:v>斜截面抗剪</c:v>
                </c:pt>
                <c:pt idx="3">
                  <c:v>腹板尺寸上限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SimSun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利用率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弯矩变化率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Sheet1!$A$2:$A$4</c:f>
              <c:strCache>
                <c:ptCount val="3"/>
                <c:pt idx="0">
                  <c:v>基准参数</c:v>
                </c:pt>
                <c:pt idx="1">
                  <c:v>恒载增加5%</c:v>
                </c:pt>
                <c:pt idx="2">
                  <c:v>汽车荷载增加5%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4.32820436</c:v>
                </c:pt>
                <c:pt idx="2">
                  <c:v>0.67179564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剪力变化率</c:v>
                </c:pt>
              </c:strCache>
            </c:strRef>
          </c:tx>
          <c:spPr>
            <a:solidFill>
              <a:srgbClr val="9E2A2B"/>
            </a:solidFill>
            <a:ln>
              <a:solidFill>
                <a:srgbClr val="9E2A2B"/>
              </a:solidFill>
            </a:ln>
          </c:spPr>
          <c:cat>
            <c:strRef>
              <c:f>Sheet1!$A$2:$A$4</c:f>
              <c:strCache>
                <c:ptCount val="3"/>
                <c:pt idx="0">
                  <c:v>基准参数</c:v>
                </c:pt>
                <c:pt idx="1">
                  <c:v>恒载增加5%</c:v>
                </c:pt>
                <c:pt idx="2">
                  <c:v>汽车荷载增加5%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4.29906245</c:v>
                </c:pt>
                <c:pt idx="2">
                  <c:v>0.70093755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SimSun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相对基准变化 / 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数据来源：计算书封面、第1章；设计结果JSON</a:t>
            </a:r>
          </a:p>
          <a:p>
            <a:r>
              <a:t>讲解重点：说明方案对象、课程范围和汇报结构。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数据来源：计算书第1章、9.5节</a:t>
            </a:r>
          </a:p>
          <a:p>
            <a:r>
              <a:t>讲解重点：先说明任务边界，再解释OUT_OF_COURSE_SCOPE不等同于计算失败。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数据来源：计算书第1章，表1-1、表1-2</a:t>
            </a:r>
          </a:p>
          <a:p>
            <a:r>
              <a:t>讲解重点：讲清模型自由度、材料、规范来源与重要性系数。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数据来源：计算书第1章、第2章；总体布置图</a:t>
            </a:r>
          </a:p>
          <a:p>
            <a:r>
              <a:t>讲解重点：指出自动边跨逻辑和实际横断面布置。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数据来源：计算书第2章；表2-1</a:t>
            </a:r>
          </a:p>
          <a:p>
            <a:r>
              <a:t>讲解重点：说明跨中与墩顶的变高关系及倒角参数。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数据来源：计算书第2章，表2-2</a:t>
            </a:r>
          </a:p>
          <a:p>
            <a:r>
              <a:t>讲解重点：说明所有刚度、自重和应力均来自同一多边形积分。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数据来源：计算书第3章，表3-1、表3-2</a:t>
            </a:r>
          </a:p>
          <a:p>
            <a:r>
              <a:t>讲解重点：区分一期和二期恒载并指出单位。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数据来源：计算书第3章，表3-3、表3-4；第5章，表5-7</a:t>
            </a:r>
          </a:p>
          <a:p>
            <a:r>
              <a:t>讲解重点：说明平衡误差和支点负弯矩特征。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数据来源：计算书第4章，表4-1；JTG D60—2015</a:t>
            </a:r>
          </a:p>
          <a:p>
            <a:r>
              <a:t>讲解重点：说明Pk随跨径取值、实际车道系数以及冲击系数。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数据来源：计算书第4章，表4-2；表4-3</a:t>
            </a:r>
          </a:p>
          <a:p>
            <a:r>
              <a:t>讲解重点：说明车道中心、横向倍率和包络过程。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数据来源：计算书第4章，表4-3</a:t>
            </a:r>
          </a:p>
          <a:p>
            <a:r>
              <a:t>讲解重点：读取汽车弯矩与剪力控制值，强调极值不可直接相加。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数据来源：计算书第5章，表5-1</a:t>
            </a:r>
          </a:p>
          <a:p>
            <a:r>
              <a:t>讲解重点：逐项解释组合用途，避免把不同极限状态混用。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数据来源：计算书第5章，图5-1；表5-4、表5-6</a:t>
            </a:r>
          </a:p>
          <a:p>
            <a:r>
              <a:t>讲解重点：先读控制值，再说明正负弯矩与剪力包络的关系。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数据来源：计算书第5章，表5-2、表5-7、表5-8</a:t>
            </a:r>
          </a:p>
          <a:p>
            <a:r>
              <a:t>讲解重点：指出控制位置并区分反力包络极值。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数据来源：计算书第6章，表6-1</a:t>
            </a:r>
          </a:p>
          <a:p>
            <a:r>
              <a:t>讲解重点：说明这是全桥纵向等效钢束组，不替代局部锚固构造。</a:t>
            </a:r>
          </a:p>
          <a:p>
            <a:r>
              <a:t>端部配束来源：prestress.end_anchor_rule；模式=auto_kern（自动截面核心范围）。实际端部值：x=0.000 m：e=0.8662 m，核心范围[-0.6407, 0.8662] m；x=220.000 m：e=0.8662 m，核心范围[-0.6407, 0.8662] m。边界按实际端截面 -W_b/A ≤ e_end ≤ W_t/A 计算；应力验算限值保持原值，显式输入按真实结果判定，不替代局部锚固区设计。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数据来源：计算书第6章，表6-2、表6-3，图6-1</a:t>
            </a:r>
          </a:p>
          <a:p>
            <a:r>
              <a:t>讲解重点：指出平均总损失率、长期有效力范围和应力曲线。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数据来源：计算书第7章，7.1节；表7-1</a:t>
            </a:r>
          </a:p>
          <a:p>
            <a:r>
              <a:t>讲解重点：说明双主墩分别建模与逐阶段控制逻辑，说明双主墩逐阶段计算。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数据来源：计算书第7章，表7-1、表7-2，图7-1</a:t>
            </a:r>
          </a:p>
          <a:p>
            <a:r>
              <a:t>讲解重点：说明控制主墩、控制阶段、最大应力和限值。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数据来源：计算书第8章，表8-1、表8-2</a:t>
            </a:r>
          </a:p>
          <a:p>
            <a:r>
              <a:t>讲解重点：说明钢筋结果是课程设计初配并指出全桥统一配置假设。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数据来源：计算书第8章，表8-3，图8-1</a:t>
            </a:r>
          </a:p>
          <a:p>
            <a:r>
              <a:t>讲解重点：展示需求、承载力、利用率和判定。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数据来源：计算书第9章，表9-1、表9-2、表9-3</a:t>
            </a:r>
          </a:p>
          <a:p>
            <a:r>
              <a:t>讲解重点：说明最大拉应力、压应力、挠度和建议预拱度。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数据来源：计算书第9章表9-4；第10章表10-1、表10-2</a:t>
            </a:r>
          </a:p>
          <a:p>
            <a:r>
              <a:t>讲解重点：讲清可追溯记录和恒载/汽车荷载敏感性。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数据来源：计算书第9.4、9.5节及第10章</a:t>
            </a:r>
          </a:p>
          <a:p>
            <a:r>
              <a:t>讲解重点：用三句话收束：做了什么、结论是什么、哪些内容不在本次范围。</a:t>
            </a:r>
          </a:p>
          <a:p>
            <a:r>
              <a:t>独立复核来源：计算书第11章；复核报告JSON；run_id=462a08e191404847b556a59fbb743c9c。已覆盖项目一致；仅覆盖课程纵向模型。简化损失和静定悬臂不等同于全历史工程复核。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四车道分离式变截面连续箱梁课程设计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本方案按 60+100+60 m 两幅独立纵向平面梁进行课程范围验算。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36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60 + 100 + 60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96012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左右分离两幅，每幅两车道、单箱单室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单幅宽 9.00 m｜总宽 19.00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41648"/>
            <a:ext cx="8138160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课程设计状态：COURSE_SCOPE_COMPLETE｜具名验算 6/6 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56048"/>
            <a:ext cx="850392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BridgeGenerator V0.12｜计算书、DWG 与 PPT 同源生成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设计任务与计算边界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成果面向课程设计，结论仅覆盖纵向平面梁与列明的六项验算。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表1-1 设计任务与边界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409176"/>
              </a:tblGrid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类别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本版内容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已计算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恒载、汽车荷载、组合包络、预应力、双主墩施工阶段、承载能力与正常使用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结构对象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左右分离两幅，每幅两车道、单箱单室；纵向平面梁模型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未列数值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横向板壳、空间扭转、局部锚固区、风、地震、下部结构与基础承载力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结果含义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COURSE_SCOPE_COMPLETE：具名验算 6/6 通过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23036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▍边界  范围外项目保留 OUT_OF_COURSE_SCOPE 标记，不补造工程复核数据。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设计依据与计算模型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全桥作用效应采用变 EI 连续梁有限元，荷载、组合和验算使用同一份离散模型。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3/23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表1-2 主要依据与模型参数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749039"/>
                <a:gridCol w="5248656"/>
              </a:tblGrid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项目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采用值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来源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结构模型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Euler-Bernoulli 变 EI 连续梁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程序计算模型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混凝土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C50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JTG 3362—2018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汽车荷载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公路-I级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JTG D60—2015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结构重要性系数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1.10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基本组合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纵向网格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最大 0.50 m，并强制包含跨中及四分点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程序离散规则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431536"/>
            <a:ext cx="10698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▍一致性  截面多边形同时用于面积、惯性矩、自重和 DWG 轮廓。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跨径、桥宽与结构布置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自动边跨按主跨比例匹配；左右分离两幅，每幅两车道、单箱单室。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4/23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816352"/>
            <a:ext cx="10561320" cy="0"/>
          </a:xfrm>
          <a:prstGeom prst="line">
            <a:avLst/>
          </a:prstGeom>
          <a:ln w="254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" y="2816352"/>
            <a:ext cx="0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3730752"/>
            <a:ext cx="274320" cy="164592"/>
          </a:xfrm>
          <a:prstGeom prst="rect">
            <a:avLst/>
          </a:prstGeom>
          <a:solidFill>
            <a:srgbClr val="EEF1F5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050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816352"/>
            <a:ext cx="0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20440" y="3730752"/>
            <a:ext cx="274320" cy="164592"/>
          </a:xfrm>
          <a:prstGeom prst="rect">
            <a:avLst/>
          </a:prstGeom>
          <a:solidFill>
            <a:srgbClr val="EEF1F5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40050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P1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2816352"/>
            <a:ext cx="0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321040" y="3730752"/>
            <a:ext cx="274320" cy="164592"/>
          </a:xfrm>
          <a:prstGeom prst="rect">
            <a:avLst/>
          </a:prstGeom>
          <a:solidFill>
            <a:srgbClr val="EEF1F5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0050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P2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338560" y="2816352"/>
            <a:ext cx="0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1201400" y="3730752"/>
            <a:ext cx="274320" cy="164592"/>
          </a:xfrm>
          <a:prstGeom prst="rect">
            <a:avLst/>
          </a:prstGeom>
          <a:solidFill>
            <a:srgbClr val="EEF1F5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9960" y="40050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2331720"/>
            <a:ext cx="2880360" cy="0"/>
          </a:xfrm>
          <a:prstGeom prst="line">
            <a:avLst/>
          </a:prstGeom>
          <a:ln w="1016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23060" y="2066543"/>
            <a:ext cx="11887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60 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0" y="2331720"/>
            <a:ext cx="4800600" cy="0"/>
          </a:xfrm>
          <a:prstGeom prst="line">
            <a:avLst/>
          </a:prstGeom>
          <a:ln w="1016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63540" y="2066543"/>
            <a:ext cx="11887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100 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58200" y="2331720"/>
            <a:ext cx="2880360" cy="0"/>
          </a:xfrm>
          <a:prstGeom prst="line">
            <a:avLst/>
          </a:prstGeom>
          <a:ln w="1016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04019" y="2066543"/>
            <a:ext cx="11887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60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166420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▍布置  主跨 100 m；边跨比 0.600 / 0.600；总长 220.0 m。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663440"/>
            <a:ext cx="106984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▍横断面  单幅 9.00 m，幅数 2，两幅净距 1.00 m，总宽 19.00 m。左右幅镜像布置，计算结果为单幅代表值。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833872"/>
            <a:ext cx="106984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图2-1 连续梁总体布置示意（PowerPoint 原生可编辑）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变截面箱梁几何设计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梁高与底板、腹板厚度沿纵向联动，截面包含顶板加腋和底板倒角。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5/23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828800"/>
            <a:ext cx="5309419" cy="106188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32379" y="1934988"/>
            <a:ext cx="0" cy="117987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952508" y="2052975"/>
            <a:ext cx="1179871" cy="182880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52508" y="2235855"/>
            <a:ext cx="0" cy="3067665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002830" y="5303520"/>
            <a:ext cx="2949678" cy="0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002830" y="2176861"/>
            <a:ext cx="0" cy="3126659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22960" y="1946787"/>
            <a:ext cx="1179870" cy="230074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2960" y="1828800"/>
            <a:ext cx="0" cy="117987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74779" y="2047076"/>
            <a:ext cx="412955" cy="139224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7734" y="2047076"/>
            <a:ext cx="1179871" cy="23597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67605" y="2070673"/>
            <a:ext cx="412955" cy="155743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0560" y="2226416"/>
            <a:ext cx="0" cy="2487168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126598" y="4713584"/>
            <a:ext cx="353962" cy="176981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828740" y="4890565"/>
            <a:ext cx="1297858" cy="0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474779" y="4713584"/>
            <a:ext cx="353961" cy="176981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474779" y="2186300"/>
            <a:ext cx="0" cy="2527284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86600" y="1673352"/>
            <a:ext cx="425196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▍梁高  跨中 2.800 m；墩顶 5.800 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▍变高  指数 1.80；参考跨径 100.0 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▍顶板  300 mm；加腋 700×250 mm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▍底板  280～700 mm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▍倒角  600×300 mm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▍腹板  550～800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15584"/>
            <a:ext cx="63093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图2-2 墩顶单箱单室截面示意（含顶板加腋与底板倒角）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截面特性与自重基础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截面面积和惯性矩随梁高变化，墩顶刚度显著高于跨中。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6/23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表2-2 主要控制截面特性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25880"/>
                <a:gridCol w="1828800"/>
                <a:gridCol w="1828800"/>
                <a:gridCol w="3328416"/>
              </a:tblGrid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截面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x /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梁高 /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面积 / m²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惯性矩 / m⁴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左边跨跨中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30.00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3.662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9.040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16.608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左主墩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60.00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5.800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14.535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62.130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主跨四分点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85.00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3.662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9.040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16.608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主跨跨中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110.00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2.800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7.197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7.660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右主墩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160.00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5.800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14.535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62.130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650992"/>
            <a:ext cx="106984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▍方法  外轮廓面积减去带倒角箱室面积，形心与惯性矩按多边形精确积分。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恒载组成与计算值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一期恒载由变截面自重形成，二期恒载按铺装、护栏及附属恒载叠加。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7/23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37360"/>
          <a:ext cx="68580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71031"/>
            <a:ext cx="6858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图3-1 单幅二期恒载组成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783080"/>
            <a:ext cx="347472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▍一期恒载  187.13～376.23 kN/m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▍铺装厚度  100 mm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▍混凝土重度  26.0 kN/m³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▍铺装重度  24.0 kN/m³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▍单幅总恒载  65730.1 kN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恒载内力与支点反力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恒载总重与支反力满足力平衡，内力用于各组合的永久作用项。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8/23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682496"/>
          <a:ext cx="6903720" cy="42245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80176"/>
            <a:ext cx="69037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图3-2 单幅恒载弯矩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1517904"/>
            <a:ext cx="3840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表5-7 单幅恒载反力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54112" y="1828800"/>
          <a:ext cx="38404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</a:tblGrid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支点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一期 /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二期 /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合计 /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2964.9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673.4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3638.3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24598.2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4628.6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29226.7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24598.2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4628.6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29226.7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2964.9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673.4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3638.3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818120" y="5166360"/>
            <a:ext cx="3611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▍平衡误差  1.028e-05 kN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公路Ⅰ级汽车荷载模型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车道荷载含均布荷载、集中荷载和冲击系数，单幅最多同时布置2车道。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9/23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表4-1 单幅汽车荷载参数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5934456"/>
              </a:tblGrid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参数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采用值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说明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均布荷载 qk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10.500 kN/m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沿不利影响线区段布置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集中荷载 Pk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360.000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按主跨跨径计算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基频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1.096 Hz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按成桥模型估计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冲击系数 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0.0500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仅标准及基本组合计入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全车道倍率 nξ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 × 1 = 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其他横向工况按实际启用车道数取系数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横向计算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single_box_resultant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逐工况分别求包络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532120"/>
            <a:ext cx="10698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▍纵向布载  正、负影响线区段独立取最不利加载，集中荷载在影响线极值处移动。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横向车道工况与影响线求解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每个横向车道工况单独求纵向效应，最大和最小结果再形成包络。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10/23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表4-2 横向车道工况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691640"/>
                <a:gridCol w="3840480"/>
                <a:gridCol w="2551176"/>
              </a:tblGrid>
              <a:tr h="88011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工况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启用车道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车道中心 /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竖向倍率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88011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内侧车道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-1.75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1.200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外侧车道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1.75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1.200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内侧车道＋外侧车道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1、2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-1.75、1.75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2.000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440680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▍流程  单位荷载影响线 → 车道工况 → 纵向最不利布载 → 工况间包络。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▍用途  同一汽车包络同时进入弯矩、剪力、反力和位移组合。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汽车荷载内力包络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汽车荷载弯矩和剪力的正负极值对应不同布载位置，必须分别保留。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11/23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19072"/>
          <a:ext cx="10863072" cy="43159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108192"/>
            <a:ext cx="1086307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图4-1 单幅汽车荷载弯矩包络（未计冲击）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作用组合与系数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基本、标准、频遇和准永久组合分别服务于承载能力与正常使用验算。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12/23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表5-1 作用组合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645920"/>
                <a:gridCol w="1554480"/>
                <a:gridCol w="1188720"/>
                <a:gridCol w="3831336"/>
              </a:tblGrid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永久作用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汽车作用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冲击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主要用途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承载能力极限状态基本组合的作用效应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1/1.2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计入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承载能力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正常使用极限状态标准组合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计入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正常使用极限状态频遇组合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不计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正常使用极限状态准永久组合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不计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504688"/>
            <a:ext cx="10698480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Mᵤ = γ₀·max{γG·MG + γQ·MQ}；标准、频遇与准永久组合按相应汽车作用系数分别计算。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基本组合内力包络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控制负弯矩位于主墩附近，控制正弯矩位于跨内，二者对应不同验算截面。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13/23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19072"/>
          <a:ext cx="10863072" cy="43159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108192"/>
            <a:ext cx="1086307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图5-1 单幅基本组合弯矩包络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控制截面与支反力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P1/P2 主墩负弯矩和剪力控制纵向验算，跨内正弯矩控制下缘受拉方向。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14/23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表5-2 主要控制作用效应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657600"/>
                <a:gridCol w="4379976"/>
              </a:tblGrid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控制量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数值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位置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基本组合负弯矩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-401.307 MN·m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x=160.00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基本组合正弯矩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120.855 MN·m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x=110.00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基本组合控制剪力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-22.934 MN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x=160.00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恒载反力合计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65730.127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A、P1、P2、A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恒载平衡误差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1.028e-05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全桥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预应力材料与钢束初估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钢束数量按频遇组合需求取整并形成平滑包络，截面有效束数随纵向位置变化。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15/23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表6-1 预应力材料及初估配束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940296"/>
              </a:tblGrid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项目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计算采用值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钢绞线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Φ15.2；140.0 mm²/根；fpk=1860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弹性模量 / 张拉控制应力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195000 / 1395.00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每束根数 / 束数 / 总根数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19 / 22 / 418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总钢束面积 / 张拉力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58520 mm² / 81635.40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最大有效力需求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67826.71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577840"/>
            <a:ext cx="10698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▍取整  钢束以整束数量布置，并保持对称跨径下的纵向包络对称。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预应力损失与有效应力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摩阻、锚缩、弹性压缩、收缩徐变和松弛共同决定长期有效预应力。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16/23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19072"/>
          <a:ext cx="731520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044184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图6-1 单幅钢束应力沿程变化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783080"/>
            <a:ext cx="3154680" cy="3611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▍摩阻  59.86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▍锚缩  23.40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▍弹性压缩  52.47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▍总损失  293.31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▍平均损失率  21.03%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▍长期有效力  8573～67834 kN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双主墩对称悬臂施工模型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V0.12 分别计算 P1 与 P2 施工序列，并按每阶段绝对最不利结果确定控制主墩。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17/23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表7-1 双主墩施工模型参数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97496"/>
              </a:tblGrid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项目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采用值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计算主墩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P1、P2 分别计算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标准节段长度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5.00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每端挂篮等效荷载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800.00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悬臂节段阶段数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附加阶段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合龙体系转换、成桥标准组合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控制规则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每阶段比较 P1/P2 上下缘应力绝对值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614416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Mnet = MG,c − Pe；截面应力按根部实际截面特性计算。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施工阶段内力与截面应力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双主墩逐阶段比较后，短暂状况混凝土压应力验算判定为 PASS。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18/23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19072"/>
          <a:ext cx="731520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044184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图7-1 双主墩逐阶段控制截面应力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847088"/>
            <a:ext cx="310896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▍控制主墩  P1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▍控制阶段  对称悬臂第10节段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▍最大应力绝对值  10.93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▍压应力限值  25.92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▍判定  PASS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普通钢筋与箍筋初配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普通钢筋从输入配筋率起步并按抗弯需求迭代，箍筋按抗剪需求取整配置。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19/23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表8-2 普通钢筋与箍筋初配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3922776"/>
              </a:tblGrid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部位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初配结果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计算说明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上缘纵筋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42Φ28；As=25862 mm²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负弯矩方向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下缘纵筋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36Φ28；As=22167 mm²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正弯矩方向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双腹板箍筋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4Φ16@80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按抗剪需求取整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钢筋等级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HRB400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fsd=330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330952"/>
            <a:ext cx="106984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▍假设  上、下缘纵筋沿全桥统一配置；实际工程仍需分区、构造和锚固设计。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承载能力极限状态验算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正负弯矩抗弯判定 PASS，斜截面抗剪判定 PASS，控制结果见最大利用率。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20/23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37360"/>
          <a:ext cx="713232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71031"/>
            <a:ext cx="7132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图8-1 承载能力验算利用率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1828800"/>
            <a:ext cx="333756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▍正弯矩  120.85 / 126.41 MN·m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▍负弯矩  30.00 / 31.14 MN·m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▍抗剪  22743.8 / 24818.3 kN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▍判定  PASS / 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正常使用极限状态验算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抗裂 PASS，使用阶段压应力 PASS，活载挠度 PASS；各跨分别验算。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21/23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表9-1～表9-3 正常使用验算摘要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  <a:gridCol w="2560320"/>
                <a:gridCol w="2734056"/>
              </a:tblGrid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验算项目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最大值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限值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判定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正截面边缘拉应力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1.246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1.325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腹板主拉应力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1.213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1.325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使用阶段压应力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11.191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16.200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活载挠度控制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0.183 利用率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1.000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3703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施工阶段压应力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10.929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25.920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669280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▍位移  标准组合总位移已叠加长期有效预应力反拱。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验算汇总、追溯与敏感性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六项具名验算全部可追溯至输入、公式、中间值和结果，参数扰动另行复算。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22/23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37360"/>
          <a:ext cx="70866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71031"/>
            <a:ext cx="7086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图10-1 参数敏感性复算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1783080"/>
            <a:ext cx="338328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▍具名验算  6/6 PASS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▍计算记录  18 条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▍追溯索引  29 条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▍外部成果  JSON + CSV + DOCX + PDF + DWG + PPTX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▍数据原则  图表、表格和结论均取自同一设计状态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结论与局限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本方案完成课程范围内的纵向计算与出图，但不替代空间、局部和下部结构工程设计。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V0.12项目展示算例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23/23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10698480" cy="3611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▍方案  60+100+60 m 四车道分离式变截面连续箱梁，左右分离两幅，每幅两车道、单箱单室。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▍计算  恒载、汽车荷载、组合包络、预应力损失与主次效应、P1/P2 双主墩施工阶段、钢筋初配、承载能力和正常使用验算。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▍结果  六项具名验算 6/6 通过；课程状态为 COURSE_SCOPE_COMPLETE。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▍局限  横向板壳、空间扭转、锚固区局部实体、风、地震、下部结构及基础承载力属于课程范围外。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394960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独立复核 CONSISTENT_WITHIN_SCOPE｜数值 PASS｜固定方案 PASS｜覆盖 PARTIAL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897880"/>
            <a:ext cx="923544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所有结论均可回溯至计算书表号、设计结果 JSON 与计算追溯 CSV。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V0.12项目展示算例课程设计汇报</dc:title>
  <dc:subject>23页学术答辩汇报；数据来自BridgeGenerator V0.12计算结果</dc:subject>
  <dc:creator>BridgeGenerator V0.12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