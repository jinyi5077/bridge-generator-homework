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线荷载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Sheet1!$A$2:$A$4</c:f>
              <c:strCache>
                <c:ptCount val="3"/>
                <c:pt idx="0">
                  <c:v>pavement</c:v>
                </c:pt>
                <c:pt idx="1">
                  <c:v>barrier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27.6</c:v>
                </c:pt>
                <c:pt idx="1">
                  <c:v>24</c:v>
                </c:pt>
                <c:pt idx="2">
                  <c:v>5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SimSun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线荷载 / (kN·m⁻¹)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恒载弯矩</c:v>
                </c:pt>
              </c:strCache>
            </c:strRef>
          </c:tx>
          <c:spPr>
            <a:ln w="21590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Sheet1!$A$2:$A$1937</c:f>
              <c:numCache>
                <c:formatCode>General</c:formatCode>
                <c:ptCount val="1936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  <c:pt idx="880">
                  <c:v>220</c:v>
                </c:pt>
                <c:pt idx="881">
                  <c:v>220.5</c:v>
                </c:pt>
                <c:pt idx="882">
                  <c:v>220.5</c:v>
                </c:pt>
                <c:pt idx="883">
                  <c:v>221</c:v>
                </c:pt>
                <c:pt idx="884">
                  <c:v>221</c:v>
                </c:pt>
                <c:pt idx="885">
                  <c:v>221.5</c:v>
                </c:pt>
                <c:pt idx="886">
                  <c:v>221.5</c:v>
                </c:pt>
                <c:pt idx="887">
                  <c:v>222</c:v>
                </c:pt>
                <c:pt idx="888">
                  <c:v>222</c:v>
                </c:pt>
                <c:pt idx="889">
                  <c:v>222.5</c:v>
                </c:pt>
                <c:pt idx="890">
                  <c:v>222.5</c:v>
                </c:pt>
                <c:pt idx="891">
                  <c:v>223</c:v>
                </c:pt>
                <c:pt idx="892">
                  <c:v>223</c:v>
                </c:pt>
                <c:pt idx="893">
                  <c:v>223.5</c:v>
                </c:pt>
                <c:pt idx="894">
                  <c:v>223.5</c:v>
                </c:pt>
                <c:pt idx="895">
                  <c:v>224</c:v>
                </c:pt>
                <c:pt idx="896">
                  <c:v>224</c:v>
                </c:pt>
                <c:pt idx="897">
                  <c:v>224.5</c:v>
                </c:pt>
                <c:pt idx="898">
                  <c:v>224.5</c:v>
                </c:pt>
                <c:pt idx="899">
                  <c:v>225</c:v>
                </c:pt>
                <c:pt idx="900">
                  <c:v>225</c:v>
                </c:pt>
                <c:pt idx="901">
                  <c:v>225.5</c:v>
                </c:pt>
                <c:pt idx="902">
                  <c:v>225.5</c:v>
                </c:pt>
                <c:pt idx="903">
                  <c:v>226</c:v>
                </c:pt>
                <c:pt idx="904">
                  <c:v>226</c:v>
                </c:pt>
                <c:pt idx="905">
                  <c:v>226.5</c:v>
                </c:pt>
                <c:pt idx="906">
                  <c:v>226.5</c:v>
                </c:pt>
                <c:pt idx="907">
                  <c:v>227</c:v>
                </c:pt>
                <c:pt idx="908">
                  <c:v>227</c:v>
                </c:pt>
                <c:pt idx="909">
                  <c:v>227.5</c:v>
                </c:pt>
                <c:pt idx="910">
                  <c:v>227.5</c:v>
                </c:pt>
                <c:pt idx="911">
                  <c:v>228</c:v>
                </c:pt>
                <c:pt idx="912">
                  <c:v>228</c:v>
                </c:pt>
                <c:pt idx="913">
                  <c:v>228.5</c:v>
                </c:pt>
                <c:pt idx="914">
                  <c:v>228.5</c:v>
                </c:pt>
                <c:pt idx="915">
                  <c:v>229</c:v>
                </c:pt>
                <c:pt idx="916">
                  <c:v>229</c:v>
                </c:pt>
                <c:pt idx="917">
                  <c:v>229.5</c:v>
                </c:pt>
                <c:pt idx="918">
                  <c:v>229.5</c:v>
                </c:pt>
                <c:pt idx="919">
                  <c:v>230</c:v>
                </c:pt>
                <c:pt idx="920">
                  <c:v>230</c:v>
                </c:pt>
                <c:pt idx="921">
                  <c:v>230.5</c:v>
                </c:pt>
                <c:pt idx="922">
                  <c:v>230.5</c:v>
                </c:pt>
                <c:pt idx="923">
                  <c:v>231</c:v>
                </c:pt>
                <c:pt idx="924">
                  <c:v>231</c:v>
                </c:pt>
                <c:pt idx="925">
                  <c:v>231.5</c:v>
                </c:pt>
                <c:pt idx="926">
                  <c:v>231.5</c:v>
                </c:pt>
                <c:pt idx="927">
                  <c:v>232</c:v>
                </c:pt>
                <c:pt idx="928">
                  <c:v>232</c:v>
                </c:pt>
                <c:pt idx="929">
                  <c:v>232.5</c:v>
                </c:pt>
                <c:pt idx="930">
                  <c:v>232.5</c:v>
                </c:pt>
                <c:pt idx="931">
                  <c:v>233</c:v>
                </c:pt>
                <c:pt idx="932">
                  <c:v>233</c:v>
                </c:pt>
                <c:pt idx="933">
                  <c:v>233.5</c:v>
                </c:pt>
                <c:pt idx="934">
                  <c:v>233.5</c:v>
                </c:pt>
                <c:pt idx="935">
                  <c:v>234</c:v>
                </c:pt>
                <c:pt idx="936">
                  <c:v>234</c:v>
                </c:pt>
                <c:pt idx="937">
                  <c:v>234.5</c:v>
                </c:pt>
                <c:pt idx="938">
                  <c:v>234.5</c:v>
                </c:pt>
                <c:pt idx="939">
                  <c:v>235</c:v>
                </c:pt>
                <c:pt idx="940">
                  <c:v>235</c:v>
                </c:pt>
                <c:pt idx="941">
                  <c:v>235.5</c:v>
                </c:pt>
                <c:pt idx="942">
                  <c:v>235.5</c:v>
                </c:pt>
                <c:pt idx="943">
                  <c:v>236</c:v>
                </c:pt>
                <c:pt idx="944">
                  <c:v>236</c:v>
                </c:pt>
                <c:pt idx="945">
                  <c:v>236.5</c:v>
                </c:pt>
                <c:pt idx="946">
                  <c:v>236.5</c:v>
                </c:pt>
                <c:pt idx="947">
                  <c:v>237</c:v>
                </c:pt>
                <c:pt idx="948">
                  <c:v>237</c:v>
                </c:pt>
                <c:pt idx="949">
                  <c:v>237.5</c:v>
                </c:pt>
                <c:pt idx="950">
                  <c:v>237.5</c:v>
                </c:pt>
                <c:pt idx="951">
                  <c:v>238</c:v>
                </c:pt>
                <c:pt idx="952">
                  <c:v>238</c:v>
                </c:pt>
                <c:pt idx="953">
                  <c:v>238.5</c:v>
                </c:pt>
                <c:pt idx="954">
                  <c:v>238.5</c:v>
                </c:pt>
                <c:pt idx="955">
                  <c:v>239</c:v>
                </c:pt>
                <c:pt idx="956">
                  <c:v>239</c:v>
                </c:pt>
                <c:pt idx="957">
                  <c:v>239.5</c:v>
                </c:pt>
                <c:pt idx="958">
                  <c:v>239.5</c:v>
                </c:pt>
                <c:pt idx="959">
                  <c:v>240</c:v>
                </c:pt>
                <c:pt idx="960">
                  <c:v>240</c:v>
                </c:pt>
                <c:pt idx="961">
                  <c:v>240.5</c:v>
                </c:pt>
                <c:pt idx="962">
                  <c:v>240.5</c:v>
                </c:pt>
                <c:pt idx="963">
                  <c:v>241</c:v>
                </c:pt>
                <c:pt idx="964">
                  <c:v>241</c:v>
                </c:pt>
                <c:pt idx="965">
                  <c:v>241.5</c:v>
                </c:pt>
                <c:pt idx="966">
                  <c:v>241.5</c:v>
                </c:pt>
                <c:pt idx="967">
                  <c:v>242</c:v>
                </c:pt>
                <c:pt idx="968">
                  <c:v>242</c:v>
                </c:pt>
                <c:pt idx="969">
                  <c:v>242.5</c:v>
                </c:pt>
                <c:pt idx="970">
                  <c:v>242.5</c:v>
                </c:pt>
                <c:pt idx="971">
                  <c:v>243</c:v>
                </c:pt>
                <c:pt idx="972">
                  <c:v>243</c:v>
                </c:pt>
                <c:pt idx="973">
                  <c:v>243.5</c:v>
                </c:pt>
                <c:pt idx="974">
                  <c:v>243.5</c:v>
                </c:pt>
                <c:pt idx="975">
                  <c:v>244</c:v>
                </c:pt>
                <c:pt idx="976">
                  <c:v>244</c:v>
                </c:pt>
                <c:pt idx="977">
                  <c:v>244.5</c:v>
                </c:pt>
                <c:pt idx="978">
                  <c:v>244.5</c:v>
                </c:pt>
                <c:pt idx="979">
                  <c:v>245</c:v>
                </c:pt>
                <c:pt idx="980">
                  <c:v>245</c:v>
                </c:pt>
                <c:pt idx="981">
                  <c:v>245.5</c:v>
                </c:pt>
                <c:pt idx="982">
                  <c:v>245.5</c:v>
                </c:pt>
                <c:pt idx="983">
                  <c:v>246</c:v>
                </c:pt>
                <c:pt idx="984">
                  <c:v>246</c:v>
                </c:pt>
                <c:pt idx="985">
                  <c:v>246.5</c:v>
                </c:pt>
                <c:pt idx="986">
                  <c:v>246.5</c:v>
                </c:pt>
                <c:pt idx="987">
                  <c:v>247</c:v>
                </c:pt>
                <c:pt idx="988">
                  <c:v>247</c:v>
                </c:pt>
                <c:pt idx="989">
                  <c:v>247.5</c:v>
                </c:pt>
                <c:pt idx="990">
                  <c:v>247.5</c:v>
                </c:pt>
                <c:pt idx="991">
                  <c:v>248</c:v>
                </c:pt>
                <c:pt idx="992">
                  <c:v>248</c:v>
                </c:pt>
                <c:pt idx="993">
                  <c:v>248.5</c:v>
                </c:pt>
                <c:pt idx="994">
                  <c:v>248.5</c:v>
                </c:pt>
                <c:pt idx="995">
                  <c:v>249</c:v>
                </c:pt>
                <c:pt idx="996">
                  <c:v>249</c:v>
                </c:pt>
                <c:pt idx="997">
                  <c:v>249.5</c:v>
                </c:pt>
                <c:pt idx="998">
                  <c:v>249.5</c:v>
                </c:pt>
                <c:pt idx="999">
                  <c:v>250</c:v>
                </c:pt>
                <c:pt idx="1000">
                  <c:v>250</c:v>
                </c:pt>
                <c:pt idx="1001">
                  <c:v>250.5</c:v>
                </c:pt>
                <c:pt idx="1002">
                  <c:v>250.5</c:v>
                </c:pt>
                <c:pt idx="1003">
                  <c:v>251</c:v>
                </c:pt>
                <c:pt idx="1004">
                  <c:v>251</c:v>
                </c:pt>
                <c:pt idx="1005">
                  <c:v>251.5</c:v>
                </c:pt>
                <c:pt idx="1006">
                  <c:v>251.5</c:v>
                </c:pt>
                <c:pt idx="1007">
                  <c:v>252</c:v>
                </c:pt>
                <c:pt idx="1008">
                  <c:v>252</c:v>
                </c:pt>
                <c:pt idx="1009">
                  <c:v>252.5</c:v>
                </c:pt>
                <c:pt idx="1010">
                  <c:v>252.5</c:v>
                </c:pt>
                <c:pt idx="1011">
                  <c:v>253</c:v>
                </c:pt>
                <c:pt idx="1012">
                  <c:v>253</c:v>
                </c:pt>
                <c:pt idx="1013">
                  <c:v>253.5</c:v>
                </c:pt>
                <c:pt idx="1014">
                  <c:v>253.5</c:v>
                </c:pt>
                <c:pt idx="1015">
                  <c:v>254</c:v>
                </c:pt>
                <c:pt idx="1016">
                  <c:v>254</c:v>
                </c:pt>
                <c:pt idx="1017">
                  <c:v>254.5</c:v>
                </c:pt>
                <c:pt idx="1018">
                  <c:v>254.5</c:v>
                </c:pt>
                <c:pt idx="1019">
                  <c:v>255</c:v>
                </c:pt>
                <c:pt idx="1020">
                  <c:v>255</c:v>
                </c:pt>
                <c:pt idx="1021">
                  <c:v>255.5</c:v>
                </c:pt>
                <c:pt idx="1022">
                  <c:v>255.5</c:v>
                </c:pt>
                <c:pt idx="1023">
                  <c:v>256</c:v>
                </c:pt>
                <c:pt idx="1024">
                  <c:v>256</c:v>
                </c:pt>
                <c:pt idx="1025">
                  <c:v>256.5</c:v>
                </c:pt>
                <c:pt idx="1026">
                  <c:v>256.5</c:v>
                </c:pt>
                <c:pt idx="1027">
                  <c:v>257</c:v>
                </c:pt>
                <c:pt idx="1028">
                  <c:v>257</c:v>
                </c:pt>
                <c:pt idx="1029">
                  <c:v>257.5</c:v>
                </c:pt>
                <c:pt idx="1030">
                  <c:v>257.5</c:v>
                </c:pt>
                <c:pt idx="1031">
                  <c:v>258</c:v>
                </c:pt>
                <c:pt idx="1032">
                  <c:v>258</c:v>
                </c:pt>
                <c:pt idx="1033">
                  <c:v>258.5</c:v>
                </c:pt>
                <c:pt idx="1034">
                  <c:v>258.5</c:v>
                </c:pt>
                <c:pt idx="1035">
                  <c:v>259</c:v>
                </c:pt>
                <c:pt idx="1036">
                  <c:v>259</c:v>
                </c:pt>
                <c:pt idx="1037">
                  <c:v>259.5</c:v>
                </c:pt>
                <c:pt idx="1038">
                  <c:v>259.5</c:v>
                </c:pt>
                <c:pt idx="1039">
                  <c:v>260</c:v>
                </c:pt>
                <c:pt idx="1040">
                  <c:v>260</c:v>
                </c:pt>
                <c:pt idx="1041">
                  <c:v>260.5</c:v>
                </c:pt>
                <c:pt idx="1042">
                  <c:v>260.5</c:v>
                </c:pt>
                <c:pt idx="1043">
                  <c:v>261</c:v>
                </c:pt>
                <c:pt idx="1044">
                  <c:v>261</c:v>
                </c:pt>
                <c:pt idx="1045">
                  <c:v>261.5</c:v>
                </c:pt>
                <c:pt idx="1046">
                  <c:v>261.5</c:v>
                </c:pt>
                <c:pt idx="1047">
                  <c:v>262</c:v>
                </c:pt>
                <c:pt idx="1048">
                  <c:v>262</c:v>
                </c:pt>
                <c:pt idx="1049">
                  <c:v>262.5</c:v>
                </c:pt>
                <c:pt idx="1050">
                  <c:v>262.5</c:v>
                </c:pt>
                <c:pt idx="1051">
                  <c:v>263</c:v>
                </c:pt>
                <c:pt idx="1052">
                  <c:v>263</c:v>
                </c:pt>
                <c:pt idx="1053">
                  <c:v>263.5</c:v>
                </c:pt>
                <c:pt idx="1054">
                  <c:v>263.5</c:v>
                </c:pt>
                <c:pt idx="1055">
                  <c:v>264</c:v>
                </c:pt>
                <c:pt idx="1056">
                  <c:v>264</c:v>
                </c:pt>
                <c:pt idx="1057">
                  <c:v>264.5</c:v>
                </c:pt>
                <c:pt idx="1058">
                  <c:v>264.5</c:v>
                </c:pt>
                <c:pt idx="1059">
                  <c:v>265</c:v>
                </c:pt>
                <c:pt idx="1060">
                  <c:v>265</c:v>
                </c:pt>
                <c:pt idx="1061">
                  <c:v>265.5</c:v>
                </c:pt>
                <c:pt idx="1062">
                  <c:v>265.5</c:v>
                </c:pt>
                <c:pt idx="1063">
                  <c:v>266</c:v>
                </c:pt>
                <c:pt idx="1064">
                  <c:v>266</c:v>
                </c:pt>
                <c:pt idx="1065">
                  <c:v>266.5</c:v>
                </c:pt>
                <c:pt idx="1066">
                  <c:v>266.5</c:v>
                </c:pt>
                <c:pt idx="1067">
                  <c:v>267</c:v>
                </c:pt>
                <c:pt idx="1068">
                  <c:v>267</c:v>
                </c:pt>
                <c:pt idx="1069">
                  <c:v>267.5</c:v>
                </c:pt>
                <c:pt idx="1070">
                  <c:v>267.5</c:v>
                </c:pt>
                <c:pt idx="1071">
                  <c:v>268</c:v>
                </c:pt>
                <c:pt idx="1072">
                  <c:v>268</c:v>
                </c:pt>
                <c:pt idx="1073">
                  <c:v>268.5</c:v>
                </c:pt>
                <c:pt idx="1074">
                  <c:v>268.5</c:v>
                </c:pt>
                <c:pt idx="1075">
                  <c:v>269</c:v>
                </c:pt>
                <c:pt idx="1076">
                  <c:v>269</c:v>
                </c:pt>
                <c:pt idx="1077">
                  <c:v>269.5</c:v>
                </c:pt>
                <c:pt idx="1078">
                  <c:v>269.5</c:v>
                </c:pt>
                <c:pt idx="1079">
                  <c:v>270</c:v>
                </c:pt>
                <c:pt idx="1080">
                  <c:v>270</c:v>
                </c:pt>
                <c:pt idx="1081">
                  <c:v>270.5</c:v>
                </c:pt>
                <c:pt idx="1082">
                  <c:v>270.5</c:v>
                </c:pt>
                <c:pt idx="1083">
                  <c:v>271</c:v>
                </c:pt>
                <c:pt idx="1084">
                  <c:v>271</c:v>
                </c:pt>
                <c:pt idx="1085">
                  <c:v>271.5</c:v>
                </c:pt>
                <c:pt idx="1086">
                  <c:v>271.5</c:v>
                </c:pt>
                <c:pt idx="1087">
                  <c:v>272</c:v>
                </c:pt>
                <c:pt idx="1088">
                  <c:v>272</c:v>
                </c:pt>
                <c:pt idx="1089">
                  <c:v>272.5</c:v>
                </c:pt>
                <c:pt idx="1090">
                  <c:v>272.5</c:v>
                </c:pt>
                <c:pt idx="1091">
                  <c:v>273</c:v>
                </c:pt>
                <c:pt idx="1092">
                  <c:v>273</c:v>
                </c:pt>
                <c:pt idx="1093">
                  <c:v>273.5</c:v>
                </c:pt>
                <c:pt idx="1094">
                  <c:v>273.5</c:v>
                </c:pt>
                <c:pt idx="1095">
                  <c:v>274</c:v>
                </c:pt>
                <c:pt idx="1096">
                  <c:v>274</c:v>
                </c:pt>
                <c:pt idx="1097">
                  <c:v>274.5</c:v>
                </c:pt>
                <c:pt idx="1098">
                  <c:v>274.5</c:v>
                </c:pt>
                <c:pt idx="1099">
                  <c:v>275</c:v>
                </c:pt>
                <c:pt idx="1100">
                  <c:v>275</c:v>
                </c:pt>
                <c:pt idx="1101">
                  <c:v>275.5</c:v>
                </c:pt>
                <c:pt idx="1102">
                  <c:v>275.5</c:v>
                </c:pt>
                <c:pt idx="1103">
                  <c:v>276</c:v>
                </c:pt>
                <c:pt idx="1104">
                  <c:v>276</c:v>
                </c:pt>
                <c:pt idx="1105">
                  <c:v>276.5</c:v>
                </c:pt>
                <c:pt idx="1106">
                  <c:v>276.5</c:v>
                </c:pt>
                <c:pt idx="1107">
                  <c:v>277</c:v>
                </c:pt>
                <c:pt idx="1108">
                  <c:v>277</c:v>
                </c:pt>
                <c:pt idx="1109">
                  <c:v>277.5</c:v>
                </c:pt>
                <c:pt idx="1110">
                  <c:v>277.5</c:v>
                </c:pt>
                <c:pt idx="1111">
                  <c:v>278</c:v>
                </c:pt>
                <c:pt idx="1112">
                  <c:v>278</c:v>
                </c:pt>
                <c:pt idx="1113">
                  <c:v>278.5</c:v>
                </c:pt>
                <c:pt idx="1114">
                  <c:v>278.5</c:v>
                </c:pt>
                <c:pt idx="1115">
                  <c:v>279</c:v>
                </c:pt>
                <c:pt idx="1116">
                  <c:v>279</c:v>
                </c:pt>
                <c:pt idx="1117">
                  <c:v>279.5</c:v>
                </c:pt>
                <c:pt idx="1118">
                  <c:v>279.5</c:v>
                </c:pt>
                <c:pt idx="1119">
                  <c:v>280</c:v>
                </c:pt>
                <c:pt idx="1120">
                  <c:v>280</c:v>
                </c:pt>
                <c:pt idx="1121">
                  <c:v>280.5</c:v>
                </c:pt>
                <c:pt idx="1122">
                  <c:v>280.5</c:v>
                </c:pt>
                <c:pt idx="1123">
                  <c:v>281</c:v>
                </c:pt>
                <c:pt idx="1124">
                  <c:v>281</c:v>
                </c:pt>
                <c:pt idx="1125">
                  <c:v>281.5</c:v>
                </c:pt>
                <c:pt idx="1126">
                  <c:v>281.5</c:v>
                </c:pt>
                <c:pt idx="1127">
                  <c:v>282</c:v>
                </c:pt>
                <c:pt idx="1128">
                  <c:v>282</c:v>
                </c:pt>
                <c:pt idx="1129">
                  <c:v>282.5</c:v>
                </c:pt>
                <c:pt idx="1130">
                  <c:v>282.5</c:v>
                </c:pt>
                <c:pt idx="1131">
                  <c:v>283</c:v>
                </c:pt>
                <c:pt idx="1132">
                  <c:v>283</c:v>
                </c:pt>
                <c:pt idx="1133">
                  <c:v>283.5</c:v>
                </c:pt>
                <c:pt idx="1134">
                  <c:v>283.5</c:v>
                </c:pt>
                <c:pt idx="1135">
                  <c:v>284</c:v>
                </c:pt>
                <c:pt idx="1136">
                  <c:v>284</c:v>
                </c:pt>
                <c:pt idx="1137">
                  <c:v>284.5</c:v>
                </c:pt>
                <c:pt idx="1138">
                  <c:v>284.5</c:v>
                </c:pt>
                <c:pt idx="1139">
                  <c:v>285</c:v>
                </c:pt>
                <c:pt idx="1140">
                  <c:v>285</c:v>
                </c:pt>
                <c:pt idx="1141">
                  <c:v>285.5</c:v>
                </c:pt>
                <c:pt idx="1142">
                  <c:v>285.5</c:v>
                </c:pt>
                <c:pt idx="1143">
                  <c:v>286</c:v>
                </c:pt>
                <c:pt idx="1144">
                  <c:v>286</c:v>
                </c:pt>
                <c:pt idx="1145">
                  <c:v>286.5</c:v>
                </c:pt>
                <c:pt idx="1146">
                  <c:v>286.5</c:v>
                </c:pt>
                <c:pt idx="1147">
                  <c:v>287</c:v>
                </c:pt>
                <c:pt idx="1148">
                  <c:v>287</c:v>
                </c:pt>
                <c:pt idx="1149">
                  <c:v>287.5</c:v>
                </c:pt>
                <c:pt idx="1150">
                  <c:v>287.5</c:v>
                </c:pt>
                <c:pt idx="1151">
                  <c:v>288</c:v>
                </c:pt>
                <c:pt idx="1152">
                  <c:v>288</c:v>
                </c:pt>
                <c:pt idx="1153">
                  <c:v>288.5</c:v>
                </c:pt>
                <c:pt idx="1154">
                  <c:v>288.5</c:v>
                </c:pt>
                <c:pt idx="1155">
                  <c:v>289</c:v>
                </c:pt>
                <c:pt idx="1156">
                  <c:v>289</c:v>
                </c:pt>
                <c:pt idx="1157">
                  <c:v>289.5</c:v>
                </c:pt>
                <c:pt idx="1158">
                  <c:v>289.5</c:v>
                </c:pt>
                <c:pt idx="1159">
                  <c:v>290</c:v>
                </c:pt>
                <c:pt idx="1160">
                  <c:v>290</c:v>
                </c:pt>
                <c:pt idx="1161">
                  <c:v>290.5</c:v>
                </c:pt>
                <c:pt idx="1162">
                  <c:v>290.5</c:v>
                </c:pt>
                <c:pt idx="1163">
                  <c:v>291</c:v>
                </c:pt>
                <c:pt idx="1164">
                  <c:v>291</c:v>
                </c:pt>
                <c:pt idx="1165">
                  <c:v>291.5</c:v>
                </c:pt>
                <c:pt idx="1166">
                  <c:v>291.5</c:v>
                </c:pt>
                <c:pt idx="1167">
                  <c:v>292</c:v>
                </c:pt>
                <c:pt idx="1168">
                  <c:v>292</c:v>
                </c:pt>
                <c:pt idx="1169">
                  <c:v>292.5</c:v>
                </c:pt>
                <c:pt idx="1170">
                  <c:v>292.5</c:v>
                </c:pt>
                <c:pt idx="1171">
                  <c:v>293</c:v>
                </c:pt>
                <c:pt idx="1172">
                  <c:v>293</c:v>
                </c:pt>
                <c:pt idx="1173">
                  <c:v>293.5</c:v>
                </c:pt>
                <c:pt idx="1174">
                  <c:v>293.5</c:v>
                </c:pt>
                <c:pt idx="1175">
                  <c:v>294</c:v>
                </c:pt>
                <c:pt idx="1176">
                  <c:v>294</c:v>
                </c:pt>
                <c:pt idx="1177">
                  <c:v>294.5</c:v>
                </c:pt>
                <c:pt idx="1178">
                  <c:v>294.5</c:v>
                </c:pt>
                <c:pt idx="1179">
                  <c:v>295</c:v>
                </c:pt>
                <c:pt idx="1180">
                  <c:v>295</c:v>
                </c:pt>
                <c:pt idx="1181">
                  <c:v>295.5</c:v>
                </c:pt>
                <c:pt idx="1182">
                  <c:v>295.5</c:v>
                </c:pt>
                <c:pt idx="1183">
                  <c:v>296</c:v>
                </c:pt>
                <c:pt idx="1184">
                  <c:v>296</c:v>
                </c:pt>
                <c:pt idx="1185">
                  <c:v>296.5</c:v>
                </c:pt>
                <c:pt idx="1186">
                  <c:v>296.5</c:v>
                </c:pt>
                <c:pt idx="1187">
                  <c:v>297</c:v>
                </c:pt>
                <c:pt idx="1188">
                  <c:v>297</c:v>
                </c:pt>
                <c:pt idx="1189">
                  <c:v>297.5</c:v>
                </c:pt>
                <c:pt idx="1190">
                  <c:v>297.5</c:v>
                </c:pt>
                <c:pt idx="1191">
                  <c:v>298</c:v>
                </c:pt>
                <c:pt idx="1192">
                  <c:v>298</c:v>
                </c:pt>
                <c:pt idx="1193">
                  <c:v>298.5</c:v>
                </c:pt>
                <c:pt idx="1194">
                  <c:v>298.5</c:v>
                </c:pt>
                <c:pt idx="1195">
                  <c:v>299</c:v>
                </c:pt>
                <c:pt idx="1196">
                  <c:v>299</c:v>
                </c:pt>
                <c:pt idx="1197">
                  <c:v>299.5</c:v>
                </c:pt>
                <c:pt idx="1198">
                  <c:v>299.5</c:v>
                </c:pt>
                <c:pt idx="1199">
                  <c:v>300</c:v>
                </c:pt>
                <c:pt idx="1200">
                  <c:v>300</c:v>
                </c:pt>
                <c:pt idx="1201">
                  <c:v>300.5</c:v>
                </c:pt>
                <c:pt idx="1202">
                  <c:v>300.5</c:v>
                </c:pt>
                <c:pt idx="1203">
                  <c:v>301</c:v>
                </c:pt>
                <c:pt idx="1204">
                  <c:v>301</c:v>
                </c:pt>
                <c:pt idx="1205">
                  <c:v>301.5</c:v>
                </c:pt>
                <c:pt idx="1206">
                  <c:v>301.5</c:v>
                </c:pt>
                <c:pt idx="1207">
                  <c:v>302</c:v>
                </c:pt>
                <c:pt idx="1208">
                  <c:v>302</c:v>
                </c:pt>
                <c:pt idx="1209">
                  <c:v>302.5</c:v>
                </c:pt>
                <c:pt idx="1210">
                  <c:v>302.5</c:v>
                </c:pt>
                <c:pt idx="1211">
                  <c:v>303</c:v>
                </c:pt>
                <c:pt idx="1212">
                  <c:v>303</c:v>
                </c:pt>
                <c:pt idx="1213">
                  <c:v>303.5</c:v>
                </c:pt>
                <c:pt idx="1214">
                  <c:v>303.5</c:v>
                </c:pt>
                <c:pt idx="1215">
                  <c:v>304</c:v>
                </c:pt>
                <c:pt idx="1216">
                  <c:v>304</c:v>
                </c:pt>
                <c:pt idx="1217">
                  <c:v>304.5</c:v>
                </c:pt>
                <c:pt idx="1218">
                  <c:v>304.5</c:v>
                </c:pt>
                <c:pt idx="1219">
                  <c:v>305</c:v>
                </c:pt>
                <c:pt idx="1220">
                  <c:v>305</c:v>
                </c:pt>
                <c:pt idx="1221">
                  <c:v>305.5</c:v>
                </c:pt>
                <c:pt idx="1222">
                  <c:v>305.5</c:v>
                </c:pt>
                <c:pt idx="1223">
                  <c:v>306</c:v>
                </c:pt>
                <c:pt idx="1224">
                  <c:v>306</c:v>
                </c:pt>
                <c:pt idx="1225">
                  <c:v>306.5</c:v>
                </c:pt>
                <c:pt idx="1226">
                  <c:v>306.5</c:v>
                </c:pt>
                <c:pt idx="1227">
                  <c:v>307</c:v>
                </c:pt>
                <c:pt idx="1228">
                  <c:v>307</c:v>
                </c:pt>
                <c:pt idx="1229">
                  <c:v>307.5</c:v>
                </c:pt>
                <c:pt idx="1230">
                  <c:v>307.5</c:v>
                </c:pt>
                <c:pt idx="1231">
                  <c:v>308</c:v>
                </c:pt>
                <c:pt idx="1232">
                  <c:v>308</c:v>
                </c:pt>
                <c:pt idx="1233">
                  <c:v>308.5</c:v>
                </c:pt>
                <c:pt idx="1234">
                  <c:v>308.5</c:v>
                </c:pt>
                <c:pt idx="1235">
                  <c:v>309</c:v>
                </c:pt>
                <c:pt idx="1236">
                  <c:v>309</c:v>
                </c:pt>
                <c:pt idx="1237">
                  <c:v>309.5</c:v>
                </c:pt>
                <c:pt idx="1238">
                  <c:v>309.5</c:v>
                </c:pt>
                <c:pt idx="1239">
                  <c:v>310</c:v>
                </c:pt>
                <c:pt idx="1240">
                  <c:v>310</c:v>
                </c:pt>
                <c:pt idx="1241">
                  <c:v>310.5</c:v>
                </c:pt>
                <c:pt idx="1242">
                  <c:v>310.5</c:v>
                </c:pt>
                <c:pt idx="1243">
                  <c:v>311</c:v>
                </c:pt>
                <c:pt idx="1244">
                  <c:v>311</c:v>
                </c:pt>
                <c:pt idx="1245">
                  <c:v>311.5</c:v>
                </c:pt>
                <c:pt idx="1246">
                  <c:v>311.5</c:v>
                </c:pt>
                <c:pt idx="1247">
                  <c:v>312</c:v>
                </c:pt>
                <c:pt idx="1248">
                  <c:v>312</c:v>
                </c:pt>
                <c:pt idx="1249">
                  <c:v>312.5</c:v>
                </c:pt>
                <c:pt idx="1250">
                  <c:v>312.5</c:v>
                </c:pt>
                <c:pt idx="1251">
                  <c:v>313</c:v>
                </c:pt>
                <c:pt idx="1252">
                  <c:v>313</c:v>
                </c:pt>
                <c:pt idx="1253">
                  <c:v>313.5</c:v>
                </c:pt>
                <c:pt idx="1254">
                  <c:v>313.5</c:v>
                </c:pt>
                <c:pt idx="1255">
                  <c:v>314</c:v>
                </c:pt>
                <c:pt idx="1256">
                  <c:v>314</c:v>
                </c:pt>
                <c:pt idx="1257">
                  <c:v>314.5</c:v>
                </c:pt>
                <c:pt idx="1258">
                  <c:v>314.5</c:v>
                </c:pt>
                <c:pt idx="1259">
                  <c:v>315</c:v>
                </c:pt>
                <c:pt idx="1260">
                  <c:v>315</c:v>
                </c:pt>
                <c:pt idx="1261">
                  <c:v>315.5</c:v>
                </c:pt>
                <c:pt idx="1262">
                  <c:v>315.5</c:v>
                </c:pt>
                <c:pt idx="1263">
                  <c:v>316</c:v>
                </c:pt>
                <c:pt idx="1264">
                  <c:v>316</c:v>
                </c:pt>
                <c:pt idx="1265">
                  <c:v>316.5</c:v>
                </c:pt>
                <c:pt idx="1266">
                  <c:v>316.5</c:v>
                </c:pt>
                <c:pt idx="1267">
                  <c:v>317</c:v>
                </c:pt>
                <c:pt idx="1268">
                  <c:v>317</c:v>
                </c:pt>
                <c:pt idx="1269">
                  <c:v>317.5</c:v>
                </c:pt>
                <c:pt idx="1270">
                  <c:v>317.5</c:v>
                </c:pt>
                <c:pt idx="1271">
                  <c:v>318</c:v>
                </c:pt>
                <c:pt idx="1272">
                  <c:v>318</c:v>
                </c:pt>
                <c:pt idx="1273">
                  <c:v>318.5</c:v>
                </c:pt>
                <c:pt idx="1274">
                  <c:v>318.5</c:v>
                </c:pt>
                <c:pt idx="1275">
                  <c:v>319</c:v>
                </c:pt>
                <c:pt idx="1276">
                  <c:v>319</c:v>
                </c:pt>
                <c:pt idx="1277">
                  <c:v>319.5</c:v>
                </c:pt>
                <c:pt idx="1278">
                  <c:v>319.5</c:v>
                </c:pt>
                <c:pt idx="1279">
                  <c:v>320</c:v>
                </c:pt>
                <c:pt idx="1280">
                  <c:v>320</c:v>
                </c:pt>
                <c:pt idx="1281">
                  <c:v>320.5</c:v>
                </c:pt>
                <c:pt idx="1282">
                  <c:v>320.5</c:v>
                </c:pt>
                <c:pt idx="1283">
                  <c:v>321</c:v>
                </c:pt>
                <c:pt idx="1284">
                  <c:v>321</c:v>
                </c:pt>
                <c:pt idx="1285">
                  <c:v>321.5</c:v>
                </c:pt>
                <c:pt idx="1286">
                  <c:v>321.5</c:v>
                </c:pt>
                <c:pt idx="1287">
                  <c:v>322</c:v>
                </c:pt>
                <c:pt idx="1288">
                  <c:v>322</c:v>
                </c:pt>
                <c:pt idx="1289">
                  <c:v>322.5</c:v>
                </c:pt>
                <c:pt idx="1290">
                  <c:v>322.5</c:v>
                </c:pt>
                <c:pt idx="1291">
                  <c:v>323</c:v>
                </c:pt>
                <c:pt idx="1292">
                  <c:v>323</c:v>
                </c:pt>
                <c:pt idx="1293">
                  <c:v>323.5</c:v>
                </c:pt>
                <c:pt idx="1294">
                  <c:v>323.5</c:v>
                </c:pt>
                <c:pt idx="1295">
                  <c:v>324</c:v>
                </c:pt>
                <c:pt idx="1296">
                  <c:v>324</c:v>
                </c:pt>
                <c:pt idx="1297">
                  <c:v>324.5</c:v>
                </c:pt>
                <c:pt idx="1298">
                  <c:v>324.5</c:v>
                </c:pt>
                <c:pt idx="1299">
                  <c:v>325</c:v>
                </c:pt>
                <c:pt idx="1300">
                  <c:v>325</c:v>
                </c:pt>
                <c:pt idx="1301">
                  <c:v>325.5</c:v>
                </c:pt>
                <c:pt idx="1302">
                  <c:v>325.5</c:v>
                </c:pt>
                <c:pt idx="1303">
                  <c:v>326</c:v>
                </c:pt>
                <c:pt idx="1304">
                  <c:v>326</c:v>
                </c:pt>
                <c:pt idx="1305">
                  <c:v>326.5</c:v>
                </c:pt>
                <c:pt idx="1306">
                  <c:v>326.5</c:v>
                </c:pt>
                <c:pt idx="1307">
                  <c:v>327</c:v>
                </c:pt>
                <c:pt idx="1308">
                  <c:v>327</c:v>
                </c:pt>
                <c:pt idx="1309">
                  <c:v>327.5</c:v>
                </c:pt>
                <c:pt idx="1310">
                  <c:v>327.5</c:v>
                </c:pt>
                <c:pt idx="1311">
                  <c:v>328</c:v>
                </c:pt>
                <c:pt idx="1312">
                  <c:v>328</c:v>
                </c:pt>
                <c:pt idx="1313">
                  <c:v>328.5</c:v>
                </c:pt>
                <c:pt idx="1314">
                  <c:v>328.5</c:v>
                </c:pt>
                <c:pt idx="1315">
                  <c:v>329</c:v>
                </c:pt>
                <c:pt idx="1316">
                  <c:v>329</c:v>
                </c:pt>
                <c:pt idx="1317">
                  <c:v>329.5</c:v>
                </c:pt>
                <c:pt idx="1318">
                  <c:v>329.5</c:v>
                </c:pt>
                <c:pt idx="1319">
                  <c:v>330</c:v>
                </c:pt>
                <c:pt idx="1320">
                  <c:v>330</c:v>
                </c:pt>
                <c:pt idx="1321">
                  <c:v>330.5</c:v>
                </c:pt>
                <c:pt idx="1322">
                  <c:v>330.5</c:v>
                </c:pt>
                <c:pt idx="1323">
                  <c:v>331</c:v>
                </c:pt>
                <c:pt idx="1324">
                  <c:v>331</c:v>
                </c:pt>
                <c:pt idx="1325">
                  <c:v>331.5</c:v>
                </c:pt>
                <c:pt idx="1326">
                  <c:v>331.5</c:v>
                </c:pt>
                <c:pt idx="1327">
                  <c:v>332</c:v>
                </c:pt>
                <c:pt idx="1328">
                  <c:v>332</c:v>
                </c:pt>
                <c:pt idx="1329">
                  <c:v>332.5</c:v>
                </c:pt>
                <c:pt idx="1330">
                  <c:v>332.5</c:v>
                </c:pt>
                <c:pt idx="1331">
                  <c:v>333</c:v>
                </c:pt>
                <c:pt idx="1332">
                  <c:v>333</c:v>
                </c:pt>
                <c:pt idx="1333">
                  <c:v>333.5</c:v>
                </c:pt>
                <c:pt idx="1334">
                  <c:v>333.5</c:v>
                </c:pt>
                <c:pt idx="1335">
                  <c:v>334</c:v>
                </c:pt>
                <c:pt idx="1336">
                  <c:v>334</c:v>
                </c:pt>
                <c:pt idx="1337">
                  <c:v>334.5</c:v>
                </c:pt>
                <c:pt idx="1338">
                  <c:v>334.5</c:v>
                </c:pt>
                <c:pt idx="1339">
                  <c:v>335</c:v>
                </c:pt>
                <c:pt idx="1340">
                  <c:v>335</c:v>
                </c:pt>
                <c:pt idx="1341">
                  <c:v>335.5</c:v>
                </c:pt>
                <c:pt idx="1342">
                  <c:v>335.5</c:v>
                </c:pt>
                <c:pt idx="1343">
                  <c:v>336</c:v>
                </c:pt>
                <c:pt idx="1344">
                  <c:v>336</c:v>
                </c:pt>
                <c:pt idx="1345">
                  <c:v>336.5</c:v>
                </c:pt>
                <c:pt idx="1346">
                  <c:v>336.5</c:v>
                </c:pt>
                <c:pt idx="1347">
                  <c:v>337</c:v>
                </c:pt>
                <c:pt idx="1348">
                  <c:v>337</c:v>
                </c:pt>
                <c:pt idx="1349">
                  <c:v>337.5</c:v>
                </c:pt>
                <c:pt idx="1350">
                  <c:v>337.5</c:v>
                </c:pt>
                <c:pt idx="1351">
                  <c:v>338</c:v>
                </c:pt>
                <c:pt idx="1352">
                  <c:v>338</c:v>
                </c:pt>
                <c:pt idx="1353">
                  <c:v>338.5</c:v>
                </c:pt>
                <c:pt idx="1354">
                  <c:v>338.5</c:v>
                </c:pt>
                <c:pt idx="1355">
                  <c:v>339</c:v>
                </c:pt>
                <c:pt idx="1356">
                  <c:v>339</c:v>
                </c:pt>
                <c:pt idx="1357">
                  <c:v>339.5</c:v>
                </c:pt>
                <c:pt idx="1358">
                  <c:v>339.5</c:v>
                </c:pt>
                <c:pt idx="1359">
                  <c:v>340</c:v>
                </c:pt>
                <c:pt idx="1360">
                  <c:v>340</c:v>
                </c:pt>
                <c:pt idx="1361">
                  <c:v>340.5</c:v>
                </c:pt>
                <c:pt idx="1362">
                  <c:v>340.5</c:v>
                </c:pt>
                <c:pt idx="1363">
                  <c:v>341</c:v>
                </c:pt>
                <c:pt idx="1364">
                  <c:v>341</c:v>
                </c:pt>
                <c:pt idx="1365">
                  <c:v>341.5</c:v>
                </c:pt>
                <c:pt idx="1366">
                  <c:v>341.5</c:v>
                </c:pt>
                <c:pt idx="1367">
                  <c:v>342</c:v>
                </c:pt>
                <c:pt idx="1368">
                  <c:v>342</c:v>
                </c:pt>
                <c:pt idx="1369">
                  <c:v>342.5</c:v>
                </c:pt>
                <c:pt idx="1370">
                  <c:v>342.5</c:v>
                </c:pt>
                <c:pt idx="1371">
                  <c:v>343</c:v>
                </c:pt>
                <c:pt idx="1372">
                  <c:v>343</c:v>
                </c:pt>
                <c:pt idx="1373">
                  <c:v>343.5</c:v>
                </c:pt>
                <c:pt idx="1374">
                  <c:v>343.5</c:v>
                </c:pt>
                <c:pt idx="1375">
                  <c:v>344</c:v>
                </c:pt>
                <c:pt idx="1376">
                  <c:v>344</c:v>
                </c:pt>
                <c:pt idx="1377">
                  <c:v>344.5</c:v>
                </c:pt>
                <c:pt idx="1378">
                  <c:v>344.5</c:v>
                </c:pt>
                <c:pt idx="1379">
                  <c:v>345</c:v>
                </c:pt>
                <c:pt idx="1380">
                  <c:v>345</c:v>
                </c:pt>
                <c:pt idx="1381">
                  <c:v>345.5</c:v>
                </c:pt>
                <c:pt idx="1382">
                  <c:v>345.5</c:v>
                </c:pt>
                <c:pt idx="1383">
                  <c:v>346</c:v>
                </c:pt>
                <c:pt idx="1384">
                  <c:v>346</c:v>
                </c:pt>
                <c:pt idx="1385">
                  <c:v>346.5</c:v>
                </c:pt>
                <c:pt idx="1386">
                  <c:v>346.5</c:v>
                </c:pt>
                <c:pt idx="1387">
                  <c:v>347</c:v>
                </c:pt>
                <c:pt idx="1388">
                  <c:v>347</c:v>
                </c:pt>
                <c:pt idx="1389">
                  <c:v>347.5</c:v>
                </c:pt>
                <c:pt idx="1390">
                  <c:v>347.5</c:v>
                </c:pt>
                <c:pt idx="1391">
                  <c:v>348</c:v>
                </c:pt>
                <c:pt idx="1392">
                  <c:v>348</c:v>
                </c:pt>
                <c:pt idx="1393">
                  <c:v>348.5</c:v>
                </c:pt>
                <c:pt idx="1394">
                  <c:v>348.5</c:v>
                </c:pt>
                <c:pt idx="1395">
                  <c:v>349</c:v>
                </c:pt>
                <c:pt idx="1396">
                  <c:v>349</c:v>
                </c:pt>
                <c:pt idx="1397">
                  <c:v>349.5</c:v>
                </c:pt>
                <c:pt idx="1398">
                  <c:v>349.5</c:v>
                </c:pt>
                <c:pt idx="1399">
                  <c:v>350</c:v>
                </c:pt>
                <c:pt idx="1400">
                  <c:v>350</c:v>
                </c:pt>
                <c:pt idx="1401">
                  <c:v>350.5</c:v>
                </c:pt>
                <c:pt idx="1402">
                  <c:v>350.5</c:v>
                </c:pt>
                <c:pt idx="1403">
                  <c:v>351</c:v>
                </c:pt>
                <c:pt idx="1404">
                  <c:v>351</c:v>
                </c:pt>
                <c:pt idx="1405">
                  <c:v>351.5</c:v>
                </c:pt>
                <c:pt idx="1406">
                  <c:v>351.5</c:v>
                </c:pt>
                <c:pt idx="1407">
                  <c:v>352</c:v>
                </c:pt>
                <c:pt idx="1408">
                  <c:v>352</c:v>
                </c:pt>
                <c:pt idx="1409">
                  <c:v>352.5</c:v>
                </c:pt>
                <c:pt idx="1410">
                  <c:v>352.5</c:v>
                </c:pt>
                <c:pt idx="1411">
                  <c:v>353</c:v>
                </c:pt>
                <c:pt idx="1412">
                  <c:v>353</c:v>
                </c:pt>
                <c:pt idx="1413">
                  <c:v>353.5</c:v>
                </c:pt>
                <c:pt idx="1414">
                  <c:v>353.5</c:v>
                </c:pt>
                <c:pt idx="1415">
                  <c:v>354</c:v>
                </c:pt>
                <c:pt idx="1416">
                  <c:v>354</c:v>
                </c:pt>
                <c:pt idx="1417">
                  <c:v>354.5</c:v>
                </c:pt>
                <c:pt idx="1418">
                  <c:v>354.5</c:v>
                </c:pt>
                <c:pt idx="1419">
                  <c:v>355</c:v>
                </c:pt>
                <c:pt idx="1420">
                  <c:v>355</c:v>
                </c:pt>
                <c:pt idx="1421">
                  <c:v>355.5</c:v>
                </c:pt>
                <c:pt idx="1422">
                  <c:v>355.5</c:v>
                </c:pt>
                <c:pt idx="1423">
                  <c:v>356</c:v>
                </c:pt>
                <c:pt idx="1424">
                  <c:v>356</c:v>
                </c:pt>
                <c:pt idx="1425">
                  <c:v>356.5</c:v>
                </c:pt>
                <c:pt idx="1426">
                  <c:v>356.5</c:v>
                </c:pt>
                <c:pt idx="1427">
                  <c:v>357</c:v>
                </c:pt>
                <c:pt idx="1428">
                  <c:v>357</c:v>
                </c:pt>
                <c:pt idx="1429">
                  <c:v>357.5</c:v>
                </c:pt>
                <c:pt idx="1430">
                  <c:v>357.5</c:v>
                </c:pt>
                <c:pt idx="1431">
                  <c:v>358</c:v>
                </c:pt>
                <c:pt idx="1432">
                  <c:v>358</c:v>
                </c:pt>
                <c:pt idx="1433">
                  <c:v>358.5</c:v>
                </c:pt>
                <c:pt idx="1434">
                  <c:v>358.5</c:v>
                </c:pt>
                <c:pt idx="1435">
                  <c:v>359</c:v>
                </c:pt>
                <c:pt idx="1436">
                  <c:v>359</c:v>
                </c:pt>
                <c:pt idx="1437">
                  <c:v>359.5</c:v>
                </c:pt>
                <c:pt idx="1438">
                  <c:v>359.5</c:v>
                </c:pt>
                <c:pt idx="1439">
                  <c:v>360</c:v>
                </c:pt>
                <c:pt idx="1440">
                  <c:v>360</c:v>
                </c:pt>
                <c:pt idx="1441">
                  <c:v>360.5</c:v>
                </c:pt>
                <c:pt idx="1442">
                  <c:v>360.5</c:v>
                </c:pt>
                <c:pt idx="1443">
                  <c:v>361</c:v>
                </c:pt>
                <c:pt idx="1444">
                  <c:v>361</c:v>
                </c:pt>
                <c:pt idx="1445">
                  <c:v>361.5</c:v>
                </c:pt>
                <c:pt idx="1446">
                  <c:v>361.5</c:v>
                </c:pt>
                <c:pt idx="1447">
                  <c:v>362</c:v>
                </c:pt>
                <c:pt idx="1448">
                  <c:v>362</c:v>
                </c:pt>
                <c:pt idx="1449">
                  <c:v>362.5</c:v>
                </c:pt>
                <c:pt idx="1450">
                  <c:v>362.5</c:v>
                </c:pt>
                <c:pt idx="1451">
                  <c:v>363</c:v>
                </c:pt>
                <c:pt idx="1452">
                  <c:v>363</c:v>
                </c:pt>
                <c:pt idx="1453">
                  <c:v>363.5</c:v>
                </c:pt>
                <c:pt idx="1454">
                  <c:v>363.5</c:v>
                </c:pt>
                <c:pt idx="1455">
                  <c:v>364</c:v>
                </c:pt>
                <c:pt idx="1456">
                  <c:v>364</c:v>
                </c:pt>
                <c:pt idx="1457">
                  <c:v>364.5</c:v>
                </c:pt>
                <c:pt idx="1458">
                  <c:v>364.5</c:v>
                </c:pt>
                <c:pt idx="1459">
                  <c:v>365</c:v>
                </c:pt>
                <c:pt idx="1460">
                  <c:v>365</c:v>
                </c:pt>
                <c:pt idx="1461">
                  <c:v>365.5</c:v>
                </c:pt>
                <c:pt idx="1462">
                  <c:v>365.5</c:v>
                </c:pt>
                <c:pt idx="1463">
                  <c:v>366</c:v>
                </c:pt>
                <c:pt idx="1464">
                  <c:v>366</c:v>
                </c:pt>
                <c:pt idx="1465">
                  <c:v>366.5</c:v>
                </c:pt>
                <c:pt idx="1466">
                  <c:v>366.5</c:v>
                </c:pt>
                <c:pt idx="1467">
                  <c:v>367</c:v>
                </c:pt>
                <c:pt idx="1468">
                  <c:v>367</c:v>
                </c:pt>
                <c:pt idx="1469">
                  <c:v>367.5</c:v>
                </c:pt>
                <c:pt idx="1470">
                  <c:v>367.5</c:v>
                </c:pt>
                <c:pt idx="1471">
                  <c:v>368</c:v>
                </c:pt>
                <c:pt idx="1472">
                  <c:v>368</c:v>
                </c:pt>
                <c:pt idx="1473">
                  <c:v>368.5</c:v>
                </c:pt>
                <c:pt idx="1474">
                  <c:v>368.5</c:v>
                </c:pt>
                <c:pt idx="1475">
                  <c:v>369</c:v>
                </c:pt>
                <c:pt idx="1476">
                  <c:v>369</c:v>
                </c:pt>
                <c:pt idx="1477">
                  <c:v>369.5</c:v>
                </c:pt>
                <c:pt idx="1478">
                  <c:v>369.5</c:v>
                </c:pt>
                <c:pt idx="1479">
                  <c:v>370</c:v>
                </c:pt>
                <c:pt idx="1480">
                  <c:v>370</c:v>
                </c:pt>
                <c:pt idx="1481">
                  <c:v>370.5</c:v>
                </c:pt>
                <c:pt idx="1482">
                  <c:v>370.5</c:v>
                </c:pt>
                <c:pt idx="1483">
                  <c:v>371</c:v>
                </c:pt>
                <c:pt idx="1484">
                  <c:v>371</c:v>
                </c:pt>
                <c:pt idx="1485">
                  <c:v>371.5</c:v>
                </c:pt>
                <c:pt idx="1486">
                  <c:v>371.5</c:v>
                </c:pt>
                <c:pt idx="1487">
                  <c:v>372</c:v>
                </c:pt>
                <c:pt idx="1488">
                  <c:v>372</c:v>
                </c:pt>
                <c:pt idx="1489">
                  <c:v>372.5</c:v>
                </c:pt>
                <c:pt idx="1490">
                  <c:v>372.5</c:v>
                </c:pt>
                <c:pt idx="1491">
                  <c:v>373</c:v>
                </c:pt>
                <c:pt idx="1492">
                  <c:v>373</c:v>
                </c:pt>
                <c:pt idx="1493">
                  <c:v>373.5</c:v>
                </c:pt>
                <c:pt idx="1494">
                  <c:v>373.5</c:v>
                </c:pt>
                <c:pt idx="1495">
                  <c:v>374</c:v>
                </c:pt>
                <c:pt idx="1496">
                  <c:v>374</c:v>
                </c:pt>
                <c:pt idx="1497">
                  <c:v>374.5</c:v>
                </c:pt>
                <c:pt idx="1498">
                  <c:v>374.5</c:v>
                </c:pt>
                <c:pt idx="1499">
                  <c:v>375</c:v>
                </c:pt>
                <c:pt idx="1500">
                  <c:v>375</c:v>
                </c:pt>
                <c:pt idx="1501">
                  <c:v>375.5</c:v>
                </c:pt>
                <c:pt idx="1502">
                  <c:v>375.5</c:v>
                </c:pt>
                <c:pt idx="1503">
                  <c:v>376</c:v>
                </c:pt>
                <c:pt idx="1504">
                  <c:v>376</c:v>
                </c:pt>
                <c:pt idx="1505">
                  <c:v>376.5</c:v>
                </c:pt>
                <c:pt idx="1506">
                  <c:v>376.5</c:v>
                </c:pt>
                <c:pt idx="1507">
                  <c:v>377</c:v>
                </c:pt>
                <c:pt idx="1508">
                  <c:v>377</c:v>
                </c:pt>
                <c:pt idx="1509">
                  <c:v>377.5</c:v>
                </c:pt>
                <c:pt idx="1510">
                  <c:v>377.5</c:v>
                </c:pt>
                <c:pt idx="1511">
                  <c:v>378</c:v>
                </c:pt>
                <c:pt idx="1512">
                  <c:v>378</c:v>
                </c:pt>
                <c:pt idx="1513">
                  <c:v>378.5</c:v>
                </c:pt>
                <c:pt idx="1514">
                  <c:v>378.5</c:v>
                </c:pt>
                <c:pt idx="1515">
                  <c:v>379</c:v>
                </c:pt>
                <c:pt idx="1516">
                  <c:v>379</c:v>
                </c:pt>
                <c:pt idx="1517">
                  <c:v>379.5</c:v>
                </c:pt>
                <c:pt idx="1518">
                  <c:v>379.5</c:v>
                </c:pt>
                <c:pt idx="1519">
                  <c:v>380</c:v>
                </c:pt>
                <c:pt idx="1520">
                  <c:v>380</c:v>
                </c:pt>
                <c:pt idx="1521">
                  <c:v>380.5</c:v>
                </c:pt>
                <c:pt idx="1522">
                  <c:v>380.5</c:v>
                </c:pt>
                <c:pt idx="1523">
                  <c:v>381</c:v>
                </c:pt>
                <c:pt idx="1524">
                  <c:v>381</c:v>
                </c:pt>
                <c:pt idx="1525">
                  <c:v>381.5</c:v>
                </c:pt>
                <c:pt idx="1526">
                  <c:v>381.5</c:v>
                </c:pt>
                <c:pt idx="1527">
                  <c:v>382</c:v>
                </c:pt>
                <c:pt idx="1528">
                  <c:v>382</c:v>
                </c:pt>
                <c:pt idx="1529">
                  <c:v>382.5</c:v>
                </c:pt>
                <c:pt idx="1530">
                  <c:v>382.5</c:v>
                </c:pt>
                <c:pt idx="1531">
                  <c:v>383</c:v>
                </c:pt>
                <c:pt idx="1532">
                  <c:v>383</c:v>
                </c:pt>
                <c:pt idx="1533">
                  <c:v>383.5</c:v>
                </c:pt>
                <c:pt idx="1534">
                  <c:v>383.5</c:v>
                </c:pt>
                <c:pt idx="1535">
                  <c:v>384</c:v>
                </c:pt>
                <c:pt idx="1536">
                  <c:v>384</c:v>
                </c:pt>
                <c:pt idx="1537">
                  <c:v>384.5</c:v>
                </c:pt>
                <c:pt idx="1538">
                  <c:v>384.5</c:v>
                </c:pt>
                <c:pt idx="1539">
                  <c:v>385</c:v>
                </c:pt>
                <c:pt idx="1540">
                  <c:v>385</c:v>
                </c:pt>
                <c:pt idx="1541">
                  <c:v>385.5</c:v>
                </c:pt>
                <c:pt idx="1542">
                  <c:v>385.5</c:v>
                </c:pt>
                <c:pt idx="1543">
                  <c:v>386</c:v>
                </c:pt>
                <c:pt idx="1544">
                  <c:v>386</c:v>
                </c:pt>
                <c:pt idx="1545">
                  <c:v>386.5</c:v>
                </c:pt>
                <c:pt idx="1546">
                  <c:v>386.5</c:v>
                </c:pt>
                <c:pt idx="1547">
                  <c:v>387</c:v>
                </c:pt>
                <c:pt idx="1548">
                  <c:v>387</c:v>
                </c:pt>
                <c:pt idx="1549">
                  <c:v>387.5</c:v>
                </c:pt>
                <c:pt idx="1550">
                  <c:v>387.5</c:v>
                </c:pt>
                <c:pt idx="1551">
                  <c:v>388</c:v>
                </c:pt>
                <c:pt idx="1552">
                  <c:v>388</c:v>
                </c:pt>
                <c:pt idx="1553">
                  <c:v>388.5</c:v>
                </c:pt>
                <c:pt idx="1554">
                  <c:v>388.5</c:v>
                </c:pt>
                <c:pt idx="1555">
                  <c:v>389</c:v>
                </c:pt>
                <c:pt idx="1556">
                  <c:v>389</c:v>
                </c:pt>
                <c:pt idx="1557">
                  <c:v>389.5</c:v>
                </c:pt>
                <c:pt idx="1558">
                  <c:v>389.5</c:v>
                </c:pt>
                <c:pt idx="1559">
                  <c:v>390</c:v>
                </c:pt>
                <c:pt idx="1560">
                  <c:v>390</c:v>
                </c:pt>
                <c:pt idx="1561">
                  <c:v>390.5</c:v>
                </c:pt>
                <c:pt idx="1562">
                  <c:v>390.5</c:v>
                </c:pt>
                <c:pt idx="1563">
                  <c:v>391</c:v>
                </c:pt>
                <c:pt idx="1564">
                  <c:v>391</c:v>
                </c:pt>
                <c:pt idx="1565">
                  <c:v>391.5</c:v>
                </c:pt>
                <c:pt idx="1566">
                  <c:v>391.5</c:v>
                </c:pt>
                <c:pt idx="1567">
                  <c:v>392</c:v>
                </c:pt>
                <c:pt idx="1568">
                  <c:v>392</c:v>
                </c:pt>
                <c:pt idx="1569">
                  <c:v>392.5</c:v>
                </c:pt>
                <c:pt idx="1570">
                  <c:v>392.5</c:v>
                </c:pt>
                <c:pt idx="1571">
                  <c:v>393</c:v>
                </c:pt>
                <c:pt idx="1572">
                  <c:v>393</c:v>
                </c:pt>
                <c:pt idx="1573">
                  <c:v>393.5</c:v>
                </c:pt>
                <c:pt idx="1574">
                  <c:v>393.5</c:v>
                </c:pt>
                <c:pt idx="1575">
                  <c:v>394</c:v>
                </c:pt>
                <c:pt idx="1576">
                  <c:v>394</c:v>
                </c:pt>
                <c:pt idx="1577">
                  <c:v>394.5</c:v>
                </c:pt>
                <c:pt idx="1578">
                  <c:v>394.5</c:v>
                </c:pt>
                <c:pt idx="1579">
                  <c:v>395</c:v>
                </c:pt>
                <c:pt idx="1580">
                  <c:v>395</c:v>
                </c:pt>
                <c:pt idx="1581">
                  <c:v>395.5</c:v>
                </c:pt>
                <c:pt idx="1582">
                  <c:v>395.5</c:v>
                </c:pt>
                <c:pt idx="1583">
                  <c:v>396</c:v>
                </c:pt>
                <c:pt idx="1584">
                  <c:v>396</c:v>
                </c:pt>
                <c:pt idx="1585">
                  <c:v>396.5</c:v>
                </c:pt>
                <c:pt idx="1586">
                  <c:v>396.5</c:v>
                </c:pt>
                <c:pt idx="1587">
                  <c:v>397</c:v>
                </c:pt>
                <c:pt idx="1588">
                  <c:v>397</c:v>
                </c:pt>
                <c:pt idx="1589">
                  <c:v>397.5</c:v>
                </c:pt>
                <c:pt idx="1590">
                  <c:v>397.5</c:v>
                </c:pt>
                <c:pt idx="1591">
                  <c:v>398</c:v>
                </c:pt>
                <c:pt idx="1592">
                  <c:v>398</c:v>
                </c:pt>
                <c:pt idx="1593">
                  <c:v>398.5</c:v>
                </c:pt>
                <c:pt idx="1594">
                  <c:v>398.5</c:v>
                </c:pt>
                <c:pt idx="1595">
                  <c:v>399</c:v>
                </c:pt>
                <c:pt idx="1596">
                  <c:v>399</c:v>
                </c:pt>
                <c:pt idx="1597">
                  <c:v>399.5</c:v>
                </c:pt>
                <c:pt idx="1598">
                  <c:v>399.5</c:v>
                </c:pt>
                <c:pt idx="1599">
                  <c:v>400</c:v>
                </c:pt>
                <c:pt idx="1600">
                  <c:v>400</c:v>
                </c:pt>
                <c:pt idx="1601">
                  <c:v>400.5</c:v>
                </c:pt>
                <c:pt idx="1602">
                  <c:v>400.5</c:v>
                </c:pt>
                <c:pt idx="1603">
                  <c:v>401</c:v>
                </c:pt>
                <c:pt idx="1604">
                  <c:v>401</c:v>
                </c:pt>
                <c:pt idx="1605">
                  <c:v>401.5</c:v>
                </c:pt>
                <c:pt idx="1606">
                  <c:v>401.5</c:v>
                </c:pt>
                <c:pt idx="1607">
                  <c:v>402</c:v>
                </c:pt>
                <c:pt idx="1608">
                  <c:v>402</c:v>
                </c:pt>
                <c:pt idx="1609">
                  <c:v>402.5</c:v>
                </c:pt>
                <c:pt idx="1610">
                  <c:v>402.5</c:v>
                </c:pt>
                <c:pt idx="1611">
                  <c:v>403</c:v>
                </c:pt>
                <c:pt idx="1612">
                  <c:v>403</c:v>
                </c:pt>
                <c:pt idx="1613">
                  <c:v>403.5</c:v>
                </c:pt>
                <c:pt idx="1614">
                  <c:v>403.5</c:v>
                </c:pt>
                <c:pt idx="1615">
                  <c:v>404</c:v>
                </c:pt>
                <c:pt idx="1616">
                  <c:v>404</c:v>
                </c:pt>
                <c:pt idx="1617">
                  <c:v>404.5</c:v>
                </c:pt>
                <c:pt idx="1618">
                  <c:v>404.5</c:v>
                </c:pt>
                <c:pt idx="1619">
                  <c:v>405</c:v>
                </c:pt>
                <c:pt idx="1620">
                  <c:v>405</c:v>
                </c:pt>
                <c:pt idx="1621">
                  <c:v>405.5</c:v>
                </c:pt>
                <c:pt idx="1622">
                  <c:v>405.5</c:v>
                </c:pt>
                <c:pt idx="1623">
                  <c:v>406</c:v>
                </c:pt>
                <c:pt idx="1624">
                  <c:v>406</c:v>
                </c:pt>
                <c:pt idx="1625">
                  <c:v>406.5</c:v>
                </c:pt>
                <c:pt idx="1626">
                  <c:v>406.5</c:v>
                </c:pt>
                <c:pt idx="1627">
                  <c:v>407</c:v>
                </c:pt>
                <c:pt idx="1628">
                  <c:v>407</c:v>
                </c:pt>
                <c:pt idx="1629">
                  <c:v>407.5</c:v>
                </c:pt>
                <c:pt idx="1630">
                  <c:v>407.5</c:v>
                </c:pt>
                <c:pt idx="1631">
                  <c:v>408</c:v>
                </c:pt>
                <c:pt idx="1632">
                  <c:v>408</c:v>
                </c:pt>
                <c:pt idx="1633">
                  <c:v>408.5</c:v>
                </c:pt>
                <c:pt idx="1634">
                  <c:v>408.5</c:v>
                </c:pt>
                <c:pt idx="1635">
                  <c:v>409</c:v>
                </c:pt>
                <c:pt idx="1636">
                  <c:v>409</c:v>
                </c:pt>
                <c:pt idx="1637">
                  <c:v>409.5</c:v>
                </c:pt>
                <c:pt idx="1638">
                  <c:v>409.5</c:v>
                </c:pt>
                <c:pt idx="1639">
                  <c:v>410</c:v>
                </c:pt>
                <c:pt idx="1640">
                  <c:v>410</c:v>
                </c:pt>
                <c:pt idx="1641">
                  <c:v>410.5</c:v>
                </c:pt>
                <c:pt idx="1642">
                  <c:v>410.5</c:v>
                </c:pt>
                <c:pt idx="1643">
                  <c:v>411</c:v>
                </c:pt>
                <c:pt idx="1644">
                  <c:v>411</c:v>
                </c:pt>
                <c:pt idx="1645">
                  <c:v>411.5</c:v>
                </c:pt>
                <c:pt idx="1646">
                  <c:v>411.5</c:v>
                </c:pt>
                <c:pt idx="1647">
                  <c:v>412</c:v>
                </c:pt>
                <c:pt idx="1648">
                  <c:v>412</c:v>
                </c:pt>
                <c:pt idx="1649">
                  <c:v>412.5</c:v>
                </c:pt>
                <c:pt idx="1650">
                  <c:v>412.5</c:v>
                </c:pt>
                <c:pt idx="1651">
                  <c:v>413</c:v>
                </c:pt>
                <c:pt idx="1652">
                  <c:v>413</c:v>
                </c:pt>
                <c:pt idx="1653">
                  <c:v>413.5</c:v>
                </c:pt>
                <c:pt idx="1654">
                  <c:v>413.5</c:v>
                </c:pt>
                <c:pt idx="1655">
                  <c:v>414</c:v>
                </c:pt>
                <c:pt idx="1656">
                  <c:v>414</c:v>
                </c:pt>
                <c:pt idx="1657">
                  <c:v>414.5</c:v>
                </c:pt>
                <c:pt idx="1658">
                  <c:v>414.5</c:v>
                </c:pt>
                <c:pt idx="1659">
                  <c:v>415</c:v>
                </c:pt>
                <c:pt idx="1660">
                  <c:v>415</c:v>
                </c:pt>
                <c:pt idx="1661">
                  <c:v>415.5</c:v>
                </c:pt>
                <c:pt idx="1662">
                  <c:v>415.5</c:v>
                </c:pt>
                <c:pt idx="1663">
                  <c:v>416</c:v>
                </c:pt>
                <c:pt idx="1664">
                  <c:v>416</c:v>
                </c:pt>
                <c:pt idx="1665">
                  <c:v>416.5</c:v>
                </c:pt>
                <c:pt idx="1666">
                  <c:v>416.5</c:v>
                </c:pt>
                <c:pt idx="1667">
                  <c:v>417</c:v>
                </c:pt>
                <c:pt idx="1668">
                  <c:v>417</c:v>
                </c:pt>
                <c:pt idx="1669">
                  <c:v>417.5</c:v>
                </c:pt>
                <c:pt idx="1670">
                  <c:v>417.5</c:v>
                </c:pt>
                <c:pt idx="1671">
                  <c:v>418</c:v>
                </c:pt>
                <c:pt idx="1672">
                  <c:v>418</c:v>
                </c:pt>
                <c:pt idx="1673">
                  <c:v>418.5</c:v>
                </c:pt>
                <c:pt idx="1674">
                  <c:v>418.5</c:v>
                </c:pt>
                <c:pt idx="1675">
                  <c:v>419</c:v>
                </c:pt>
                <c:pt idx="1676">
                  <c:v>419</c:v>
                </c:pt>
                <c:pt idx="1677">
                  <c:v>419.5</c:v>
                </c:pt>
                <c:pt idx="1678">
                  <c:v>419.5</c:v>
                </c:pt>
                <c:pt idx="1679">
                  <c:v>420</c:v>
                </c:pt>
                <c:pt idx="1680">
                  <c:v>420</c:v>
                </c:pt>
                <c:pt idx="1681">
                  <c:v>420.5</c:v>
                </c:pt>
                <c:pt idx="1682">
                  <c:v>420.5</c:v>
                </c:pt>
                <c:pt idx="1683">
                  <c:v>421</c:v>
                </c:pt>
                <c:pt idx="1684">
                  <c:v>421</c:v>
                </c:pt>
                <c:pt idx="1685">
                  <c:v>421.5</c:v>
                </c:pt>
                <c:pt idx="1686">
                  <c:v>421.5</c:v>
                </c:pt>
                <c:pt idx="1687">
                  <c:v>422</c:v>
                </c:pt>
                <c:pt idx="1688">
                  <c:v>422</c:v>
                </c:pt>
                <c:pt idx="1689">
                  <c:v>422.5</c:v>
                </c:pt>
                <c:pt idx="1690">
                  <c:v>422.5</c:v>
                </c:pt>
                <c:pt idx="1691">
                  <c:v>423</c:v>
                </c:pt>
                <c:pt idx="1692">
                  <c:v>423</c:v>
                </c:pt>
                <c:pt idx="1693">
                  <c:v>423.5</c:v>
                </c:pt>
                <c:pt idx="1694">
                  <c:v>423.5</c:v>
                </c:pt>
                <c:pt idx="1695">
                  <c:v>424</c:v>
                </c:pt>
                <c:pt idx="1696">
                  <c:v>424</c:v>
                </c:pt>
                <c:pt idx="1697">
                  <c:v>424.5</c:v>
                </c:pt>
                <c:pt idx="1698">
                  <c:v>424.5</c:v>
                </c:pt>
                <c:pt idx="1699">
                  <c:v>425</c:v>
                </c:pt>
                <c:pt idx="1700">
                  <c:v>425</c:v>
                </c:pt>
                <c:pt idx="1701">
                  <c:v>425.5</c:v>
                </c:pt>
                <c:pt idx="1702">
                  <c:v>425.5</c:v>
                </c:pt>
                <c:pt idx="1703">
                  <c:v>426</c:v>
                </c:pt>
                <c:pt idx="1704">
                  <c:v>426</c:v>
                </c:pt>
                <c:pt idx="1705">
                  <c:v>426.5</c:v>
                </c:pt>
                <c:pt idx="1706">
                  <c:v>426.5</c:v>
                </c:pt>
                <c:pt idx="1707">
                  <c:v>427</c:v>
                </c:pt>
                <c:pt idx="1708">
                  <c:v>427</c:v>
                </c:pt>
                <c:pt idx="1709">
                  <c:v>427.5</c:v>
                </c:pt>
                <c:pt idx="1710">
                  <c:v>427.5</c:v>
                </c:pt>
                <c:pt idx="1711">
                  <c:v>428</c:v>
                </c:pt>
                <c:pt idx="1712">
                  <c:v>428</c:v>
                </c:pt>
                <c:pt idx="1713">
                  <c:v>428.5</c:v>
                </c:pt>
                <c:pt idx="1714">
                  <c:v>428.5</c:v>
                </c:pt>
                <c:pt idx="1715">
                  <c:v>429</c:v>
                </c:pt>
                <c:pt idx="1716">
                  <c:v>429</c:v>
                </c:pt>
                <c:pt idx="1717">
                  <c:v>429.5</c:v>
                </c:pt>
                <c:pt idx="1718">
                  <c:v>429.5</c:v>
                </c:pt>
                <c:pt idx="1719">
                  <c:v>430</c:v>
                </c:pt>
                <c:pt idx="1720">
                  <c:v>430</c:v>
                </c:pt>
                <c:pt idx="1721">
                  <c:v>430.5</c:v>
                </c:pt>
                <c:pt idx="1722">
                  <c:v>430.5</c:v>
                </c:pt>
                <c:pt idx="1723">
                  <c:v>431</c:v>
                </c:pt>
                <c:pt idx="1724">
                  <c:v>431</c:v>
                </c:pt>
                <c:pt idx="1725">
                  <c:v>431.5</c:v>
                </c:pt>
                <c:pt idx="1726">
                  <c:v>431.5</c:v>
                </c:pt>
                <c:pt idx="1727">
                  <c:v>432</c:v>
                </c:pt>
                <c:pt idx="1728">
                  <c:v>432</c:v>
                </c:pt>
                <c:pt idx="1729">
                  <c:v>432.5</c:v>
                </c:pt>
                <c:pt idx="1730">
                  <c:v>432.5</c:v>
                </c:pt>
                <c:pt idx="1731">
                  <c:v>433</c:v>
                </c:pt>
                <c:pt idx="1732">
                  <c:v>433</c:v>
                </c:pt>
                <c:pt idx="1733">
                  <c:v>433.5</c:v>
                </c:pt>
                <c:pt idx="1734">
                  <c:v>433.5</c:v>
                </c:pt>
                <c:pt idx="1735">
                  <c:v>434</c:v>
                </c:pt>
                <c:pt idx="1736">
                  <c:v>434</c:v>
                </c:pt>
                <c:pt idx="1737">
                  <c:v>434.5</c:v>
                </c:pt>
                <c:pt idx="1738">
                  <c:v>434.5</c:v>
                </c:pt>
                <c:pt idx="1739">
                  <c:v>435</c:v>
                </c:pt>
                <c:pt idx="1740">
                  <c:v>435</c:v>
                </c:pt>
                <c:pt idx="1741">
                  <c:v>435.5</c:v>
                </c:pt>
                <c:pt idx="1742">
                  <c:v>435.5</c:v>
                </c:pt>
                <c:pt idx="1743">
                  <c:v>436</c:v>
                </c:pt>
                <c:pt idx="1744">
                  <c:v>436</c:v>
                </c:pt>
                <c:pt idx="1745">
                  <c:v>436.5</c:v>
                </c:pt>
                <c:pt idx="1746">
                  <c:v>436.5</c:v>
                </c:pt>
                <c:pt idx="1747">
                  <c:v>437</c:v>
                </c:pt>
                <c:pt idx="1748">
                  <c:v>437</c:v>
                </c:pt>
                <c:pt idx="1749">
                  <c:v>437.5</c:v>
                </c:pt>
                <c:pt idx="1750">
                  <c:v>437.5</c:v>
                </c:pt>
                <c:pt idx="1751">
                  <c:v>438</c:v>
                </c:pt>
                <c:pt idx="1752">
                  <c:v>438</c:v>
                </c:pt>
                <c:pt idx="1753">
                  <c:v>438.5</c:v>
                </c:pt>
                <c:pt idx="1754">
                  <c:v>438.5</c:v>
                </c:pt>
                <c:pt idx="1755">
                  <c:v>439</c:v>
                </c:pt>
                <c:pt idx="1756">
                  <c:v>439</c:v>
                </c:pt>
                <c:pt idx="1757">
                  <c:v>439.5</c:v>
                </c:pt>
                <c:pt idx="1758">
                  <c:v>439.5</c:v>
                </c:pt>
                <c:pt idx="1759">
                  <c:v>440</c:v>
                </c:pt>
                <c:pt idx="1760">
                  <c:v>440</c:v>
                </c:pt>
                <c:pt idx="1761">
                  <c:v>440.5</c:v>
                </c:pt>
                <c:pt idx="1762">
                  <c:v>440.5</c:v>
                </c:pt>
                <c:pt idx="1763">
                  <c:v>441</c:v>
                </c:pt>
                <c:pt idx="1764">
                  <c:v>441</c:v>
                </c:pt>
                <c:pt idx="1765">
                  <c:v>441.5</c:v>
                </c:pt>
                <c:pt idx="1766">
                  <c:v>441.5</c:v>
                </c:pt>
                <c:pt idx="1767">
                  <c:v>442</c:v>
                </c:pt>
                <c:pt idx="1768">
                  <c:v>442</c:v>
                </c:pt>
                <c:pt idx="1769">
                  <c:v>442.5</c:v>
                </c:pt>
                <c:pt idx="1770">
                  <c:v>442.5</c:v>
                </c:pt>
                <c:pt idx="1771">
                  <c:v>443</c:v>
                </c:pt>
                <c:pt idx="1772">
                  <c:v>443</c:v>
                </c:pt>
                <c:pt idx="1773">
                  <c:v>443.5</c:v>
                </c:pt>
                <c:pt idx="1774">
                  <c:v>443.5</c:v>
                </c:pt>
                <c:pt idx="1775">
                  <c:v>444</c:v>
                </c:pt>
                <c:pt idx="1776">
                  <c:v>444</c:v>
                </c:pt>
                <c:pt idx="1777">
                  <c:v>444.5</c:v>
                </c:pt>
                <c:pt idx="1778">
                  <c:v>444.5</c:v>
                </c:pt>
                <c:pt idx="1779">
                  <c:v>445</c:v>
                </c:pt>
                <c:pt idx="1780">
                  <c:v>445</c:v>
                </c:pt>
                <c:pt idx="1781">
                  <c:v>445.5</c:v>
                </c:pt>
                <c:pt idx="1782">
                  <c:v>445.5</c:v>
                </c:pt>
                <c:pt idx="1783">
                  <c:v>446</c:v>
                </c:pt>
                <c:pt idx="1784">
                  <c:v>446</c:v>
                </c:pt>
                <c:pt idx="1785">
                  <c:v>446.5</c:v>
                </c:pt>
                <c:pt idx="1786">
                  <c:v>446.5</c:v>
                </c:pt>
                <c:pt idx="1787">
                  <c:v>447</c:v>
                </c:pt>
                <c:pt idx="1788">
                  <c:v>447</c:v>
                </c:pt>
                <c:pt idx="1789">
                  <c:v>447.5</c:v>
                </c:pt>
                <c:pt idx="1790">
                  <c:v>447.5</c:v>
                </c:pt>
                <c:pt idx="1791">
                  <c:v>448</c:v>
                </c:pt>
                <c:pt idx="1792">
                  <c:v>448</c:v>
                </c:pt>
                <c:pt idx="1793">
                  <c:v>448.5</c:v>
                </c:pt>
                <c:pt idx="1794">
                  <c:v>448.5</c:v>
                </c:pt>
                <c:pt idx="1795">
                  <c:v>449</c:v>
                </c:pt>
                <c:pt idx="1796">
                  <c:v>449</c:v>
                </c:pt>
                <c:pt idx="1797">
                  <c:v>449.5</c:v>
                </c:pt>
                <c:pt idx="1798">
                  <c:v>449.5</c:v>
                </c:pt>
                <c:pt idx="1799">
                  <c:v>450</c:v>
                </c:pt>
                <c:pt idx="1800">
                  <c:v>450</c:v>
                </c:pt>
                <c:pt idx="1801">
                  <c:v>450.5</c:v>
                </c:pt>
                <c:pt idx="1802">
                  <c:v>450.5</c:v>
                </c:pt>
                <c:pt idx="1803">
                  <c:v>451</c:v>
                </c:pt>
                <c:pt idx="1804">
                  <c:v>451</c:v>
                </c:pt>
                <c:pt idx="1805">
                  <c:v>451.5</c:v>
                </c:pt>
                <c:pt idx="1806">
                  <c:v>451.5</c:v>
                </c:pt>
                <c:pt idx="1807">
                  <c:v>452</c:v>
                </c:pt>
                <c:pt idx="1808">
                  <c:v>452</c:v>
                </c:pt>
                <c:pt idx="1809">
                  <c:v>452.5</c:v>
                </c:pt>
                <c:pt idx="1810">
                  <c:v>452.5</c:v>
                </c:pt>
                <c:pt idx="1811">
                  <c:v>453</c:v>
                </c:pt>
                <c:pt idx="1812">
                  <c:v>453</c:v>
                </c:pt>
                <c:pt idx="1813">
                  <c:v>453.5</c:v>
                </c:pt>
                <c:pt idx="1814">
                  <c:v>453.5</c:v>
                </c:pt>
                <c:pt idx="1815">
                  <c:v>454</c:v>
                </c:pt>
                <c:pt idx="1816">
                  <c:v>454</c:v>
                </c:pt>
                <c:pt idx="1817">
                  <c:v>454.5</c:v>
                </c:pt>
                <c:pt idx="1818">
                  <c:v>454.5</c:v>
                </c:pt>
                <c:pt idx="1819">
                  <c:v>455</c:v>
                </c:pt>
                <c:pt idx="1820">
                  <c:v>455</c:v>
                </c:pt>
                <c:pt idx="1821">
                  <c:v>455.5</c:v>
                </c:pt>
                <c:pt idx="1822">
                  <c:v>455.5</c:v>
                </c:pt>
                <c:pt idx="1823">
                  <c:v>456</c:v>
                </c:pt>
                <c:pt idx="1824">
                  <c:v>456</c:v>
                </c:pt>
                <c:pt idx="1825">
                  <c:v>456.5</c:v>
                </c:pt>
                <c:pt idx="1826">
                  <c:v>456.5</c:v>
                </c:pt>
                <c:pt idx="1827">
                  <c:v>457</c:v>
                </c:pt>
                <c:pt idx="1828">
                  <c:v>457</c:v>
                </c:pt>
                <c:pt idx="1829">
                  <c:v>457.5</c:v>
                </c:pt>
                <c:pt idx="1830">
                  <c:v>457.5</c:v>
                </c:pt>
                <c:pt idx="1831">
                  <c:v>458</c:v>
                </c:pt>
                <c:pt idx="1832">
                  <c:v>458</c:v>
                </c:pt>
                <c:pt idx="1833">
                  <c:v>458.5</c:v>
                </c:pt>
                <c:pt idx="1834">
                  <c:v>458.5</c:v>
                </c:pt>
                <c:pt idx="1835">
                  <c:v>459</c:v>
                </c:pt>
                <c:pt idx="1836">
                  <c:v>459</c:v>
                </c:pt>
                <c:pt idx="1837">
                  <c:v>459.5</c:v>
                </c:pt>
                <c:pt idx="1838">
                  <c:v>459.5</c:v>
                </c:pt>
                <c:pt idx="1839">
                  <c:v>460</c:v>
                </c:pt>
                <c:pt idx="1840">
                  <c:v>460</c:v>
                </c:pt>
                <c:pt idx="1841">
                  <c:v>460.5</c:v>
                </c:pt>
                <c:pt idx="1842">
                  <c:v>460.5</c:v>
                </c:pt>
                <c:pt idx="1843">
                  <c:v>461</c:v>
                </c:pt>
                <c:pt idx="1844">
                  <c:v>461</c:v>
                </c:pt>
                <c:pt idx="1845">
                  <c:v>461.5</c:v>
                </c:pt>
                <c:pt idx="1846">
                  <c:v>461.5</c:v>
                </c:pt>
                <c:pt idx="1847">
                  <c:v>462</c:v>
                </c:pt>
                <c:pt idx="1848">
                  <c:v>462</c:v>
                </c:pt>
                <c:pt idx="1849">
                  <c:v>462.5</c:v>
                </c:pt>
                <c:pt idx="1850">
                  <c:v>462.5</c:v>
                </c:pt>
                <c:pt idx="1851">
                  <c:v>463</c:v>
                </c:pt>
                <c:pt idx="1852">
                  <c:v>463</c:v>
                </c:pt>
                <c:pt idx="1853">
                  <c:v>463.5</c:v>
                </c:pt>
                <c:pt idx="1854">
                  <c:v>463.5</c:v>
                </c:pt>
                <c:pt idx="1855">
                  <c:v>464</c:v>
                </c:pt>
                <c:pt idx="1856">
                  <c:v>464</c:v>
                </c:pt>
                <c:pt idx="1857">
                  <c:v>464.5</c:v>
                </c:pt>
                <c:pt idx="1858">
                  <c:v>464.5</c:v>
                </c:pt>
                <c:pt idx="1859">
                  <c:v>465</c:v>
                </c:pt>
                <c:pt idx="1860">
                  <c:v>465</c:v>
                </c:pt>
                <c:pt idx="1861">
                  <c:v>465.5</c:v>
                </c:pt>
                <c:pt idx="1862">
                  <c:v>465.5</c:v>
                </c:pt>
                <c:pt idx="1863">
                  <c:v>466</c:v>
                </c:pt>
                <c:pt idx="1864">
                  <c:v>466</c:v>
                </c:pt>
                <c:pt idx="1865">
                  <c:v>466.5</c:v>
                </c:pt>
                <c:pt idx="1866">
                  <c:v>466.5</c:v>
                </c:pt>
                <c:pt idx="1867">
                  <c:v>467</c:v>
                </c:pt>
                <c:pt idx="1868">
                  <c:v>467</c:v>
                </c:pt>
                <c:pt idx="1869">
                  <c:v>467.5</c:v>
                </c:pt>
                <c:pt idx="1870">
                  <c:v>467.5</c:v>
                </c:pt>
                <c:pt idx="1871">
                  <c:v>468</c:v>
                </c:pt>
                <c:pt idx="1872">
                  <c:v>468</c:v>
                </c:pt>
                <c:pt idx="1873">
                  <c:v>468.5</c:v>
                </c:pt>
                <c:pt idx="1874">
                  <c:v>468.5</c:v>
                </c:pt>
                <c:pt idx="1875">
                  <c:v>469</c:v>
                </c:pt>
                <c:pt idx="1876">
                  <c:v>469</c:v>
                </c:pt>
                <c:pt idx="1877">
                  <c:v>469.5</c:v>
                </c:pt>
                <c:pt idx="1878">
                  <c:v>469.5</c:v>
                </c:pt>
                <c:pt idx="1879">
                  <c:v>470</c:v>
                </c:pt>
                <c:pt idx="1880">
                  <c:v>470</c:v>
                </c:pt>
                <c:pt idx="1881">
                  <c:v>470.5</c:v>
                </c:pt>
                <c:pt idx="1882">
                  <c:v>470.5</c:v>
                </c:pt>
                <c:pt idx="1883">
                  <c:v>471</c:v>
                </c:pt>
                <c:pt idx="1884">
                  <c:v>471</c:v>
                </c:pt>
                <c:pt idx="1885">
                  <c:v>471.5</c:v>
                </c:pt>
                <c:pt idx="1886">
                  <c:v>471.5</c:v>
                </c:pt>
                <c:pt idx="1887">
                  <c:v>472</c:v>
                </c:pt>
                <c:pt idx="1888">
                  <c:v>472</c:v>
                </c:pt>
                <c:pt idx="1889">
                  <c:v>472.5</c:v>
                </c:pt>
                <c:pt idx="1890">
                  <c:v>472.5</c:v>
                </c:pt>
                <c:pt idx="1891">
                  <c:v>473</c:v>
                </c:pt>
                <c:pt idx="1892">
                  <c:v>473</c:v>
                </c:pt>
                <c:pt idx="1893">
                  <c:v>473.5</c:v>
                </c:pt>
                <c:pt idx="1894">
                  <c:v>473.5</c:v>
                </c:pt>
                <c:pt idx="1895">
                  <c:v>474</c:v>
                </c:pt>
                <c:pt idx="1896">
                  <c:v>474</c:v>
                </c:pt>
                <c:pt idx="1897">
                  <c:v>474.5</c:v>
                </c:pt>
                <c:pt idx="1898">
                  <c:v>474.5</c:v>
                </c:pt>
                <c:pt idx="1899">
                  <c:v>475</c:v>
                </c:pt>
                <c:pt idx="1900">
                  <c:v>475</c:v>
                </c:pt>
                <c:pt idx="1901">
                  <c:v>475.5</c:v>
                </c:pt>
                <c:pt idx="1902">
                  <c:v>475.5</c:v>
                </c:pt>
                <c:pt idx="1903">
                  <c:v>476</c:v>
                </c:pt>
                <c:pt idx="1904">
                  <c:v>476</c:v>
                </c:pt>
                <c:pt idx="1905">
                  <c:v>476.5</c:v>
                </c:pt>
                <c:pt idx="1906">
                  <c:v>476.5</c:v>
                </c:pt>
                <c:pt idx="1907">
                  <c:v>477</c:v>
                </c:pt>
                <c:pt idx="1908">
                  <c:v>477</c:v>
                </c:pt>
                <c:pt idx="1909">
                  <c:v>477.5</c:v>
                </c:pt>
                <c:pt idx="1910">
                  <c:v>477.5</c:v>
                </c:pt>
                <c:pt idx="1911">
                  <c:v>478</c:v>
                </c:pt>
                <c:pt idx="1912">
                  <c:v>478</c:v>
                </c:pt>
                <c:pt idx="1913">
                  <c:v>478.5</c:v>
                </c:pt>
                <c:pt idx="1914">
                  <c:v>478.5</c:v>
                </c:pt>
                <c:pt idx="1915">
                  <c:v>479</c:v>
                </c:pt>
                <c:pt idx="1916">
                  <c:v>479</c:v>
                </c:pt>
                <c:pt idx="1917">
                  <c:v>479.5</c:v>
                </c:pt>
                <c:pt idx="1918">
                  <c:v>479.5</c:v>
                </c:pt>
                <c:pt idx="1919">
                  <c:v>480</c:v>
                </c:pt>
                <c:pt idx="1920">
                  <c:v>480</c:v>
                </c:pt>
                <c:pt idx="1921">
                  <c:v>480.5</c:v>
                </c:pt>
                <c:pt idx="1922">
                  <c:v>480.5</c:v>
                </c:pt>
                <c:pt idx="1923">
                  <c:v>481</c:v>
                </c:pt>
                <c:pt idx="1924">
                  <c:v>481</c:v>
                </c:pt>
                <c:pt idx="1925">
                  <c:v>481.5</c:v>
                </c:pt>
                <c:pt idx="1926">
                  <c:v>481.5</c:v>
                </c:pt>
                <c:pt idx="1927">
                  <c:v>482</c:v>
                </c:pt>
                <c:pt idx="1928">
                  <c:v>482</c:v>
                </c:pt>
                <c:pt idx="1929">
                  <c:v>482.5</c:v>
                </c:pt>
                <c:pt idx="1930">
                  <c:v>482.5</c:v>
                </c:pt>
                <c:pt idx="1931">
                  <c:v>483</c:v>
                </c:pt>
                <c:pt idx="1932">
                  <c:v>483</c:v>
                </c:pt>
                <c:pt idx="1933">
                  <c:v>483.5</c:v>
                </c:pt>
                <c:pt idx="1934">
                  <c:v>483.5</c:v>
                </c:pt>
                <c:pt idx="1935">
                  <c:v>484</c:v>
                </c:pt>
              </c:numCache>
            </c:numRef>
          </c:xVal>
          <c:yVal>
            <c:numRef>
              <c:f>Sheet1!$B$2:$B$1937</c:f>
              <c:numCache>
                <c:formatCode>General</c:formatCode>
                <c:ptCount val="1936"/>
                <c:pt idx="0">
                  <c:v>0</c:v>
                </c:pt>
                <c:pt idx="1">
                  <c:v>8.89999409</c:v>
                </c:pt>
                <c:pt idx="2">
                  <c:v>8.89999409</c:v>
                </c:pt>
                <c:pt idx="3">
                  <c:v>17.67390301</c:v>
                </c:pt>
                <c:pt idx="4">
                  <c:v>17.67390301</c:v>
                </c:pt>
                <c:pt idx="5">
                  <c:v>26.32171253</c:v>
                </c:pt>
                <c:pt idx="6">
                  <c:v>26.32171253</c:v>
                </c:pt>
                <c:pt idx="7">
                  <c:v>34.84340109</c:v>
                </c:pt>
                <c:pt idx="8">
                  <c:v>34.84340109</c:v>
                </c:pt>
                <c:pt idx="9">
                  <c:v>43.23894043</c:v>
                </c:pt>
                <c:pt idx="10">
                  <c:v>43.23894043</c:v>
                </c:pt>
                <c:pt idx="11">
                  <c:v>51.50829596</c:v>
                </c:pt>
                <c:pt idx="12">
                  <c:v>51.50829596</c:v>
                </c:pt>
                <c:pt idx="13">
                  <c:v>59.65142706</c:v>
                </c:pt>
                <c:pt idx="14">
                  <c:v>59.65142706</c:v>
                </c:pt>
                <c:pt idx="15">
                  <c:v>67.66828726999999</c:v>
                </c:pt>
                <c:pt idx="16">
                  <c:v>67.66828726999999</c:v>
                </c:pt>
                <c:pt idx="17">
                  <c:v>75.5588245</c:v>
                </c:pt>
                <c:pt idx="18">
                  <c:v>75.5588245</c:v>
                </c:pt>
                <c:pt idx="19">
                  <c:v>83.32298114</c:v>
                </c:pt>
                <c:pt idx="20">
                  <c:v>83.32298114</c:v>
                </c:pt>
                <c:pt idx="21">
                  <c:v>90.96069419</c:v>
                </c:pt>
                <c:pt idx="22">
                  <c:v>90.96069419</c:v>
                </c:pt>
                <c:pt idx="23">
                  <c:v>98.47189539999999</c:v>
                </c:pt>
                <c:pt idx="24">
                  <c:v>98.47189539999999</c:v>
                </c:pt>
                <c:pt idx="25">
                  <c:v>105.85651133</c:v>
                </c:pt>
                <c:pt idx="26">
                  <c:v>105.85651133</c:v>
                </c:pt>
                <c:pt idx="27">
                  <c:v>113.11446346</c:v>
                </c:pt>
                <c:pt idx="28">
                  <c:v>113.11446346</c:v>
                </c:pt>
                <c:pt idx="29">
                  <c:v>120.24566824</c:v>
                </c:pt>
                <c:pt idx="30">
                  <c:v>120.24566824</c:v>
                </c:pt>
                <c:pt idx="31">
                  <c:v>127.25003717</c:v>
                </c:pt>
                <c:pt idx="32">
                  <c:v>127.25003717</c:v>
                </c:pt>
                <c:pt idx="33">
                  <c:v>134.12747689</c:v>
                </c:pt>
                <c:pt idx="34">
                  <c:v>134.12747689</c:v>
                </c:pt>
                <c:pt idx="35">
                  <c:v>140.87788918</c:v>
                </c:pt>
                <c:pt idx="36">
                  <c:v>140.87788918</c:v>
                </c:pt>
                <c:pt idx="37">
                  <c:v>147.50117107</c:v>
                </c:pt>
                <c:pt idx="38">
                  <c:v>147.50117107</c:v>
                </c:pt>
                <c:pt idx="39">
                  <c:v>153.99721484</c:v>
                </c:pt>
                <c:pt idx="40">
                  <c:v>153.99721484</c:v>
                </c:pt>
                <c:pt idx="41">
                  <c:v>160.3659081</c:v>
                </c:pt>
                <c:pt idx="42">
                  <c:v>160.3659081</c:v>
                </c:pt>
                <c:pt idx="43">
                  <c:v>166.6071338</c:v>
                </c:pt>
                <c:pt idx="44">
                  <c:v>166.6071338</c:v>
                </c:pt>
                <c:pt idx="45">
                  <c:v>172.72077031</c:v>
                </c:pt>
                <c:pt idx="46">
                  <c:v>172.72077031</c:v>
                </c:pt>
                <c:pt idx="47">
                  <c:v>178.70669142</c:v>
                </c:pt>
                <c:pt idx="48">
                  <c:v>178.70669142</c:v>
                </c:pt>
                <c:pt idx="49">
                  <c:v>184.56476637</c:v>
                </c:pt>
                <c:pt idx="50">
                  <c:v>184.56476637</c:v>
                </c:pt>
                <c:pt idx="51">
                  <c:v>190.29485992</c:v>
                </c:pt>
                <c:pt idx="52">
                  <c:v>190.29485992</c:v>
                </c:pt>
                <c:pt idx="53">
                  <c:v>195.89683231</c:v>
                </c:pt>
                <c:pt idx="54">
                  <c:v>195.89683231</c:v>
                </c:pt>
                <c:pt idx="55">
                  <c:v>201.37053939</c:v>
                </c:pt>
                <c:pt idx="56">
                  <c:v>201.37053939</c:v>
                </c:pt>
                <c:pt idx="57">
                  <c:v>206.71583253</c:v>
                </c:pt>
                <c:pt idx="58">
                  <c:v>206.71583253</c:v>
                </c:pt>
                <c:pt idx="59">
                  <c:v>211.93255873</c:v>
                </c:pt>
                <c:pt idx="60">
                  <c:v>211.93255873</c:v>
                </c:pt>
                <c:pt idx="61">
                  <c:v>217.0205606</c:v>
                </c:pt>
                <c:pt idx="62">
                  <c:v>217.0205606</c:v>
                </c:pt>
                <c:pt idx="63">
                  <c:v>221.9796764</c:v>
                </c:pt>
                <c:pt idx="64">
                  <c:v>221.9796764</c:v>
                </c:pt>
                <c:pt idx="65">
                  <c:v>226.80974004</c:v>
                </c:pt>
                <c:pt idx="66">
                  <c:v>226.80974004</c:v>
                </c:pt>
                <c:pt idx="67">
                  <c:v>231.51058112</c:v>
                </c:pt>
                <c:pt idx="68">
                  <c:v>231.51058112</c:v>
                </c:pt>
                <c:pt idx="69">
                  <c:v>236.08202494</c:v>
                </c:pt>
                <c:pt idx="70">
                  <c:v>236.08202494</c:v>
                </c:pt>
                <c:pt idx="71">
                  <c:v>240.52389249</c:v>
                </c:pt>
                <c:pt idx="72">
                  <c:v>240.52389249</c:v>
                </c:pt>
                <c:pt idx="73">
                  <c:v>244.83600052</c:v>
                </c:pt>
                <c:pt idx="74">
                  <c:v>244.83600052</c:v>
                </c:pt>
                <c:pt idx="75">
                  <c:v>249.0181615</c:v>
                </c:pt>
                <c:pt idx="76">
                  <c:v>249.0181615</c:v>
                </c:pt>
                <c:pt idx="77">
                  <c:v>253.07018365</c:v>
                </c:pt>
                <c:pt idx="78">
                  <c:v>253.07018365</c:v>
                </c:pt>
                <c:pt idx="79">
                  <c:v>256.991871</c:v>
                </c:pt>
                <c:pt idx="80">
                  <c:v>256.991871</c:v>
                </c:pt>
                <c:pt idx="81">
                  <c:v>260.7830233</c:v>
                </c:pt>
                <c:pt idx="82">
                  <c:v>260.7830233</c:v>
                </c:pt>
                <c:pt idx="83">
                  <c:v>264.44343615</c:v>
                </c:pt>
                <c:pt idx="84">
                  <c:v>264.44343615</c:v>
                </c:pt>
                <c:pt idx="85">
                  <c:v>267.97290089</c:v>
                </c:pt>
                <c:pt idx="86">
                  <c:v>267.97290089</c:v>
                </c:pt>
                <c:pt idx="87">
                  <c:v>271.37120473</c:v>
                </c:pt>
                <c:pt idx="88">
                  <c:v>271.37120473</c:v>
                </c:pt>
                <c:pt idx="89">
                  <c:v>274.63813067</c:v>
                </c:pt>
                <c:pt idx="90">
                  <c:v>274.63813067</c:v>
                </c:pt>
                <c:pt idx="91">
                  <c:v>277.77345752</c:v>
                </c:pt>
                <c:pt idx="92">
                  <c:v>277.77345752</c:v>
                </c:pt>
                <c:pt idx="93">
                  <c:v>280.77695996</c:v>
                </c:pt>
                <c:pt idx="94">
                  <c:v>280.77695996</c:v>
                </c:pt>
                <c:pt idx="95">
                  <c:v>283.64840849</c:v>
                </c:pt>
                <c:pt idx="96">
                  <c:v>283.64840849</c:v>
                </c:pt>
                <c:pt idx="97">
                  <c:v>286.38756946</c:v>
                </c:pt>
                <c:pt idx="98">
                  <c:v>286.38756946</c:v>
                </c:pt>
                <c:pt idx="99">
                  <c:v>288.99420508</c:v>
                </c:pt>
                <c:pt idx="100">
                  <c:v>288.99420508</c:v>
                </c:pt>
                <c:pt idx="101">
                  <c:v>291.46807341</c:v>
                </c:pt>
                <c:pt idx="102">
                  <c:v>291.46807341</c:v>
                </c:pt>
                <c:pt idx="103">
                  <c:v>293.80892838</c:v>
                </c:pt>
                <c:pt idx="104">
                  <c:v>293.80892838</c:v>
                </c:pt>
                <c:pt idx="105">
                  <c:v>296.01651978</c:v>
                </c:pt>
                <c:pt idx="106">
                  <c:v>296.01651978</c:v>
                </c:pt>
                <c:pt idx="107">
                  <c:v>298.09059329</c:v>
                </c:pt>
                <c:pt idx="108">
                  <c:v>298.09059329</c:v>
                </c:pt>
                <c:pt idx="109">
                  <c:v>300.03089044</c:v>
                </c:pt>
                <c:pt idx="110">
                  <c:v>300.03089044</c:v>
                </c:pt>
                <c:pt idx="111">
                  <c:v>301.83714865</c:v>
                </c:pt>
                <c:pt idx="112">
                  <c:v>301.83714865</c:v>
                </c:pt>
                <c:pt idx="113">
                  <c:v>303.50910123</c:v>
                </c:pt>
                <c:pt idx="114">
                  <c:v>303.50910123</c:v>
                </c:pt>
                <c:pt idx="115">
                  <c:v>305.04647734</c:v>
                </c:pt>
                <c:pt idx="116">
                  <c:v>305.04647734</c:v>
                </c:pt>
                <c:pt idx="117">
                  <c:v>306.44900207</c:v>
                </c:pt>
                <c:pt idx="118">
                  <c:v>306.44900207</c:v>
                </c:pt>
                <c:pt idx="119">
                  <c:v>307.71639635</c:v>
                </c:pt>
                <c:pt idx="120">
                  <c:v>307.71639635</c:v>
                </c:pt>
                <c:pt idx="121">
                  <c:v>308.84837702</c:v>
                </c:pt>
                <c:pt idx="122">
                  <c:v>308.84837702</c:v>
                </c:pt>
                <c:pt idx="123">
                  <c:v>309.8446568</c:v>
                </c:pt>
                <c:pt idx="124">
                  <c:v>309.8446568</c:v>
                </c:pt>
                <c:pt idx="125">
                  <c:v>310.7049443</c:v>
                </c:pt>
                <c:pt idx="126">
                  <c:v>310.7049443</c:v>
                </c:pt>
                <c:pt idx="127">
                  <c:v>311.42894402</c:v>
                </c:pt>
                <c:pt idx="128">
                  <c:v>311.42894402</c:v>
                </c:pt>
                <c:pt idx="129">
                  <c:v>312.01635631</c:v>
                </c:pt>
                <c:pt idx="130">
                  <c:v>312.01635631</c:v>
                </c:pt>
                <c:pt idx="131">
                  <c:v>312.46687746</c:v>
                </c:pt>
                <c:pt idx="132">
                  <c:v>312.46687746</c:v>
                </c:pt>
                <c:pt idx="133">
                  <c:v>312.78019959</c:v>
                </c:pt>
                <c:pt idx="134">
                  <c:v>312.78019959</c:v>
                </c:pt>
                <c:pt idx="135">
                  <c:v>312.95601073</c:v>
                </c:pt>
                <c:pt idx="136">
                  <c:v>312.95601073</c:v>
                </c:pt>
                <c:pt idx="137">
                  <c:v>312.99399479</c:v>
                </c:pt>
                <c:pt idx="138">
                  <c:v>312.99399479</c:v>
                </c:pt>
                <c:pt idx="139">
                  <c:v>312.89383154</c:v>
                </c:pt>
                <c:pt idx="140">
                  <c:v>312.89383154</c:v>
                </c:pt>
                <c:pt idx="141">
                  <c:v>312.65519664</c:v>
                </c:pt>
                <c:pt idx="142">
                  <c:v>312.65519664</c:v>
                </c:pt>
                <c:pt idx="143">
                  <c:v>312.27776162</c:v>
                </c:pt>
                <c:pt idx="144">
                  <c:v>312.27776162</c:v>
                </c:pt>
                <c:pt idx="145">
                  <c:v>311.76119386</c:v>
                </c:pt>
                <c:pt idx="146">
                  <c:v>311.76119386</c:v>
                </c:pt>
                <c:pt idx="147">
                  <c:v>311.10515663</c:v>
                </c:pt>
                <c:pt idx="148">
                  <c:v>311.10515663</c:v>
                </c:pt>
                <c:pt idx="149">
                  <c:v>310.30930904</c:v>
                </c:pt>
                <c:pt idx="150">
                  <c:v>310.30930904</c:v>
                </c:pt>
                <c:pt idx="151">
                  <c:v>309.37330608</c:v>
                </c:pt>
                <c:pt idx="152">
                  <c:v>309.37330608</c:v>
                </c:pt>
                <c:pt idx="153">
                  <c:v>308.29679857</c:v>
                </c:pt>
                <c:pt idx="154">
                  <c:v>308.29679857</c:v>
                </c:pt>
                <c:pt idx="155">
                  <c:v>307.07943319</c:v>
                </c:pt>
                <c:pt idx="156">
                  <c:v>307.07943319</c:v>
                </c:pt>
                <c:pt idx="157">
                  <c:v>305.72085246</c:v>
                </c:pt>
                <c:pt idx="158">
                  <c:v>305.72085246</c:v>
                </c:pt>
                <c:pt idx="159">
                  <c:v>304.22069475</c:v>
                </c:pt>
                <c:pt idx="160">
                  <c:v>304.22069475</c:v>
                </c:pt>
                <c:pt idx="161">
                  <c:v>302.57859425</c:v>
                </c:pt>
                <c:pt idx="162">
                  <c:v>302.57859424</c:v>
                </c:pt>
                <c:pt idx="163">
                  <c:v>300.79418097</c:v>
                </c:pt>
                <c:pt idx="164">
                  <c:v>300.79418097</c:v>
                </c:pt>
                <c:pt idx="165">
                  <c:v>298.86708077</c:v>
                </c:pt>
                <c:pt idx="166">
                  <c:v>298.86708077</c:v>
                </c:pt>
                <c:pt idx="167">
                  <c:v>296.7969153</c:v>
                </c:pt>
                <c:pt idx="168">
                  <c:v>296.7969153</c:v>
                </c:pt>
                <c:pt idx="169">
                  <c:v>294.58330204</c:v>
                </c:pt>
                <c:pt idx="170">
                  <c:v>294.58330204</c:v>
                </c:pt>
                <c:pt idx="171">
                  <c:v>292.22585426</c:v>
                </c:pt>
                <c:pt idx="172">
                  <c:v>292.22585426</c:v>
                </c:pt>
                <c:pt idx="173">
                  <c:v>289.72418103</c:v>
                </c:pt>
                <c:pt idx="174">
                  <c:v>289.72418103</c:v>
                </c:pt>
                <c:pt idx="175">
                  <c:v>287.07788721</c:v>
                </c:pt>
                <c:pt idx="176">
                  <c:v>287.07788721</c:v>
                </c:pt>
                <c:pt idx="177">
                  <c:v>284.28657346</c:v>
                </c:pt>
                <c:pt idx="178">
                  <c:v>284.28657346</c:v>
                </c:pt>
                <c:pt idx="179">
                  <c:v>281.34983619</c:v>
                </c:pt>
                <c:pt idx="180">
                  <c:v>281.34983619</c:v>
                </c:pt>
                <c:pt idx="181">
                  <c:v>278.26726759</c:v>
                </c:pt>
                <c:pt idx="182">
                  <c:v>278.2672676</c:v>
                </c:pt>
                <c:pt idx="183">
                  <c:v>275.03845562</c:v>
                </c:pt>
                <c:pt idx="184">
                  <c:v>275.03845562</c:v>
                </c:pt>
                <c:pt idx="185">
                  <c:v>271.66298397</c:v>
                </c:pt>
                <c:pt idx="186">
                  <c:v>271.66298397</c:v>
                </c:pt>
                <c:pt idx="187">
                  <c:v>268.1404321</c:v>
                </c:pt>
                <c:pt idx="188">
                  <c:v>268.1404321</c:v>
                </c:pt>
                <c:pt idx="189">
                  <c:v>264.47037519</c:v>
                </c:pt>
                <c:pt idx="190">
                  <c:v>264.47037519</c:v>
                </c:pt>
                <c:pt idx="191">
                  <c:v>260.65238417</c:v>
                </c:pt>
                <c:pt idx="192">
                  <c:v>260.65238417</c:v>
                </c:pt>
                <c:pt idx="193">
                  <c:v>256.68602565</c:v>
                </c:pt>
                <c:pt idx="194">
                  <c:v>256.68602565</c:v>
                </c:pt>
                <c:pt idx="195">
                  <c:v>252.57086198</c:v>
                </c:pt>
                <c:pt idx="196">
                  <c:v>252.57086198</c:v>
                </c:pt>
                <c:pt idx="197">
                  <c:v>248.30645122</c:v>
                </c:pt>
                <c:pt idx="198">
                  <c:v>248.30645122</c:v>
                </c:pt>
                <c:pt idx="199">
                  <c:v>243.89234709</c:v>
                </c:pt>
                <c:pt idx="200">
                  <c:v>243.89234709</c:v>
                </c:pt>
                <c:pt idx="201">
                  <c:v>239.32809902</c:v>
                </c:pt>
                <c:pt idx="202">
                  <c:v>239.32809902</c:v>
                </c:pt>
                <c:pt idx="203">
                  <c:v>234.61325211</c:v>
                </c:pt>
                <c:pt idx="204">
                  <c:v>234.61325211</c:v>
                </c:pt>
                <c:pt idx="205">
                  <c:v>229.74734712</c:v>
                </c:pt>
                <c:pt idx="206">
                  <c:v>229.74734712</c:v>
                </c:pt>
                <c:pt idx="207">
                  <c:v>224.72992045</c:v>
                </c:pt>
                <c:pt idx="208">
                  <c:v>224.72992045</c:v>
                </c:pt>
                <c:pt idx="209">
                  <c:v>219.56050416</c:v>
                </c:pt>
                <c:pt idx="210">
                  <c:v>219.56050416</c:v>
                </c:pt>
                <c:pt idx="211">
                  <c:v>214.23862595</c:v>
                </c:pt>
                <c:pt idx="212">
                  <c:v>214.23862595</c:v>
                </c:pt>
                <c:pt idx="213">
                  <c:v>208.76380912</c:v>
                </c:pt>
                <c:pt idx="214">
                  <c:v>208.76380912</c:v>
                </c:pt>
                <c:pt idx="215">
                  <c:v>203.1355726</c:v>
                </c:pt>
                <c:pt idx="216">
                  <c:v>203.1355726</c:v>
                </c:pt>
                <c:pt idx="217">
                  <c:v>197.35343092</c:v>
                </c:pt>
                <c:pt idx="218">
                  <c:v>197.35343092</c:v>
                </c:pt>
                <c:pt idx="219">
                  <c:v>191.41689419</c:v>
                </c:pt>
                <c:pt idx="220">
                  <c:v>191.41689419</c:v>
                </c:pt>
                <c:pt idx="221">
                  <c:v>185.32546811</c:v>
                </c:pt>
                <c:pt idx="222">
                  <c:v>185.32546811</c:v>
                </c:pt>
                <c:pt idx="223">
                  <c:v>179.07865395</c:v>
                </c:pt>
                <c:pt idx="224">
                  <c:v>179.07865395</c:v>
                </c:pt>
                <c:pt idx="225">
                  <c:v>172.67594852</c:v>
                </c:pt>
                <c:pt idx="226">
                  <c:v>172.67594852</c:v>
                </c:pt>
                <c:pt idx="227">
                  <c:v>166.1168442</c:v>
                </c:pt>
                <c:pt idx="228">
                  <c:v>166.1168442</c:v>
                </c:pt>
                <c:pt idx="229">
                  <c:v>159.40082888</c:v>
                </c:pt>
                <c:pt idx="230">
                  <c:v>159.40082888</c:v>
                </c:pt>
                <c:pt idx="231">
                  <c:v>152.52738599</c:v>
                </c:pt>
                <c:pt idx="232">
                  <c:v>152.52738599</c:v>
                </c:pt>
                <c:pt idx="233">
                  <c:v>145.49599445</c:v>
                </c:pt>
                <c:pt idx="234">
                  <c:v>145.49599445</c:v>
                </c:pt>
                <c:pt idx="235">
                  <c:v>138.30612871</c:v>
                </c:pt>
                <c:pt idx="236">
                  <c:v>138.30612871</c:v>
                </c:pt>
                <c:pt idx="237">
                  <c:v>130.95725867</c:v>
                </c:pt>
                <c:pt idx="238">
                  <c:v>130.95725867</c:v>
                </c:pt>
                <c:pt idx="239">
                  <c:v>123.44884972</c:v>
                </c:pt>
                <c:pt idx="240">
                  <c:v>123.44884972</c:v>
                </c:pt>
                <c:pt idx="241">
                  <c:v>115.7803627</c:v>
                </c:pt>
                <c:pt idx="242">
                  <c:v>115.7803627</c:v>
                </c:pt>
                <c:pt idx="243">
                  <c:v>107.95125392</c:v>
                </c:pt>
                <c:pt idx="244">
                  <c:v>107.95125392</c:v>
                </c:pt>
                <c:pt idx="245">
                  <c:v>99.9609751</c:v>
                </c:pt>
                <c:pt idx="246">
                  <c:v>99.96097511000001</c:v>
                </c:pt>
                <c:pt idx="247">
                  <c:v>91.8089734</c:v>
                </c:pt>
                <c:pt idx="248">
                  <c:v>91.8089734</c:v>
                </c:pt>
                <c:pt idx="249">
                  <c:v>83.49469136</c:v>
                </c:pt>
                <c:pt idx="250">
                  <c:v>83.49469136</c:v>
                </c:pt>
                <c:pt idx="251">
                  <c:v>75.01756695</c:v>
                </c:pt>
                <c:pt idx="252">
                  <c:v>75.01756695</c:v>
                </c:pt>
                <c:pt idx="253">
                  <c:v>66.37703349</c:v>
                </c:pt>
                <c:pt idx="254">
                  <c:v>66.37703349</c:v>
                </c:pt>
                <c:pt idx="255">
                  <c:v>57.57251969</c:v>
                </c:pt>
                <c:pt idx="256">
                  <c:v>57.57251969</c:v>
                </c:pt>
                <c:pt idx="257">
                  <c:v>48.6034496</c:v>
                </c:pt>
                <c:pt idx="258">
                  <c:v>48.6034496</c:v>
                </c:pt>
                <c:pt idx="259">
                  <c:v>39.46924262</c:v>
                </c:pt>
                <c:pt idx="260">
                  <c:v>39.46924262</c:v>
                </c:pt>
                <c:pt idx="261">
                  <c:v>30.16931348</c:v>
                </c:pt>
                <c:pt idx="262">
                  <c:v>30.16931348</c:v>
                </c:pt>
                <c:pt idx="263">
                  <c:v>20.7030722</c:v>
                </c:pt>
                <c:pt idx="264">
                  <c:v>20.7030722</c:v>
                </c:pt>
                <c:pt idx="265">
                  <c:v>11.06992411</c:v>
                </c:pt>
                <c:pt idx="266">
                  <c:v>11.06992411</c:v>
                </c:pt>
                <c:pt idx="267">
                  <c:v>1.26926983</c:v>
                </c:pt>
                <c:pt idx="268">
                  <c:v>1.26926983</c:v>
                </c:pt>
                <c:pt idx="269">
                  <c:v>-8.699494749999999</c:v>
                </c:pt>
                <c:pt idx="270">
                  <c:v>-8.699494749999999</c:v>
                </c:pt>
                <c:pt idx="271">
                  <c:v>-18.83697851</c:v>
                </c:pt>
                <c:pt idx="272">
                  <c:v>-18.83697851</c:v>
                </c:pt>
                <c:pt idx="273">
                  <c:v>-29.14379507</c:v>
                </c:pt>
                <c:pt idx="274">
                  <c:v>-29.14379507</c:v>
                </c:pt>
                <c:pt idx="275">
                  <c:v>-39.62056283</c:v>
                </c:pt>
                <c:pt idx="276">
                  <c:v>-39.62056283</c:v>
                </c:pt>
                <c:pt idx="277">
                  <c:v>-50.26790498</c:v>
                </c:pt>
                <c:pt idx="278">
                  <c:v>-50.26790498</c:v>
                </c:pt>
                <c:pt idx="279">
                  <c:v>-61.08644953</c:v>
                </c:pt>
                <c:pt idx="280">
                  <c:v>-61.08644953</c:v>
                </c:pt>
                <c:pt idx="281">
                  <c:v>-72.07682928</c:v>
                </c:pt>
                <c:pt idx="282">
                  <c:v>-72.07682928</c:v>
                </c:pt>
                <c:pt idx="283">
                  <c:v>-83.23968189</c:v>
                </c:pt>
                <c:pt idx="284">
                  <c:v>-83.23968189</c:v>
                </c:pt>
                <c:pt idx="285">
                  <c:v>-94.57564988999999</c:v>
                </c:pt>
                <c:pt idx="286">
                  <c:v>-94.57564988999999</c:v>
                </c:pt>
                <c:pt idx="287">
                  <c:v>-106.08538064</c:v>
                </c:pt>
                <c:pt idx="288">
                  <c:v>-106.08538064</c:v>
                </c:pt>
                <c:pt idx="289">
                  <c:v>-117.7695264</c:v>
                </c:pt>
                <c:pt idx="290">
                  <c:v>-117.7695264</c:v>
                </c:pt>
                <c:pt idx="291">
                  <c:v>-129.62874435</c:v>
                </c:pt>
                <c:pt idx="292">
                  <c:v>-129.62874435</c:v>
                </c:pt>
                <c:pt idx="293">
                  <c:v>-141.66369655</c:v>
                </c:pt>
                <c:pt idx="294">
                  <c:v>-141.66369655</c:v>
                </c:pt>
                <c:pt idx="295">
                  <c:v>-153.87505002</c:v>
                </c:pt>
                <c:pt idx="296">
                  <c:v>-153.87505002</c:v>
                </c:pt>
                <c:pt idx="297">
                  <c:v>-166.26347671</c:v>
                </c:pt>
                <c:pt idx="298">
                  <c:v>-166.26347671</c:v>
                </c:pt>
                <c:pt idx="299">
                  <c:v>-178.82965355</c:v>
                </c:pt>
                <c:pt idx="300">
                  <c:v>-178.82965355</c:v>
                </c:pt>
                <c:pt idx="301">
                  <c:v>-191.57426245</c:v>
                </c:pt>
                <c:pt idx="302">
                  <c:v>-191.57426244</c:v>
                </c:pt>
                <c:pt idx="303">
                  <c:v>-204.4979903</c:v>
                </c:pt>
                <c:pt idx="304">
                  <c:v>-204.4979903</c:v>
                </c:pt>
                <c:pt idx="305">
                  <c:v>-217.60152903</c:v>
                </c:pt>
                <c:pt idx="306">
                  <c:v>-217.60152903</c:v>
                </c:pt>
                <c:pt idx="307">
                  <c:v>-230.88557558</c:v>
                </c:pt>
                <c:pt idx="308">
                  <c:v>-230.88557558</c:v>
                </c:pt>
                <c:pt idx="309">
                  <c:v>-244.35083196</c:v>
                </c:pt>
                <c:pt idx="310">
                  <c:v>-244.35083196</c:v>
                </c:pt>
                <c:pt idx="311">
                  <c:v>-257.99800522</c:v>
                </c:pt>
                <c:pt idx="312">
                  <c:v>-257.99800522</c:v>
                </c:pt>
                <c:pt idx="313">
                  <c:v>-271.82780752</c:v>
                </c:pt>
                <c:pt idx="314">
                  <c:v>-271.82780752</c:v>
                </c:pt>
                <c:pt idx="315">
                  <c:v>-285.8409561</c:v>
                </c:pt>
                <c:pt idx="316">
                  <c:v>-285.8409561</c:v>
                </c:pt>
                <c:pt idx="317">
                  <c:v>-300.03817332</c:v>
                </c:pt>
                <c:pt idx="318">
                  <c:v>-300.03817332</c:v>
                </c:pt>
                <c:pt idx="319">
                  <c:v>-314.4201867</c:v>
                </c:pt>
                <c:pt idx="320">
                  <c:v>-314.4201867</c:v>
                </c:pt>
                <c:pt idx="321">
                  <c:v>-328.98772888</c:v>
                </c:pt>
                <c:pt idx="322">
                  <c:v>-328.98772888</c:v>
                </c:pt>
                <c:pt idx="323">
                  <c:v>-343.74153768</c:v>
                </c:pt>
                <c:pt idx="324">
                  <c:v>-343.74153768</c:v>
                </c:pt>
                <c:pt idx="325">
                  <c:v>-358.68235613</c:v>
                </c:pt>
                <c:pt idx="326">
                  <c:v>-358.68235613</c:v>
                </c:pt>
                <c:pt idx="327">
                  <c:v>-373.81093243</c:v>
                </c:pt>
                <c:pt idx="328">
                  <c:v>-373.81093243</c:v>
                </c:pt>
                <c:pt idx="329">
                  <c:v>-389.12802005</c:v>
                </c:pt>
                <c:pt idx="330">
                  <c:v>-389.12802005</c:v>
                </c:pt>
                <c:pt idx="331">
                  <c:v>-404.63437765</c:v>
                </c:pt>
                <c:pt idx="332">
                  <c:v>-404.63437765</c:v>
                </c:pt>
                <c:pt idx="333">
                  <c:v>-420.3307692</c:v>
                </c:pt>
                <c:pt idx="334">
                  <c:v>-420.3307692</c:v>
                </c:pt>
                <c:pt idx="335">
                  <c:v>-436.21796391</c:v>
                </c:pt>
                <c:pt idx="336">
                  <c:v>-436.21796391</c:v>
                </c:pt>
                <c:pt idx="337">
                  <c:v>-452.29673633</c:v>
                </c:pt>
                <c:pt idx="338">
                  <c:v>-452.29673633</c:v>
                </c:pt>
                <c:pt idx="339">
                  <c:v>-468.56786628</c:v>
                </c:pt>
                <c:pt idx="340">
                  <c:v>-468.56786628</c:v>
                </c:pt>
                <c:pt idx="341">
                  <c:v>-485.03213896</c:v>
                </c:pt>
                <c:pt idx="342">
                  <c:v>-485.03213896</c:v>
                </c:pt>
                <c:pt idx="343">
                  <c:v>-501.69034488</c:v>
                </c:pt>
                <c:pt idx="344">
                  <c:v>-501.69034488</c:v>
                </c:pt>
                <c:pt idx="345">
                  <c:v>-518.54327997</c:v>
                </c:pt>
                <c:pt idx="346">
                  <c:v>-518.54327997</c:v>
                </c:pt>
                <c:pt idx="347">
                  <c:v>-535.59174552</c:v>
                </c:pt>
                <c:pt idx="348">
                  <c:v>-535.59174552</c:v>
                </c:pt>
                <c:pt idx="349">
                  <c:v>-552.83654824</c:v>
                </c:pt>
                <c:pt idx="350">
                  <c:v>-552.83654824</c:v>
                </c:pt>
                <c:pt idx="351">
                  <c:v>-570.27850028</c:v>
                </c:pt>
                <c:pt idx="352">
                  <c:v>-570.27850027</c:v>
                </c:pt>
                <c:pt idx="353">
                  <c:v>-587.91841921</c:v>
                </c:pt>
                <c:pt idx="354">
                  <c:v>-587.91841921</c:v>
                </c:pt>
                <c:pt idx="355">
                  <c:v>-605.7571281</c:v>
                </c:pt>
                <c:pt idx="356">
                  <c:v>-605.7571281</c:v>
                </c:pt>
                <c:pt idx="357">
                  <c:v>-623.79545551</c:v>
                </c:pt>
                <c:pt idx="358">
                  <c:v>-623.79545551</c:v>
                </c:pt>
                <c:pt idx="359">
                  <c:v>-642.0342355</c:v>
                </c:pt>
                <c:pt idx="360">
                  <c:v>-642.0342355</c:v>
                </c:pt>
                <c:pt idx="361">
                  <c:v>-660.47430765</c:v>
                </c:pt>
                <c:pt idx="362">
                  <c:v>-660.47430765</c:v>
                </c:pt>
                <c:pt idx="363">
                  <c:v>-679.11651709</c:v>
                </c:pt>
                <c:pt idx="364">
                  <c:v>-679.11651709</c:v>
                </c:pt>
                <c:pt idx="365">
                  <c:v>-697.96171453</c:v>
                </c:pt>
                <c:pt idx="366">
                  <c:v>-697.96171453</c:v>
                </c:pt>
                <c:pt idx="367">
                  <c:v>-717.01075626</c:v>
                </c:pt>
                <c:pt idx="368">
                  <c:v>-717.01075626</c:v>
                </c:pt>
                <c:pt idx="369">
                  <c:v>-736.26450418</c:v>
                </c:pt>
                <c:pt idx="370">
                  <c:v>-736.26450418</c:v>
                </c:pt>
                <c:pt idx="371">
                  <c:v>-755.72382583</c:v>
                </c:pt>
                <c:pt idx="372">
                  <c:v>-755.72382583</c:v>
                </c:pt>
                <c:pt idx="373">
                  <c:v>-775.3895943799999</c:v>
                </c:pt>
                <c:pt idx="374">
                  <c:v>-775.3895943799999</c:v>
                </c:pt>
                <c:pt idx="375">
                  <c:v>-795.26268867</c:v>
                </c:pt>
                <c:pt idx="376">
                  <c:v>-795.26268867</c:v>
                </c:pt>
                <c:pt idx="377">
                  <c:v>-815.3439932700001</c:v>
                </c:pt>
                <c:pt idx="378">
                  <c:v>-815.34399326</c:v>
                </c:pt>
                <c:pt idx="379">
                  <c:v>-835.6343984</c:v>
                </c:pt>
                <c:pt idx="380">
                  <c:v>-835.6343984</c:v>
                </c:pt>
                <c:pt idx="381">
                  <c:v>-856.13480005</c:v>
                </c:pt>
                <c:pt idx="382">
                  <c:v>-856.13480005</c:v>
                </c:pt>
                <c:pt idx="383">
                  <c:v>-876.8460999500001</c:v>
                </c:pt>
                <c:pt idx="384">
                  <c:v>-876.8460999500001</c:v>
                </c:pt>
                <c:pt idx="385">
                  <c:v>-897.76920561</c:v>
                </c:pt>
                <c:pt idx="386">
                  <c:v>-897.76920561</c:v>
                </c:pt>
                <c:pt idx="387">
                  <c:v>-918.90503033</c:v>
                </c:pt>
                <c:pt idx="388">
                  <c:v>-918.90503033</c:v>
                </c:pt>
                <c:pt idx="389">
                  <c:v>-940.25449323</c:v>
                </c:pt>
                <c:pt idx="390">
                  <c:v>-940.25449323</c:v>
                </c:pt>
                <c:pt idx="391">
                  <c:v>-961.81851924</c:v>
                </c:pt>
                <c:pt idx="392">
                  <c:v>-961.81851924</c:v>
                </c:pt>
                <c:pt idx="393">
                  <c:v>-983.59803918</c:v>
                </c:pt>
                <c:pt idx="394">
                  <c:v>-983.59803918</c:v>
                </c:pt>
                <c:pt idx="395">
                  <c:v>-1005.59398974</c:v>
                </c:pt>
                <c:pt idx="396">
                  <c:v>-1005.59398974</c:v>
                </c:pt>
                <c:pt idx="397">
                  <c:v>-1027.80731352</c:v>
                </c:pt>
                <c:pt idx="398">
                  <c:v>-1027.80731352</c:v>
                </c:pt>
                <c:pt idx="399">
                  <c:v>-1050.23895902</c:v>
                </c:pt>
                <c:pt idx="400">
                  <c:v>-1050.23895902</c:v>
                </c:pt>
                <c:pt idx="401">
                  <c:v>-1072.88988071</c:v>
                </c:pt>
                <c:pt idx="402">
                  <c:v>-1072.8898807</c:v>
                </c:pt>
                <c:pt idx="403">
                  <c:v>-1095.76103899</c:v>
                </c:pt>
                <c:pt idx="404">
                  <c:v>-1095.76103899</c:v>
                </c:pt>
                <c:pt idx="405">
                  <c:v>-1118.85340028</c:v>
                </c:pt>
                <c:pt idx="406">
                  <c:v>-1118.85340028</c:v>
                </c:pt>
                <c:pt idx="407">
                  <c:v>-1142.16793699</c:v>
                </c:pt>
                <c:pt idx="408">
                  <c:v>-1142.167937</c:v>
                </c:pt>
                <c:pt idx="409">
                  <c:v>-1165.70562758</c:v>
                </c:pt>
                <c:pt idx="410">
                  <c:v>-1165.70562758</c:v>
                </c:pt>
                <c:pt idx="411">
                  <c:v>-1189.46745655</c:v>
                </c:pt>
                <c:pt idx="412">
                  <c:v>-1189.46745655</c:v>
                </c:pt>
                <c:pt idx="413">
                  <c:v>-1213.45441448</c:v>
                </c:pt>
                <c:pt idx="414">
                  <c:v>-1213.45441448</c:v>
                </c:pt>
                <c:pt idx="415">
                  <c:v>-1237.66749805</c:v>
                </c:pt>
                <c:pt idx="416">
                  <c:v>-1237.66749804</c:v>
                </c:pt>
                <c:pt idx="417">
                  <c:v>-1262.10771004</c:v>
                </c:pt>
                <c:pt idx="418">
                  <c:v>-1262.10771004</c:v>
                </c:pt>
                <c:pt idx="419">
                  <c:v>-1286.7760594</c:v>
                </c:pt>
                <c:pt idx="420">
                  <c:v>-1286.77605941</c:v>
                </c:pt>
                <c:pt idx="421">
                  <c:v>-1311.67356125</c:v>
                </c:pt>
                <c:pt idx="422">
                  <c:v>-1311.67356125</c:v>
                </c:pt>
                <c:pt idx="423">
                  <c:v>-1336.80123687</c:v>
                </c:pt>
                <c:pt idx="424">
                  <c:v>-1336.80123688</c:v>
                </c:pt>
                <c:pt idx="425">
                  <c:v>-1362.16011377</c:v>
                </c:pt>
                <c:pt idx="426">
                  <c:v>-1362.16011377</c:v>
                </c:pt>
                <c:pt idx="427">
                  <c:v>-1387.75122569</c:v>
                </c:pt>
                <c:pt idx="428">
                  <c:v>-1387.75122569</c:v>
                </c:pt>
                <c:pt idx="429">
                  <c:v>-1413.57561262</c:v>
                </c:pt>
                <c:pt idx="430">
                  <c:v>-1413.57561261</c:v>
                </c:pt>
                <c:pt idx="431">
                  <c:v>-1439.63432083</c:v>
                </c:pt>
                <c:pt idx="432">
                  <c:v>-1439.63432083</c:v>
                </c:pt>
                <c:pt idx="433">
                  <c:v>-1465.9284029</c:v>
                </c:pt>
                <c:pt idx="434">
                  <c:v>-1465.9284029</c:v>
                </c:pt>
                <c:pt idx="435">
                  <c:v>-1492.45891774</c:v>
                </c:pt>
                <c:pt idx="436">
                  <c:v>-1492.45891774</c:v>
                </c:pt>
                <c:pt idx="437">
                  <c:v>-1519.2269306</c:v>
                </c:pt>
                <c:pt idx="438">
                  <c:v>-1519.2269306</c:v>
                </c:pt>
                <c:pt idx="439">
                  <c:v>-1546.23351311</c:v>
                </c:pt>
                <c:pt idx="440">
                  <c:v>-1546.23351311</c:v>
                </c:pt>
                <c:pt idx="441">
                  <c:v>-1573.47974329</c:v>
                </c:pt>
                <c:pt idx="442">
                  <c:v>-1573.47974328</c:v>
                </c:pt>
                <c:pt idx="443">
                  <c:v>-1600.96670556</c:v>
                </c:pt>
                <c:pt idx="444">
                  <c:v>-1600.96670556</c:v>
                </c:pt>
                <c:pt idx="445">
                  <c:v>-1628.69549082</c:v>
                </c:pt>
                <c:pt idx="446">
                  <c:v>-1628.69549083</c:v>
                </c:pt>
                <c:pt idx="447">
                  <c:v>-1656.66719643</c:v>
                </c:pt>
                <c:pt idx="448">
                  <c:v>-1656.66719643</c:v>
                </c:pt>
                <c:pt idx="449">
                  <c:v>-1684.88292622</c:v>
                </c:pt>
                <c:pt idx="450">
                  <c:v>-1684.88292622</c:v>
                </c:pt>
                <c:pt idx="451">
                  <c:v>-1713.34379054</c:v>
                </c:pt>
                <c:pt idx="452">
                  <c:v>-1713.34379054</c:v>
                </c:pt>
                <c:pt idx="453">
                  <c:v>-1742.05090629</c:v>
                </c:pt>
                <c:pt idx="454">
                  <c:v>-1742.05090628</c:v>
                </c:pt>
                <c:pt idx="455">
                  <c:v>-1771.00539692</c:v>
                </c:pt>
                <c:pt idx="456">
                  <c:v>-1771.00539692</c:v>
                </c:pt>
                <c:pt idx="457">
                  <c:v>-1800.20839249</c:v>
                </c:pt>
                <c:pt idx="458">
                  <c:v>-1800.20839249</c:v>
                </c:pt>
                <c:pt idx="459">
                  <c:v>-1829.66102963</c:v>
                </c:pt>
                <c:pt idx="460">
                  <c:v>-1829.66102964</c:v>
                </c:pt>
                <c:pt idx="461">
                  <c:v>-1859.36445165</c:v>
                </c:pt>
                <c:pt idx="462">
                  <c:v>-1859.36445165</c:v>
                </c:pt>
                <c:pt idx="463">
                  <c:v>-1889.31980849</c:v>
                </c:pt>
                <c:pt idx="464">
                  <c:v>-1889.31980849</c:v>
                </c:pt>
                <c:pt idx="465">
                  <c:v>-1919.52825677</c:v>
                </c:pt>
                <c:pt idx="466">
                  <c:v>-1919.52825677</c:v>
                </c:pt>
                <c:pt idx="467">
                  <c:v>-1949.99095985</c:v>
                </c:pt>
                <c:pt idx="468">
                  <c:v>-1949.99095985</c:v>
                </c:pt>
                <c:pt idx="469">
                  <c:v>-1980.70908778</c:v>
                </c:pt>
                <c:pt idx="470">
                  <c:v>-1980.70908778</c:v>
                </c:pt>
                <c:pt idx="471">
                  <c:v>-2011.68381742</c:v>
                </c:pt>
                <c:pt idx="472">
                  <c:v>-2011.68381742</c:v>
                </c:pt>
                <c:pt idx="473">
                  <c:v>-2042.91633236</c:v>
                </c:pt>
                <c:pt idx="474">
                  <c:v>-2042.91633236</c:v>
                </c:pt>
                <c:pt idx="475">
                  <c:v>-2074.40782302</c:v>
                </c:pt>
                <c:pt idx="476">
                  <c:v>-2074.40782302</c:v>
                </c:pt>
                <c:pt idx="477">
                  <c:v>-2106.15948666</c:v>
                </c:pt>
                <c:pt idx="478">
                  <c:v>-2106.15948666</c:v>
                </c:pt>
                <c:pt idx="479">
                  <c:v>-2138.17252738</c:v>
                </c:pt>
                <c:pt idx="480">
                  <c:v>-2138.17252738</c:v>
                </c:pt>
                <c:pt idx="481">
                  <c:v>-2170.44815618</c:v>
                </c:pt>
                <c:pt idx="482">
                  <c:v>-2170.44815618</c:v>
                </c:pt>
                <c:pt idx="483">
                  <c:v>-2202.98759096</c:v>
                </c:pt>
                <c:pt idx="484">
                  <c:v>-2202.98759095</c:v>
                </c:pt>
                <c:pt idx="485">
                  <c:v>-2235.79205654</c:v>
                </c:pt>
                <c:pt idx="486">
                  <c:v>-2235.79205655</c:v>
                </c:pt>
                <c:pt idx="487">
                  <c:v>-2268.86278473</c:v>
                </c:pt>
                <c:pt idx="488">
                  <c:v>-2268.86278473</c:v>
                </c:pt>
                <c:pt idx="489">
                  <c:v>-2302.20101429</c:v>
                </c:pt>
                <c:pt idx="490">
                  <c:v>-2302.20101429</c:v>
                </c:pt>
                <c:pt idx="491">
                  <c:v>-2335.80799101</c:v>
                </c:pt>
                <c:pt idx="492">
                  <c:v>-2335.80799101</c:v>
                </c:pt>
                <c:pt idx="493">
                  <c:v>-2369.6849677</c:v>
                </c:pt>
                <c:pt idx="494">
                  <c:v>-2369.6849677</c:v>
                </c:pt>
                <c:pt idx="495">
                  <c:v>-2403.83320424</c:v>
                </c:pt>
                <c:pt idx="496">
                  <c:v>-2403.83320424</c:v>
                </c:pt>
                <c:pt idx="497">
                  <c:v>-2438.2539676</c:v>
                </c:pt>
                <c:pt idx="498">
                  <c:v>-2438.25396759</c:v>
                </c:pt>
                <c:pt idx="499">
                  <c:v>-2472.94853184</c:v>
                </c:pt>
                <c:pt idx="500">
                  <c:v>-2472.94853184</c:v>
                </c:pt>
                <c:pt idx="501">
                  <c:v>-2507.91817819</c:v>
                </c:pt>
                <c:pt idx="502">
                  <c:v>-2507.91817819</c:v>
                </c:pt>
                <c:pt idx="503">
                  <c:v>-2543.16419502</c:v>
                </c:pt>
                <c:pt idx="504">
                  <c:v>-2543.16419502</c:v>
                </c:pt>
                <c:pt idx="505">
                  <c:v>-2578.68787788</c:v>
                </c:pt>
                <c:pt idx="506">
                  <c:v>-2578.68787788</c:v>
                </c:pt>
                <c:pt idx="507">
                  <c:v>-2614.49052958</c:v>
                </c:pt>
                <c:pt idx="508">
                  <c:v>-2614.49052958</c:v>
                </c:pt>
                <c:pt idx="509">
                  <c:v>-2650.57346013</c:v>
                </c:pt>
                <c:pt idx="510">
                  <c:v>-2650.57346013</c:v>
                </c:pt>
                <c:pt idx="511">
                  <c:v>-2686.93798682</c:v>
                </c:pt>
                <c:pt idx="512">
                  <c:v>-2686.93798682</c:v>
                </c:pt>
                <c:pt idx="513">
                  <c:v>-2723.58543424</c:v>
                </c:pt>
                <c:pt idx="514">
                  <c:v>-2723.58543424</c:v>
                </c:pt>
                <c:pt idx="515">
                  <c:v>-2760.5171343</c:v>
                </c:pt>
                <c:pt idx="516">
                  <c:v>-2760.5171343</c:v>
                </c:pt>
                <c:pt idx="517">
                  <c:v>-2797.73442626</c:v>
                </c:pt>
                <c:pt idx="518">
                  <c:v>-2797.73442626</c:v>
                </c:pt>
                <c:pt idx="519">
                  <c:v>-2835.23865673</c:v>
                </c:pt>
                <c:pt idx="520">
                  <c:v>-2835.23865673</c:v>
                </c:pt>
                <c:pt idx="521">
                  <c:v>-2873.03117977</c:v>
                </c:pt>
                <c:pt idx="522">
                  <c:v>-2873.03117977</c:v>
                </c:pt>
                <c:pt idx="523">
                  <c:v>-2911.11335681</c:v>
                </c:pt>
                <c:pt idx="524">
                  <c:v>-2911.11335681</c:v>
                </c:pt>
                <c:pt idx="525">
                  <c:v>-2949.48655679</c:v>
                </c:pt>
                <c:pt idx="526">
                  <c:v>-2949.48655679</c:v>
                </c:pt>
                <c:pt idx="527">
                  <c:v>-2988.15215609</c:v>
                </c:pt>
                <c:pt idx="528">
                  <c:v>-2988.15215609</c:v>
                </c:pt>
                <c:pt idx="529">
                  <c:v>-2948.48602531</c:v>
                </c:pt>
                <c:pt idx="530">
                  <c:v>-2948.48602531</c:v>
                </c:pt>
                <c:pt idx="531">
                  <c:v>-2909.11201824</c:v>
                </c:pt>
                <c:pt idx="532">
                  <c:v>-2909.11201824</c:v>
                </c:pt>
                <c:pt idx="533">
                  <c:v>-2870.02848592</c:v>
                </c:pt>
                <c:pt idx="534">
                  <c:v>-2870.02848592</c:v>
                </c:pt>
                <c:pt idx="535">
                  <c:v>-2831.23379012</c:v>
                </c:pt>
                <c:pt idx="536">
                  <c:v>-2831.23379012</c:v>
                </c:pt>
                <c:pt idx="537">
                  <c:v>-2792.72630332</c:v>
                </c:pt>
                <c:pt idx="538">
                  <c:v>-2792.72630332</c:v>
                </c:pt>
                <c:pt idx="539">
                  <c:v>-2754.5044087</c:v>
                </c:pt>
                <c:pt idx="540">
                  <c:v>-2754.5044087</c:v>
                </c:pt>
                <c:pt idx="541">
                  <c:v>-2716.56650001</c:v>
                </c:pt>
                <c:pt idx="542">
                  <c:v>-2716.56650001</c:v>
                </c:pt>
                <c:pt idx="543">
                  <c:v>-2678.91098161</c:v>
                </c:pt>
                <c:pt idx="544">
                  <c:v>-2678.91098161</c:v>
                </c:pt>
                <c:pt idx="545">
                  <c:v>-2641.53626838</c:v>
                </c:pt>
                <c:pt idx="546">
                  <c:v>-2641.53626838</c:v>
                </c:pt>
                <c:pt idx="547">
                  <c:v>-2604.44078566</c:v>
                </c:pt>
                <c:pt idx="548">
                  <c:v>-2604.44078566</c:v>
                </c:pt>
                <c:pt idx="549">
                  <c:v>-2567.62296925</c:v>
                </c:pt>
                <c:pt idx="550">
                  <c:v>-2567.62296925</c:v>
                </c:pt>
                <c:pt idx="551">
                  <c:v>-2531.08126534</c:v>
                </c:pt>
                <c:pt idx="552">
                  <c:v>-2531.08126534</c:v>
                </c:pt>
                <c:pt idx="553">
                  <c:v>-2494.81413046</c:v>
                </c:pt>
                <c:pt idx="554">
                  <c:v>-2494.81413046</c:v>
                </c:pt>
                <c:pt idx="555">
                  <c:v>-2458.82003142</c:v>
                </c:pt>
                <c:pt idx="556">
                  <c:v>-2458.82003143</c:v>
                </c:pt>
                <c:pt idx="557">
                  <c:v>-2423.09744533</c:v>
                </c:pt>
                <c:pt idx="558">
                  <c:v>-2423.09744533</c:v>
                </c:pt>
                <c:pt idx="559">
                  <c:v>-2387.64485946</c:v>
                </c:pt>
                <c:pt idx="560">
                  <c:v>-2387.64485946</c:v>
                </c:pt>
                <c:pt idx="561">
                  <c:v>-2352.46077129</c:v>
                </c:pt>
                <c:pt idx="562">
                  <c:v>-2352.46077129</c:v>
                </c:pt>
                <c:pt idx="563">
                  <c:v>-2317.5436884</c:v>
                </c:pt>
                <c:pt idx="564">
                  <c:v>-2317.5436884</c:v>
                </c:pt>
                <c:pt idx="565">
                  <c:v>-2282.89212845</c:v>
                </c:pt>
                <c:pt idx="566">
                  <c:v>-2282.89212845</c:v>
                </c:pt>
                <c:pt idx="567">
                  <c:v>-2248.50461914</c:v>
                </c:pt>
                <c:pt idx="568">
                  <c:v>-2248.50461914</c:v>
                </c:pt>
                <c:pt idx="569">
                  <c:v>-2214.37969816</c:v>
                </c:pt>
                <c:pt idx="570">
                  <c:v>-2214.37969817</c:v>
                </c:pt>
                <c:pt idx="571">
                  <c:v>-2180.51591316</c:v>
                </c:pt>
                <c:pt idx="572">
                  <c:v>-2180.51591316</c:v>
                </c:pt>
                <c:pt idx="573">
                  <c:v>-2146.91182166</c:v>
                </c:pt>
                <c:pt idx="574">
                  <c:v>-2146.91182165</c:v>
                </c:pt>
                <c:pt idx="575">
                  <c:v>-2113.56599104</c:v>
                </c:pt>
                <c:pt idx="576">
                  <c:v>-2113.56599104</c:v>
                </c:pt>
                <c:pt idx="577">
                  <c:v>-2080.47699855</c:v>
                </c:pt>
                <c:pt idx="578">
                  <c:v>-2080.47699855</c:v>
                </c:pt>
                <c:pt idx="579">
                  <c:v>-2047.64343117</c:v>
                </c:pt>
                <c:pt idx="580">
                  <c:v>-2047.64343116</c:v>
                </c:pt>
                <c:pt idx="581">
                  <c:v>-2015.06388562</c:v>
                </c:pt>
                <c:pt idx="582">
                  <c:v>-2015.06388561</c:v>
                </c:pt>
                <c:pt idx="583">
                  <c:v>-1982.73696831</c:v>
                </c:pt>
                <c:pt idx="584">
                  <c:v>-1982.73696831</c:v>
                </c:pt>
                <c:pt idx="585">
                  <c:v>-1950.6612953</c:v>
                </c:pt>
                <c:pt idx="586">
                  <c:v>-1950.6612953</c:v>
                </c:pt>
                <c:pt idx="587">
                  <c:v>-1918.83549224</c:v>
                </c:pt>
                <c:pt idx="588">
                  <c:v>-1918.83549224</c:v>
                </c:pt>
                <c:pt idx="589">
                  <c:v>-1887.25819436</c:v>
                </c:pt>
                <c:pt idx="590">
                  <c:v>-1887.25819436</c:v>
                </c:pt>
                <c:pt idx="591">
                  <c:v>-1855.92804637</c:v>
                </c:pt>
                <c:pt idx="592">
                  <c:v>-1855.92804638</c:v>
                </c:pt>
                <c:pt idx="593">
                  <c:v>-1824.84370252</c:v>
                </c:pt>
                <c:pt idx="594">
                  <c:v>-1824.84370251</c:v>
                </c:pt>
                <c:pt idx="595">
                  <c:v>-1794.00382643</c:v>
                </c:pt>
                <c:pt idx="596">
                  <c:v>-1794.00382642</c:v>
                </c:pt>
                <c:pt idx="597">
                  <c:v>-1763.40709116</c:v>
                </c:pt>
                <c:pt idx="598">
                  <c:v>-1763.40709117</c:v>
                </c:pt>
                <c:pt idx="599">
                  <c:v>-1733.05217914</c:v>
                </c:pt>
                <c:pt idx="600">
                  <c:v>-1733.05217914</c:v>
                </c:pt>
                <c:pt idx="601">
                  <c:v>-1702.93778204</c:v>
                </c:pt>
                <c:pt idx="602">
                  <c:v>-1702.93778205</c:v>
                </c:pt>
                <c:pt idx="603">
                  <c:v>-1673.06260088</c:v>
                </c:pt>
                <c:pt idx="604">
                  <c:v>-1673.06260088</c:v>
                </c:pt>
                <c:pt idx="605">
                  <c:v>-1643.42534584</c:v>
                </c:pt>
                <c:pt idx="606">
                  <c:v>-1643.42534585</c:v>
                </c:pt>
                <c:pt idx="607">
                  <c:v>-1614.02473636</c:v>
                </c:pt>
                <c:pt idx="608">
                  <c:v>-1614.02473636</c:v>
                </c:pt>
                <c:pt idx="609">
                  <c:v>-1584.85950096</c:v>
                </c:pt>
                <c:pt idx="610">
                  <c:v>-1584.85950096</c:v>
                </c:pt>
                <c:pt idx="611">
                  <c:v>-1555.92837733</c:v>
                </c:pt>
                <c:pt idx="612">
                  <c:v>-1555.92837733</c:v>
                </c:pt>
                <c:pt idx="613">
                  <c:v>-1527.23011219</c:v>
                </c:pt>
                <c:pt idx="614">
                  <c:v>-1527.23011219</c:v>
                </c:pt>
                <c:pt idx="615">
                  <c:v>-1498.76346129</c:v>
                </c:pt>
                <c:pt idx="616">
                  <c:v>-1498.76346129</c:v>
                </c:pt>
                <c:pt idx="617">
                  <c:v>-1470.52718942</c:v>
                </c:pt>
                <c:pt idx="618">
                  <c:v>-1470.52718941</c:v>
                </c:pt>
                <c:pt idx="619">
                  <c:v>-1442.52007023</c:v>
                </c:pt>
                <c:pt idx="620">
                  <c:v>-1442.52007023</c:v>
                </c:pt>
                <c:pt idx="621">
                  <c:v>-1414.74088636</c:v>
                </c:pt>
                <c:pt idx="622">
                  <c:v>-1414.74088636</c:v>
                </c:pt>
                <c:pt idx="623">
                  <c:v>-1387.18842928</c:v>
                </c:pt>
                <c:pt idx="624">
                  <c:v>-1387.18842928</c:v>
                </c:pt>
                <c:pt idx="625">
                  <c:v>-1359.86149932</c:v>
                </c:pt>
                <c:pt idx="626">
                  <c:v>-1359.86149932</c:v>
                </c:pt>
                <c:pt idx="627">
                  <c:v>-1332.75890561</c:v>
                </c:pt>
                <c:pt idx="628">
                  <c:v>-1332.75890562</c:v>
                </c:pt>
                <c:pt idx="629">
                  <c:v>-1305.87946599</c:v>
                </c:pt>
                <c:pt idx="630">
                  <c:v>-1305.87946599</c:v>
                </c:pt>
                <c:pt idx="631">
                  <c:v>-1279.22200706</c:v>
                </c:pt>
                <c:pt idx="632">
                  <c:v>-1279.22200706</c:v>
                </c:pt>
                <c:pt idx="633">
                  <c:v>-1252.78536408</c:v>
                </c:pt>
                <c:pt idx="634">
                  <c:v>-1252.78536409</c:v>
                </c:pt>
                <c:pt idx="635">
                  <c:v>-1226.56838094</c:v>
                </c:pt>
                <c:pt idx="636">
                  <c:v>-1226.56838095</c:v>
                </c:pt>
                <c:pt idx="637">
                  <c:v>-1200.56991019</c:v>
                </c:pt>
                <c:pt idx="638">
                  <c:v>-1200.56991018</c:v>
                </c:pt>
                <c:pt idx="639">
                  <c:v>-1174.78881286</c:v>
                </c:pt>
                <c:pt idx="640">
                  <c:v>-1174.78881286</c:v>
                </c:pt>
                <c:pt idx="641">
                  <c:v>-1149.22395857</c:v>
                </c:pt>
                <c:pt idx="642">
                  <c:v>-1149.22395856</c:v>
                </c:pt>
                <c:pt idx="643">
                  <c:v>-1123.87422543</c:v>
                </c:pt>
                <c:pt idx="644">
                  <c:v>-1123.87422543</c:v>
                </c:pt>
                <c:pt idx="645">
                  <c:v>-1098.73849996</c:v>
                </c:pt>
                <c:pt idx="646">
                  <c:v>-1098.73849997</c:v>
                </c:pt>
                <c:pt idx="647">
                  <c:v>-1073.81567713</c:v>
                </c:pt>
                <c:pt idx="648">
                  <c:v>-1073.81567712</c:v>
                </c:pt>
                <c:pt idx="649">
                  <c:v>-1049.10466027</c:v>
                </c:pt>
                <c:pt idx="650">
                  <c:v>-1049.10466027</c:v>
                </c:pt>
                <c:pt idx="651">
                  <c:v>-1024.60436108</c:v>
                </c:pt>
                <c:pt idx="652">
                  <c:v>-1024.60436108</c:v>
                </c:pt>
                <c:pt idx="653">
                  <c:v>-1000.31369955</c:v>
                </c:pt>
                <c:pt idx="654">
                  <c:v>-1000.31369954</c:v>
                </c:pt>
                <c:pt idx="655">
                  <c:v>-976.2316039</c:v>
                </c:pt>
                <c:pt idx="656">
                  <c:v>-976.2316039</c:v>
                </c:pt>
                <c:pt idx="657">
                  <c:v>-952.35701065</c:v>
                </c:pt>
                <c:pt idx="658">
                  <c:v>-952.35701064</c:v>
                </c:pt>
                <c:pt idx="659">
                  <c:v>-928.68886448</c:v>
                </c:pt>
                <c:pt idx="660">
                  <c:v>-928.68886448</c:v>
                </c:pt>
                <c:pt idx="661">
                  <c:v>-905.2261183000001</c:v>
                </c:pt>
                <c:pt idx="662">
                  <c:v>-905.2261183000001</c:v>
                </c:pt>
                <c:pt idx="663">
                  <c:v>-881.9677331</c:v>
                </c:pt>
                <c:pt idx="664">
                  <c:v>-881.96773309</c:v>
                </c:pt>
                <c:pt idx="665">
                  <c:v>-858.91267797</c:v>
                </c:pt>
                <c:pt idx="666">
                  <c:v>-858.91267797</c:v>
                </c:pt>
                <c:pt idx="667">
                  <c:v>-836.05993003</c:v>
                </c:pt>
                <c:pt idx="668">
                  <c:v>-836.05993004</c:v>
                </c:pt>
                <c:pt idx="669">
                  <c:v>-813.40847445</c:v>
                </c:pt>
                <c:pt idx="670">
                  <c:v>-813.40847446</c:v>
                </c:pt>
                <c:pt idx="671">
                  <c:v>-790.95730443</c:v>
                </c:pt>
                <c:pt idx="672">
                  <c:v>-790.95730443</c:v>
                </c:pt>
                <c:pt idx="673">
                  <c:v>-768.70542106</c:v>
                </c:pt>
                <c:pt idx="674">
                  <c:v>-768.70542106</c:v>
                </c:pt>
                <c:pt idx="675">
                  <c:v>-746.65183331</c:v>
                </c:pt>
                <c:pt idx="676">
                  <c:v>-746.65183332</c:v>
                </c:pt>
                <c:pt idx="677">
                  <c:v>-724.79555817</c:v>
                </c:pt>
                <c:pt idx="678">
                  <c:v>-724.79555817</c:v>
                </c:pt>
                <c:pt idx="679">
                  <c:v>-703.13562042</c:v>
                </c:pt>
                <c:pt idx="680">
                  <c:v>-703.13562042</c:v>
                </c:pt>
                <c:pt idx="681">
                  <c:v>-681.67105262</c:v>
                </c:pt>
                <c:pt idx="682">
                  <c:v>-681.67105262</c:v>
                </c:pt>
                <c:pt idx="683">
                  <c:v>-660.40089516</c:v>
                </c:pt>
                <c:pt idx="684">
                  <c:v>-660.40089516</c:v>
                </c:pt>
                <c:pt idx="685">
                  <c:v>-639.32419616</c:v>
                </c:pt>
                <c:pt idx="686">
                  <c:v>-639.3241961700001</c:v>
                </c:pt>
                <c:pt idx="687">
                  <c:v>-618.44001153</c:v>
                </c:pt>
                <c:pt idx="688">
                  <c:v>-618.44001153</c:v>
                </c:pt>
                <c:pt idx="689">
                  <c:v>-597.74740479</c:v>
                </c:pt>
                <c:pt idx="690">
                  <c:v>-597.74740479</c:v>
                </c:pt>
                <c:pt idx="691">
                  <c:v>-577.24544716</c:v>
                </c:pt>
                <c:pt idx="692">
                  <c:v>-577.24544716</c:v>
                </c:pt>
                <c:pt idx="693">
                  <c:v>-556.93321744</c:v>
                </c:pt>
                <c:pt idx="694">
                  <c:v>-556.93321744</c:v>
                </c:pt>
                <c:pt idx="695">
                  <c:v>-536.80980205</c:v>
                </c:pt>
                <c:pt idx="696">
                  <c:v>-536.80980205</c:v>
                </c:pt>
                <c:pt idx="697">
                  <c:v>-516.874295</c:v>
                </c:pt>
                <c:pt idx="698">
                  <c:v>-516.874295</c:v>
                </c:pt>
                <c:pt idx="699">
                  <c:v>-497.12579777</c:v>
                </c:pt>
                <c:pt idx="700">
                  <c:v>-497.12579778</c:v>
                </c:pt>
                <c:pt idx="701">
                  <c:v>-477.56341938</c:v>
                </c:pt>
                <c:pt idx="702">
                  <c:v>-477.56341938</c:v>
                </c:pt>
                <c:pt idx="703">
                  <c:v>-458.18627632</c:v>
                </c:pt>
                <c:pt idx="704">
                  <c:v>-458.18627632</c:v>
                </c:pt>
                <c:pt idx="705">
                  <c:v>-438.99349248</c:v>
                </c:pt>
                <c:pt idx="706">
                  <c:v>-438.99349249</c:v>
                </c:pt>
                <c:pt idx="707">
                  <c:v>-419.98419916</c:v>
                </c:pt>
                <c:pt idx="708">
                  <c:v>-419.98419917</c:v>
                </c:pt>
                <c:pt idx="709">
                  <c:v>-401.15753508</c:v>
                </c:pt>
                <c:pt idx="710">
                  <c:v>-401.15753508</c:v>
                </c:pt>
                <c:pt idx="711">
                  <c:v>-382.51264624</c:v>
                </c:pt>
                <c:pt idx="712">
                  <c:v>-382.51264624</c:v>
                </c:pt>
                <c:pt idx="713">
                  <c:v>-364.04868603</c:v>
                </c:pt>
                <c:pt idx="714">
                  <c:v>-364.04868603</c:v>
                </c:pt>
                <c:pt idx="715">
                  <c:v>-345.76481507</c:v>
                </c:pt>
                <c:pt idx="716">
                  <c:v>-345.76481507</c:v>
                </c:pt>
                <c:pt idx="717">
                  <c:v>-327.66020124</c:v>
                </c:pt>
                <c:pt idx="718">
                  <c:v>-327.66020124</c:v>
                </c:pt>
                <c:pt idx="719">
                  <c:v>-309.73401961</c:v>
                </c:pt>
                <c:pt idx="720">
                  <c:v>-309.7340196</c:v>
                </c:pt>
                <c:pt idx="721">
                  <c:v>-291.98545253</c:v>
                </c:pt>
                <c:pt idx="722">
                  <c:v>-291.98545253</c:v>
                </c:pt>
                <c:pt idx="723">
                  <c:v>-274.41368945</c:v>
                </c:pt>
                <c:pt idx="724">
                  <c:v>-274.41368945</c:v>
                </c:pt>
                <c:pt idx="725">
                  <c:v>-257.01792703</c:v>
                </c:pt>
                <c:pt idx="726">
                  <c:v>-257.01792702</c:v>
                </c:pt>
                <c:pt idx="727">
                  <c:v>-239.79736897</c:v>
                </c:pt>
                <c:pt idx="728">
                  <c:v>-239.79736896</c:v>
                </c:pt>
                <c:pt idx="729">
                  <c:v>-222.75122611</c:v>
                </c:pt>
                <c:pt idx="730">
                  <c:v>-222.7512261</c:v>
                </c:pt>
                <c:pt idx="731">
                  <c:v>-205.87871633</c:v>
                </c:pt>
                <c:pt idx="732">
                  <c:v>-205.87871633</c:v>
                </c:pt>
                <c:pt idx="733">
                  <c:v>-189.17906456</c:v>
                </c:pt>
                <c:pt idx="734">
                  <c:v>-189.17906455</c:v>
                </c:pt>
                <c:pt idx="735">
                  <c:v>-172.65150264</c:v>
                </c:pt>
                <c:pt idx="736">
                  <c:v>-172.65150265</c:v>
                </c:pt>
                <c:pt idx="737">
                  <c:v>-156.29526947</c:v>
                </c:pt>
                <c:pt idx="738">
                  <c:v>-156.29526947</c:v>
                </c:pt>
                <c:pt idx="739">
                  <c:v>-140.10961086</c:v>
                </c:pt>
                <c:pt idx="740">
                  <c:v>-140.10961085</c:v>
                </c:pt>
                <c:pt idx="741">
                  <c:v>-124.09377958</c:v>
                </c:pt>
                <c:pt idx="742">
                  <c:v>-124.09377958</c:v>
                </c:pt>
                <c:pt idx="743">
                  <c:v>-108.24703527</c:v>
                </c:pt>
                <c:pt idx="744">
                  <c:v>-108.24703528</c:v>
                </c:pt>
                <c:pt idx="745">
                  <c:v>-92.56864441</c:v>
                </c:pt>
                <c:pt idx="746">
                  <c:v>-92.56864442</c:v>
                </c:pt>
                <c:pt idx="747">
                  <c:v>-77.05788036</c:v>
                </c:pt>
                <c:pt idx="748">
                  <c:v>-77.05788037000001</c:v>
                </c:pt>
                <c:pt idx="749">
                  <c:v>-61.71402331</c:v>
                </c:pt>
                <c:pt idx="750">
                  <c:v>-61.7140233</c:v>
                </c:pt>
                <c:pt idx="751">
                  <c:v>-46.53636022</c:v>
                </c:pt>
                <c:pt idx="752">
                  <c:v>-46.53636022</c:v>
                </c:pt>
                <c:pt idx="753">
                  <c:v>-31.52418478</c:v>
                </c:pt>
                <c:pt idx="754">
                  <c:v>-31.52418478</c:v>
                </c:pt>
                <c:pt idx="755">
                  <c:v>-16.67679746</c:v>
                </c:pt>
                <c:pt idx="756">
                  <c:v>-16.67679747</c:v>
                </c:pt>
                <c:pt idx="757">
                  <c:v>-1.99350547</c:v>
                </c:pt>
                <c:pt idx="758">
                  <c:v>-1.99350546</c:v>
                </c:pt>
                <c:pt idx="759">
                  <c:v>12.52637732</c:v>
                </c:pt>
                <c:pt idx="760">
                  <c:v>12.52637732</c:v>
                </c:pt>
                <c:pt idx="761">
                  <c:v>26.88353037</c:v>
                </c:pt>
                <c:pt idx="762">
                  <c:v>26.88353037</c:v>
                </c:pt>
                <c:pt idx="763">
                  <c:v>41.07862643</c:v>
                </c:pt>
                <c:pt idx="764">
                  <c:v>41.07862644</c:v>
                </c:pt>
                <c:pt idx="765">
                  <c:v>55.1123317</c:v>
                </c:pt>
                <c:pt idx="766">
                  <c:v>55.11233171</c:v>
                </c:pt>
                <c:pt idx="767">
                  <c:v>68.98530574</c:v>
                </c:pt>
                <c:pt idx="768">
                  <c:v>68.98530572999999</c:v>
                </c:pt>
                <c:pt idx="769">
                  <c:v>82.69820151</c:v>
                </c:pt>
                <c:pt idx="770">
                  <c:v>82.69820149</c:v>
                </c:pt>
                <c:pt idx="771">
                  <c:v>96.25166546</c:v>
                </c:pt>
                <c:pt idx="772">
                  <c:v>96.25166545</c:v>
                </c:pt>
                <c:pt idx="773">
                  <c:v>109.64633751</c:v>
                </c:pt>
                <c:pt idx="774">
                  <c:v>109.64633751</c:v>
                </c:pt>
                <c:pt idx="775">
                  <c:v>122.88285106</c:v>
                </c:pt>
                <c:pt idx="776">
                  <c:v>122.88285105</c:v>
                </c:pt>
                <c:pt idx="777">
                  <c:v>135.96183302</c:v>
                </c:pt>
                <c:pt idx="778">
                  <c:v>135.96183301</c:v>
                </c:pt>
                <c:pt idx="779">
                  <c:v>148.88390387</c:v>
                </c:pt>
                <c:pt idx="780">
                  <c:v>148.88390386</c:v>
                </c:pt>
                <c:pt idx="781">
                  <c:v>161.64967753</c:v>
                </c:pt>
                <c:pt idx="782">
                  <c:v>161.64967754</c:v>
                </c:pt>
                <c:pt idx="783">
                  <c:v>174.25976161</c:v>
                </c:pt>
                <c:pt idx="784">
                  <c:v>174.25976161</c:v>
                </c:pt>
                <c:pt idx="785">
                  <c:v>186.7147572</c:v>
                </c:pt>
                <c:pt idx="786">
                  <c:v>186.7147572</c:v>
                </c:pt>
                <c:pt idx="787">
                  <c:v>199.01525904</c:v>
                </c:pt>
                <c:pt idx="788">
                  <c:v>199.01525905</c:v>
                </c:pt>
                <c:pt idx="789">
                  <c:v>211.16185555</c:v>
                </c:pt>
                <c:pt idx="790">
                  <c:v>211.16185554</c:v>
                </c:pt>
                <c:pt idx="791">
                  <c:v>223.1551288</c:v>
                </c:pt>
                <c:pt idx="792">
                  <c:v>223.1551288</c:v>
                </c:pt>
                <c:pt idx="793">
                  <c:v>234.99565446</c:v>
                </c:pt>
                <c:pt idx="794">
                  <c:v>234.99565446</c:v>
                </c:pt>
                <c:pt idx="795">
                  <c:v>246.68400197</c:v>
                </c:pt>
                <c:pt idx="796">
                  <c:v>246.68400197</c:v>
                </c:pt>
                <c:pt idx="797">
                  <c:v>258.22073439</c:v>
                </c:pt>
                <c:pt idx="798">
                  <c:v>258.22073439</c:v>
                </c:pt>
                <c:pt idx="799">
                  <c:v>269.60640856</c:v>
                </c:pt>
                <c:pt idx="800">
                  <c:v>269.60640856</c:v>
                </c:pt>
                <c:pt idx="801">
                  <c:v>280.84157505</c:v>
                </c:pt>
                <c:pt idx="802">
                  <c:v>280.84157505</c:v>
                </c:pt>
                <c:pt idx="803">
                  <c:v>291.9267782</c:v>
                </c:pt>
                <c:pt idx="804">
                  <c:v>291.9267782</c:v>
                </c:pt>
                <c:pt idx="805">
                  <c:v>302.86255608</c:v>
                </c:pt>
                <c:pt idx="806">
                  <c:v>302.86255607</c:v>
                </c:pt>
                <c:pt idx="807">
                  <c:v>313.64944063</c:v>
                </c:pt>
                <c:pt idx="808">
                  <c:v>313.64944063</c:v>
                </c:pt>
                <c:pt idx="809">
                  <c:v>324.28795753</c:v>
                </c:pt>
                <c:pt idx="810">
                  <c:v>324.28795753</c:v>
                </c:pt>
                <c:pt idx="811">
                  <c:v>334.77862631</c:v>
                </c:pt>
                <c:pt idx="812">
                  <c:v>334.77862632</c:v>
                </c:pt>
                <c:pt idx="813">
                  <c:v>345.12196035</c:v>
                </c:pt>
                <c:pt idx="814">
                  <c:v>345.12196034</c:v>
                </c:pt>
                <c:pt idx="815">
                  <c:v>355.31846686</c:v>
                </c:pt>
                <c:pt idx="816">
                  <c:v>355.31846685</c:v>
                </c:pt>
                <c:pt idx="817">
                  <c:v>365.36864691</c:v>
                </c:pt>
                <c:pt idx="818">
                  <c:v>365.36864691</c:v>
                </c:pt>
                <c:pt idx="819">
                  <c:v>375.27299544</c:v>
                </c:pt>
                <c:pt idx="820">
                  <c:v>375.27299545</c:v>
                </c:pt>
                <c:pt idx="821">
                  <c:v>385.03200135</c:v>
                </c:pt>
                <c:pt idx="822">
                  <c:v>385.03200135</c:v>
                </c:pt>
                <c:pt idx="823">
                  <c:v>394.6461474</c:v>
                </c:pt>
                <c:pt idx="824">
                  <c:v>394.6461474</c:v>
                </c:pt>
                <c:pt idx="825">
                  <c:v>404.11591028</c:v>
                </c:pt>
                <c:pt idx="826">
                  <c:v>404.11591028</c:v>
                </c:pt>
                <c:pt idx="827">
                  <c:v>413.44176061</c:v>
                </c:pt>
                <c:pt idx="828">
                  <c:v>413.44176062</c:v>
                </c:pt>
                <c:pt idx="829">
                  <c:v>422.62416301</c:v>
                </c:pt>
                <c:pt idx="830">
                  <c:v>422.62416302</c:v>
                </c:pt>
                <c:pt idx="831">
                  <c:v>431.66357599</c:v>
                </c:pt>
                <c:pt idx="832">
                  <c:v>431.66357599</c:v>
                </c:pt>
                <c:pt idx="833">
                  <c:v>440.56045202</c:v>
                </c:pt>
                <c:pt idx="834">
                  <c:v>440.56045202</c:v>
                </c:pt>
                <c:pt idx="835">
                  <c:v>449.31523761</c:v>
                </c:pt>
                <c:pt idx="836">
                  <c:v>449.31523762</c:v>
                </c:pt>
                <c:pt idx="837">
                  <c:v>457.92837323</c:v>
                </c:pt>
                <c:pt idx="838">
                  <c:v>457.92837323</c:v>
                </c:pt>
                <c:pt idx="839">
                  <c:v>466.40029332</c:v>
                </c:pt>
                <c:pt idx="840">
                  <c:v>466.40029332</c:v>
                </c:pt>
                <c:pt idx="841">
                  <c:v>474.73142638</c:v>
                </c:pt>
                <c:pt idx="842">
                  <c:v>474.73142638</c:v>
                </c:pt>
                <c:pt idx="843">
                  <c:v>482.9221949</c:v>
                </c:pt>
                <c:pt idx="844">
                  <c:v>482.92219491</c:v>
                </c:pt>
                <c:pt idx="845">
                  <c:v>490.97301542</c:v>
                </c:pt>
                <c:pt idx="846">
                  <c:v>490.97301542</c:v>
                </c:pt>
                <c:pt idx="847">
                  <c:v>498.88429846</c:v>
                </c:pt>
                <c:pt idx="848">
                  <c:v>498.88429847</c:v>
                </c:pt>
                <c:pt idx="849">
                  <c:v>506.65644859</c:v>
                </c:pt>
                <c:pt idx="850">
                  <c:v>506.6564486</c:v>
                </c:pt>
                <c:pt idx="851">
                  <c:v>514.28986446</c:v>
                </c:pt>
                <c:pt idx="852">
                  <c:v>514.28986446</c:v>
                </c:pt>
                <c:pt idx="853">
                  <c:v>521.78493873</c:v>
                </c:pt>
                <c:pt idx="854">
                  <c:v>521.78493872</c:v>
                </c:pt>
                <c:pt idx="855">
                  <c:v>529.14205816</c:v>
                </c:pt>
                <c:pt idx="856">
                  <c:v>529.14205816</c:v>
                </c:pt>
                <c:pt idx="857">
                  <c:v>536.3616035700001</c:v>
                </c:pt>
                <c:pt idx="858">
                  <c:v>536.36160358</c:v>
                </c:pt>
                <c:pt idx="859">
                  <c:v>543.44394986</c:v>
                </c:pt>
                <c:pt idx="860">
                  <c:v>543.44394987</c:v>
                </c:pt>
                <c:pt idx="861">
                  <c:v>550.38946594</c:v>
                </c:pt>
                <c:pt idx="862">
                  <c:v>550.38946594</c:v>
                </c:pt>
                <c:pt idx="863">
                  <c:v>557.19851478</c:v>
                </c:pt>
                <c:pt idx="864">
                  <c:v>557.19851479</c:v>
                </c:pt>
                <c:pt idx="865">
                  <c:v>563.87145346</c:v>
                </c:pt>
                <c:pt idx="866">
                  <c:v>563.87145345</c:v>
                </c:pt>
                <c:pt idx="867">
                  <c:v>570.4086332000001</c:v>
                </c:pt>
                <c:pt idx="868">
                  <c:v>570.4086332000001</c:v>
                </c:pt>
                <c:pt idx="869">
                  <c:v>576.81039916</c:v>
                </c:pt>
                <c:pt idx="870">
                  <c:v>576.81039917</c:v>
                </c:pt>
                <c:pt idx="871">
                  <c:v>583.0770907</c:v>
                </c:pt>
                <c:pt idx="872">
                  <c:v>583.0770907</c:v>
                </c:pt>
                <c:pt idx="873">
                  <c:v>589.20904117</c:v>
                </c:pt>
                <c:pt idx="874">
                  <c:v>589.20904118</c:v>
                </c:pt>
                <c:pt idx="875">
                  <c:v>595.20657799</c:v>
                </c:pt>
                <c:pt idx="876">
                  <c:v>595.20657801</c:v>
                </c:pt>
                <c:pt idx="877">
                  <c:v>601.07002275</c:v>
                </c:pt>
                <c:pt idx="878">
                  <c:v>601.07002275</c:v>
                </c:pt>
                <c:pt idx="879">
                  <c:v>606.7996910000001</c:v>
                </c:pt>
                <c:pt idx="880">
                  <c:v>606.7996910000001</c:v>
                </c:pt>
                <c:pt idx="881">
                  <c:v>612.39589242</c:v>
                </c:pt>
                <c:pt idx="882">
                  <c:v>612.39589242</c:v>
                </c:pt>
                <c:pt idx="883">
                  <c:v>617.85893069</c:v>
                </c:pt>
                <c:pt idx="884">
                  <c:v>617.85893069</c:v>
                </c:pt>
                <c:pt idx="885">
                  <c:v>623.1891036</c:v>
                </c:pt>
                <c:pt idx="886">
                  <c:v>623.18910361</c:v>
                </c:pt>
                <c:pt idx="887">
                  <c:v>628.38670293</c:v>
                </c:pt>
                <c:pt idx="888">
                  <c:v>628.38670293</c:v>
                </c:pt>
                <c:pt idx="889">
                  <c:v>633.45201453</c:v>
                </c:pt>
                <c:pt idx="890">
                  <c:v>633.45201453</c:v>
                </c:pt>
                <c:pt idx="891">
                  <c:v>638.38531834</c:v>
                </c:pt>
                <c:pt idx="892">
                  <c:v>638.38531834</c:v>
                </c:pt>
                <c:pt idx="893">
                  <c:v>643.18688823</c:v>
                </c:pt>
                <c:pt idx="894">
                  <c:v>643.18688822</c:v>
                </c:pt>
                <c:pt idx="895">
                  <c:v>647.85699204</c:v>
                </c:pt>
                <c:pt idx="896">
                  <c:v>647.85699205</c:v>
                </c:pt>
                <c:pt idx="897">
                  <c:v>652.39589177</c:v>
                </c:pt>
                <c:pt idx="898">
                  <c:v>652.39589177</c:v>
                </c:pt>
                <c:pt idx="899">
                  <c:v>656.80384324</c:v>
                </c:pt>
                <c:pt idx="900">
                  <c:v>656.80384323</c:v>
                </c:pt>
                <c:pt idx="901">
                  <c:v>661.08109626</c:v>
                </c:pt>
                <c:pt idx="902">
                  <c:v>661.08109627</c:v>
                </c:pt>
                <c:pt idx="903">
                  <c:v>665.2278946500001</c:v>
                </c:pt>
                <c:pt idx="904">
                  <c:v>665.2278946500001</c:v>
                </c:pt>
                <c:pt idx="905">
                  <c:v>669.24447619</c:v>
                </c:pt>
                <c:pt idx="906">
                  <c:v>669.2444762</c:v>
                </c:pt>
                <c:pt idx="907">
                  <c:v>673.1310725</c:v>
                </c:pt>
                <c:pt idx="908">
                  <c:v>673.1310725</c:v>
                </c:pt>
                <c:pt idx="909">
                  <c:v>676.88790909</c:v>
                </c:pt>
                <c:pt idx="910">
                  <c:v>676.88790909</c:v>
                </c:pt>
                <c:pt idx="911">
                  <c:v>680.51520543</c:v>
                </c:pt>
                <c:pt idx="912">
                  <c:v>680.51520543</c:v>
                </c:pt>
                <c:pt idx="913">
                  <c:v>684.01317475</c:v>
                </c:pt>
                <c:pt idx="914">
                  <c:v>684.01317475</c:v>
                </c:pt>
                <c:pt idx="915">
                  <c:v>687.38202409</c:v>
                </c:pt>
                <c:pt idx="916">
                  <c:v>687.38202409</c:v>
                </c:pt>
                <c:pt idx="917">
                  <c:v>690.62195434</c:v>
                </c:pt>
                <c:pt idx="918">
                  <c:v>690.62195435</c:v>
                </c:pt>
                <c:pt idx="919">
                  <c:v>693.73316012</c:v>
                </c:pt>
                <c:pt idx="920">
                  <c:v>693.73316012</c:v>
                </c:pt>
                <c:pt idx="921">
                  <c:v>696.71582976</c:v>
                </c:pt>
                <c:pt idx="922">
                  <c:v>696.71582975</c:v>
                </c:pt>
                <c:pt idx="923">
                  <c:v>699.57014528</c:v>
                </c:pt>
                <c:pt idx="924">
                  <c:v>699.57014528</c:v>
                </c:pt>
                <c:pt idx="925">
                  <c:v>702.2962823300001</c:v>
                </c:pt>
                <c:pt idx="926">
                  <c:v>702.2962823399999</c:v>
                </c:pt>
                <c:pt idx="927">
                  <c:v>704.8944102299999</c:v>
                </c:pt>
                <c:pt idx="928">
                  <c:v>704.8944102299999</c:v>
                </c:pt>
                <c:pt idx="929">
                  <c:v>707.3646917900001</c:v>
                </c:pt>
                <c:pt idx="930">
                  <c:v>707.3646917900001</c:v>
                </c:pt>
                <c:pt idx="931">
                  <c:v>709.70728338</c:v>
                </c:pt>
                <c:pt idx="932">
                  <c:v>709.70728338</c:v>
                </c:pt>
                <c:pt idx="933">
                  <c:v>711.9223348</c:v>
                </c:pt>
                <c:pt idx="934">
                  <c:v>711.9223348</c:v>
                </c:pt>
                <c:pt idx="935">
                  <c:v>714.00998926</c:v>
                </c:pt>
                <c:pt idx="936">
                  <c:v>714.00998926</c:v>
                </c:pt>
                <c:pt idx="937">
                  <c:v>715.97038333</c:v>
                </c:pt>
                <c:pt idx="938">
                  <c:v>715.97038333</c:v>
                </c:pt>
                <c:pt idx="939">
                  <c:v>717.80364683</c:v>
                </c:pt>
                <c:pt idx="940">
                  <c:v>717.80364683</c:v>
                </c:pt>
                <c:pt idx="941">
                  <c:v>719.50990274</c:v>
                </c:pt>
                <c:pt idx="942">
                  <c:v>719.50990274</c:v>
                </c:pt>
                <c:pt idx="943">
                  <c:v>721.08926718</c:v>
                </c:pt>
                <c:pt idx="944">
                  <c:v>721.08926719</c:v>
                </c:pt>
                <c:pt idx="945">
                  <c:v>722.54184932</c:v>
                </c:pt>
                <c:pt idx="946">
                  <c:v>722.54184931</c:v>
                </c:pt>
                <c:pt idx="947">
                  <c:v>723.86775117</c:v>
                </c:pt>
                <c:pt idx="948">
                  <c:v>723.86775117</c:v>
                </c:pt>
                <c:pt idx="949">
                  <c:v>725.0670675600001</c:v>
                </c:pt>
                <c:pt idx="950">
                  <c:v>725.0670675600001</c:v>
                </c:pt>
                <c:pt idx="951">
                  <c:v>726.13988598</c:v>
                </c:pt>
                <c:pt idx="952">
                  <c:v>726.13988598</c:v>
                </c:pt>
                <c:pt idx="953">
                  <c:v>727.08628645</c:v>
                </c:pt>
                <c:pt idx="954">
                  <c:v>727.08628644</c:v>
                </c:pt>
                <c:pt idx="955">
                  <c:v>727.90634138</c:v>
                </c:pt>
                <c:pt idx="956">
                  <c:v>727.9063414</c:v>
                </c:pt>
                <c:pt idx="957">
                  <c:v>728.6001152699999</c:v>
                </c:pt>
                <c:pt idx="958">
                  <c:v>728.6001152600001</c:v>
                </c:pt>
                <c:pt idx="959">
                  <c:v>729.16766452</c:v>
                </c:pt>
                <c:pt idx="960">
                  <c:v>729.16766452</c:v>
                </c:pt>
                <c:pt idx="961">
                  <c:v>729.60903712</c:v>
                </c:pt>
                <c:pt idx="962">
                  <c:v>729.60903712</c:v>
                </c:pt>
                <c:pt idx="963">
                  <c:v>729.92427235</c:v>
                </c:pt>
                <c:pt idx="964">
                  <c:v>729.92427234</c:v>
                </c:pt>
                <c:pt idx="965">
                  <c:v>730.1134001200001</c:v>
                </c:pt>
                <c:pt idx="966">
                  <c:v>730.1134001200001</c:v>
                </c:pt>
                <c:pt idx="967">
                  <c:v>730.17644022</c:v>
                </c:pt>
                <c:pt idx="968">
                  <c:v>730.17644022</c:v>
                </c:pt>
                <c:pt idx="969">
                  <c:v>730.1134001</c:v>
                </c:pt>
                <c:pt idx="970">
                  <c:v>730.11340009</c:v>
                </c:pt>
                <c:pt idx="971">
                  <c:v>729.92427228</c:v>
                </c:pt>
                <c:pt idx="972">
                  <c:v>729.92427228</c:v>
                </c:pt>
                <c:pt idx="973">
                  <c:v>729.60903701</c:v>
                </c:pt>
                <c:pt idx="974">
                  <c:v>729.60903701</c:v>
                </c:pt>
                <c:pt idx="975">
                  <c:v>729.16766434</c:v>
                </c:pt>
                <c:pt idx="976">
                  <c:v>729.16766434</c:v>
                </c:pt>
                <c:pt idx="977">
                  <c:v>728.60011504</c:v>
                </c:pt>
                <c:pt idx="978">
                  <c:v>728.60011504</c:v>
                </c:pt>
                <c:pt idx="979">
                  <c:v>727.9063410700001</c:v>
                </c:pt>
                <c:pt idx="980">
                  <c:v>727.90634106</c:v>
                </c:pt>
                <c:pt idx="981">
                  <c:v>727.08628605</c:v>
                </c:pt>
                <c:pt idx="982">
                  <c:v>727.08628605</c:v>
                </c:pt>
                <c:pt idx="983">
                  <c:v>726.13988543</c:v>
                </c:pt>
                <c:pt idx="984">
                  <c:v>726.1398854399999</c:v>
                </c:pt>
                <c:pt idx="985">
                  <c:v>725.0670668400001</c:v>
                </c:pt>
                <c:pt idx="986">
                  <c:v>725.0670668499999</c:v>
                </c:pt>
                <c:pt idx="987">
                  <c:v>723.86775028</c:v>
                </c:pt>
                <c:pt idx="988">
                  <c:v>723.86775027</c:v>
                </c:pt>
                <c:pt idx="989">
                  <c:v>722.5418482699999</c:v>
                </c:pt>
                <c:pt idx="990">
                  <c:v>722.5418482699999</c:v>
                </c:pt>
                <c:pt idx="991">
                  <c:v>721.0892659899999</c:v>
                </c:pt>
                <c:pt idx="992">
                  <c:v>721.0892659800001</c:v>
                </c:pt>
                <c:pt idx="993">
                  <c:v>719.50990139</c:v>
                </c:pt>
                <c:pt idx="994">
                  <c:v>719.50990139</c:v>
                </c:pt>
                <c:pt idx="995">
                  <c:v>717.80364531</c:v>
                </c:pt>
                <c:pt idx="996">
                  <c:v>717.80364531</c:v>
                </c:pt>
                <c:pt idx="997">
                  <c:v>715.97038166</c:v>
                </c:pt>
                <c:pt idx="998">
                  <c:v>715.97038165</c:v>
                </c:pt>
                <c:pt idx="999">
                  <c:v>714.00998741</c:v>
                </c:pt>
                <c:pt idx="1000">
                  <c:v>714.00998742</c:v>
                </c:pt>
                <c:pt idx="1001">
                  <c:v>711.92233277</c:v>
                </c:pt>
                <c:pt idx="1002">
                  <c:v>711.92233277</c:v>
                </c:pt>
                <c:pt idx="1003">
                  <c:v>709.70728118</c:v>
                </c:pt>
                <c:pt idx="1004">
                  <c:v>709.70728118</c:v>
                </c:pt>
                <c:pt idx="1005">
                  <c:v>707.36468943</c:v>
                </c:pt>
                <c:pt idx="1006">
                  <c:v>707.36468943</c:v>
                </c:pt>
                <c:pt idx="1007">
                  <c:v>704.89440771</c:v>
                </c:pt>
                <c:pt idx="1008">
                  <c:v>704.89440771</c:v>
                </c:pt>
                <c:pt idx="1009">
                  <c:v>702.29627967</c:v>
                </c:pt>
                <c:pt idx="1010">
                  <c:v>702.29627967</c:v>
                </c:pt>
                <c:pt idx="1011">
                  <c:v>699.57014245</c:v>
                </c:pt>
                <c:pt idx="1012">
                  <c:v>699.57014245</c:v>
                </c:pt>
                <c:pt idx="1013">
                  <c:v>696.71582676</c:v>
                </c:pt>
                <c:pt idx="1014">
                  <c:v>696.71582676</c:v>
                </c:pt>
                <c:pt idx="1015">
                  <c:v>693.73315694</c:v>
                </c:pt>
                <c:pt idx="1016">
                  <c:v>693.73315693</c:v>
                </c:pt>
                <c:pt idx="1017">
                  <c:v>690.62195095</c:v>
                </c:pt>
                <c:pt idx="1018">
                  <c:v>690.62195095</c:v>
                </c:pt>
                <c:pt idx="1019">
                  <c:v>687.38202046</c:v>
                </c:pt>
                <c:pt idx="1020">
                  <c:v>687.38202046</c:v>
                </c:pt>
                <c:pt idx="1021">
                  <c:v>684.01317087</c:v>
                </c:pt>
                <c:pt idx="1022">
                  <c:v>684.01317087</c:v>
                </c:pt>
                <c:pt idx="1023">
                  <c:v>680.51520127</c:v>
                </c:pt>
                <c:pt idx="1024">
                  <c:v>680.51520128</c:v>
                </c:pt>
                <c:pt idx="1025">
                  <c:v>676.88790469</c:v>
                </c:pt>
                <c:pt idx="1026">
                  <c:v>676.88790469</c:v>
                </c:pt>
                <c:pt idx="1027">
                  <c:v>673.13106781</c:v>
                </c:pt>
                <c:pt idx="1028">
                  <c:v>673.13106782</c:v>
                </c:pt>
                <c:pt idx="1029">
                  <c:v>669.2444712400001</c:v>
                </c:pt>
                <c:pt idx="1030">
                  <c:v>669.2444712400001</c:v>
                </c:pt>
                <c:pt idx="1031">
                  <c:v>665.22788948</c:v>
                </c:pt>
                <c:pt idx="1032">
                  <c:v>665.22788948</c:v>
                </c:pt>
                <c:pt idx="1033">
                  <c:v>661.08109087</c:v>
                </c:pt>
                <c:pt idx="1034">
                  <c:v>661.08109087</c:v>
                </c:pt>
                <c:pt idx="1035">
                  <c:v>656.80383765</c:v>
                </c:pt>
                <c:pt idx="1036">
                  <c:v>656.80383765</c:v>
                </c:pt>
                <c:pt idx="1037">
                  <c:v>652.39588603</c:v>
                </c:pt>
                <c:pt idx="1038">
                  <c:v>652.39588602</c:v>
                </c:pt>
                <c:pt idx="1039">
                  <c:v>647.85698615</c:v>
                </c:pt>
                <c:pt idx="1040">
                  <c:v>647.85698614</c:v>
                </c:pt>
                <c:pt idx="1041">
                  <c:v>643.18688212</c:v>
                </c:pt>
                <c:pt idx="1042">
                  <c:v>643.18688213</c:v>
                </c:pt>
                <c:pt idx="1043">
                  <c:v>638.38531209</c:v>
                </c:pt>
                <c:pt idx="1044">
                  <c:v>638.38531209</c:v>
                </c:pt>
                <c:pt idx="1045">
                  <c:v>633.45200812</c:v>
                </c:pt>
                <c:pt idx="1046">
                  <c:v>633.45200813</c:v>
                </c:pt>
                <c:pt idx="1047">
                  <c:v>628.38669634</c:v>
                </c:pt>
                <c:pt idx="1048">
                  <c:v>628.38669634</c:v>
                </c:pt>
                <c:pt idx="1049">
                  <c:v>623.18909683</c:v>
                </c:pt>
                <c:pt idx="1050">
                  <c:v>623.18909684</c:v>
                </c:pt>
                <c:pt idx="1051">
                  <c:v>617.8589237899999</c:v>
                </c:pt>
                <c:pt idx="1052">
                  <c:v>617.8589237899999</c:v>
                </c:pt>
                <c:pt idx="1053">
                  <c:v>612.39588535</c:v>
                </c:pt>
                <c:pt idx="1054">
                  <c:v>612.39588535</c:v>
                </c:pt>
                <c:pt idx="1055">
                  <c:v>606.79968377</c:v>
                </c:pt>
                <c:pt idx="1056">
                  <c:v>606.79968378</c:v>
                </c:pt>
                <c:pt idx="1057">
                  <c:v>601.0700153499999</c:v>
                </c:pt>
                <c:pt idx="1058">
                  <c:v>601.0700153400001</c:v>
                </c:pt>
                <c:pt idx="1059">
                  <c:v>595.2065704300001</c:v>
                </c:pt>
                <c:pt idx="1060">
                  <c:v>595.2065704300001</c:v>
                </c:pt>
                <c:pt idx="1061">
                  <c:v>589.20903343</c:v>
                </c:pt>
                <c:pt idx="1062">
                  <c:v>589.20903344</c:v>
                </c:pt>
                <c:pt idx="1063">
                  <c:v>583.07708283</c:v>
                </c:pt>
                <c:pt idx="1064">
                  <c:v>583.07708283</c:v>
                </c:pt>
                <c:pt idx="1065">
                  <c:v>576.81039113</c:v>
                </c:pt>
                <c:pt idx="1066">
                  <c:v>576.81039113</c:v>
                </c:pt>
                <c:pt idx="1067">
                  <c:v>570.40862501</c:v>
                </c:pt>
                <c:pt idx="1068">
                  <c:v>570.40862501</c:v>
                </c:pt>
                <c:pt idx="1069">
                  <c:v>563.87144512</c:v>
                </c:pt>
                <c:pt idx="1070">
                  <c:v>563.87144512</c:v>
                </c:pt>
                <c:pt idx="1071">
                  <c:v>557.1985062700001</c:v>
                </c:pt>
                <c:pt idx="1072">
                  <c:v>557.19850626</c:v>
                </c:pt>
                <c:pt idx="1073">
                  <c:v>550.38945728</c:v>
                </c:pt>
                <c:pt idx="1074">
                  <c:v>550.38945728</c:v>
                </c:pt>
                <c:pt idx="1075">
                  <c:v>543.44394105</c:v>
                </c:pt>
                <c:pt idx="1076">
                  <c:v>543.44394104</c:v>
                </c:pt>
                <c:pt idx="1077">
                  <c:v>536.3615946</c:v>
                </c:pt>
                <c:pt idx="1078">
                  <c:v>536.36159461</c:v>
                </c:pt>
                <c:pt idx="1079">
                  <c:v>529.14204898</c:v>
                </c:pt>
                <c:pt idx="1080">
                  <c:v>529.14204898</c:v>
                </c:pt>
                <c:pt idx="1081">
                  <c:v>521.78492935</c:v>
                </c:pt>
                <c:pt idx="1082">
                  <c:v>521.78492935</c:v>
                </c:pt>
                <c:pt idx="1083">
                  <c:v>514.2898549</c:v>
                </c:pt>
                <c:pt idx="1084">
                  <c:v>514.2898549</c:v>
                </c:pt>
                <c:pt idx="1085">
                  <c:v>506.65643889</c:v>
                </c:pt>
                <c:pt idx="1086">
                  <c:v>506.65643889</c:v>
                </c:pt>
                <c:pt idx="1087">
                  <c:v>498.88428862</c:v>
                </c:pt>
                <c:pt idx="1088">
                  <c:v>498.88428862</c:v>
                </c:pt>
                <c:pt idx="1089">
                  <c:v>490.97300547</c:v>
                </c:pt>
                <c:pt idx="1090">
                  <c:v>490.97300547</c:v>
                </c:pt>
                <c:pt idx="1091">
                  <c:v>482.92218486</c:v>
                </c:pt>
                <c:pt idx="1092">
                  <c:v>482.92218487</c:v>
                </c:pt>
                <c:pt idx="1093">
                  <c:v>474.73141621</c:v>
                </c:pt>
                <c:pt idx="1094">
                  <c:v>474.73141622</c:v>
                </c:pt>
                <c:pt idx="1095">
                  <c:v>466.40028304</c:v>
                </c:pt>
                <c:pt idx="1096">
                  <c:v>466.40028303</c:v>
                </c:pt>
                <c:pt idx="1097">
                  <c:v>457.92836281</c:v>
                </c:pt>
                <c:pt idx="1098">
                  <c:v>457.92836281</c:v>
                </c:pt>
                <c:pt idx="1099">
                  <c:v>449.31522709</c:v>
                </c:pt>
                <c:pt idx="1100">
                  <c:v>449.31522709</c:v>
                </c:pt>
                <c:pt idx="1101">
                  <c:v>440.56044141</c:v>
                </c:pt>
                <c:pt idx="1102">
                  <c:v>440.56044141</c:v>
                </c:pt>
                <c:pt idx="1103">
                  <c:v>431.66356528</c:v>
                </c:pt>
                <c:pt idx="1104">
                  <c:v>431.66356528</c:v>
                </c:pt>
                <c:pt idx="1105">
                  <c:v>422.62415225</c:v>
                </c:pt>
                <c:pt idx="1106">
                  <c:v>422.62415225</c:v>
                </c:pt>
                <c:pt idx="1107">
                  <c:v>413.44174978</c:v>
                </c:pt>
                <c:pt idx="1108">
                  <c:v>413.44174979</c:v>
                </c:pt>
                <c:pt idx="1109">
                  <c:v>404.11589936</c:v>
                </c:pt>
                <c:pt idx="1110">
                  <c:v>404.11589936</c:v>
                </c:pt>
                <c:pt idx="1111">
                  <c:v>394.64613643</c:v>
                </c:pt>
                <c:pt idx="1112">
                  <c:v>394.64613642</c:v>
                </c:pt>
                <c:pt idx="1113">
                  <c:v>385.03199034</c:v>
                </c:pt>
                <c:pt idx="1114">
                  <c:v>385.03199033</c:v>
                </c:pt>
                <c:pt idx="1115">
                  <c:v>375.27298439</c:v>
                </c:pt>
                <c:pt idx="1116">
                  <c:v>375.27298439</c:v>
                </c:pt>
                <c:pt idx="1117">
                  <c:v>365.36863583</c:v>
                </c:pt>
                <c:pt idx="1118">
                  <c:v>365.36863583</c:v>
                </c:pt>
                <c:pt idx="1119">
                  <c:v>355.31845581</c:v>
                </c:pt>
                <c:pt idx="1120">
                  <c:v>355.31845581</c:v>
                </c:pt>
                <c:pt idx="1121">
                  <c:v>345.12194932</c:v>
                </c:pt>
                <c:pt idx="1122">
                  <c:v>345.12194933</c:v>
                </c:pt>
                <c:pt idx="1123">
                  <c:v>334.77861531</c:v>
                </c:pt>
                <c:pt idx="1124">
                  <c:v>334.77861532</c:v>
                </c:pt>
                <c:pt idx="1125">
                  <c:v>324.28794655</c:v>
                </c:pt>
                <c:pt idx="1126">
                  <c:v>324.28794655</c:v>
                </c:pt>
                <c:pt idx="1127">
                  <c:v>313.64942967</c:v>
                </c:pt>
                <c:pt idx="1128">
                  <c:v>313.64942967</c:v>
                </c:pt>
                <c:pt idx="1129">
                  <c:v>302.86254512</c:v>
                </c:pt>
                <c:pt idx="1130">
                  <c:v>302.86254513</c:v>
                </c:pt>
                <c:pt idx="1131">
                  <c:v>291.92676727</c:v>
                </c:pt>
                <c:pt idx="1132">
                  <c:v>291.92676726</c:v>
                </c:pt>
                <c:pt idx="1133">
                  <c:v>280.84156414</c:v>
                </c:pt>
                <c:pt idx="1134">
                  <c:v>280.84156414</c:v>
                </c:pt>
                <c:pt idx="1135">
                  <c:v>269.6063977</c:v>
                </c:pt>
                <c:pt idx="1136">
                  <c:v>269.60639769</c:v>
                </c:pt>
                <c:pt idx="1137">
                  <c:v>258.22072356</c:v>
                </c:pt>
                <c:pt idx="1138">
                  <c:v>258.22072356</c:v>
                </c:pt>
                <c:pt idx="1139">
                  <c:v>246.68399116</c:v>
                </c:pt>
                <c:pt idx="1140">
                  <c:v>246.68399117</c:v>
                </c:pt>
                <c:pt idx="1141">
                  <c:v>234.99564369</c:v>
                </c:pt>
                <c:pt idx="1142">
                  <c:v>234.99564368</c:v>
                </c:pt>
                <c:pt idx="1143">
                  <c:v>223.15511806</c:v>
                </c:pt>
                <c:pt idx="1144">
                  <c:v>223.15511805</c:v>
                </c:pt>
                <c:pt idx="1145">
                  <c:v>211.16184485</c:v>
                </c:pt>
                <c:pt idx="1146">
                  <c:v>211.16184485</c:v>
                </c:pt>
                <c:pt idx="1147">
                  <c:v>199.01524838</c:v>
                </c:pt>
                <c:pt idx="1148">
                  <c:v>199.01524838</c:v>
                </c:pt>
                <c:pt idx="1149">
                  <c:v>186.71474658</c:v>
                </c:pt>
                <c:pt idx="1150">
                  <c:v>186.71474657</c:v>
                </c:pt>
                <c:pt idx="1151">
                  <c:v>174.25975106</c:v>
                </c:pt>
                <c:pt idx="1152">
                  <c:v>174.25975106</c:v>
                </c:pt>
                <c:pt idx="1153">
                  <c:v>161.64966707</c:v>
                </c:pt>
                <c:pt idx="1154">
                  <c:v>161.64966706</c:v>
                </c:pt>
                <c:pt idx="1155">
                  <c:v>148.88389348</c:v>
                </c:pt>
                <c:pt idx="1156">
                  <c:v>148.88389347</c:v>
                </c:pt>
                <c:pt idx="1157">
                  <c:v>135.9618227</c:v>
                </c:pt>
                <c:pt idx="1158">
                  <c:v>135.96182269</c:v>
                </c:pt>
                <c:pt idx="1159">
                  <c:v>122.88284079</c:v>
                </c:pt>
                <c:pt idx="1160">
                  <c:v>122.88284078</c:v>
                </c:pt>
                <c:pt idx="1161">
                  <c:v>109.64632729</c:v>
                </c:pt>
                <c:pt idx="1162">
                  <c:v>109.6463273</c:v>
                </c:pt>
                <c:pt idx="1163">
                  <c:v>96.25165531</c:v>
                </c:pt>
                <c:pt idx="1164">
                  <c:v>96.2516553</c:v>
                </c:pt>
                <c:pt idx="1165">
                  <c:v>82.69819142999999</c:v>
                </c:pt>
                <c:pt idx="1166">
                  <c:v>82.69819142999999</c:v>
                </c:pt>
                <c:pt idx="1167">
                  <c:v>68.98529574</c:v>
                </c:pt>
                <c:pt idx="1168">
                  <c:v>68.98529574</c:v>
                </c:pt>
                <c:pt idx="1169">
                  <c:v>55.11232178</c:v>
                </c:pt>
                <c:pt idx="1170">
                  <c:v>55.11232178</c:v>
                </c:pt>
                <c:pt idx="1171">
                  <c:v>41.0786166</c:v>
                </c:pt>
                <c:pt idx="1172">
                  <c:v>41.0786166</c:v>
                </c:pt>
                <c:pt idx="1173">
                  <c:v>26.88352062</c:v>
                </c:pt>
                <c:pt idx="1174">
                  <c:v>26.88352062</c:v>
                </c:pt>
                <c:pt idx="1175">
                  <c:v>12.52636766</c:v>
                </c:pt>
                <c:pt idx="1176">
                  <c:v>12.52636766</c:v>
                </c:pt>
                <c:pt idx="1177">
                  <c:v>-1.99351507</c:v>
                </c:pt>
                <c:pt idx="1178">
                  <c:v>-1.99351508</c:v>
                </c:pt>
                <c:pt idx="1179">
                  <c:v>-16.67680702</c:v>
                </c:pt>
                <c:pt idx="1180">
                  <c:v>-16.67680701</c:v>
                </c:pt>
                <c:pt idx="1181">
                  <c:v>-31.52419428</c:v>
                </c:pt>
                <c:pt idx="1182">
                  <c:v>-31.52419428</c:v>
                </c:pt>
                <c:pt idx="1183">
                  <c:v>-46.53636968</c:v>
                </c:pt>
                <c:pt idx="1184">
                  <c:v>-46.53636968</c:v>
                </c:pt>
                <c:pt idx="1185">
                  <c:v>-61.71403277</c:v>
                </c:pt>
                <c:pt idx="1186">
                  <c:v>-61.71403277</c:v>
                </c:pt>
                <c:pt idx="1187">
                  <c:v>-77.05788981000001</c:v>
                </c:pt>
                <c:pt idx="1188">
                  <c:v>-77.0578898</c:v>
                </c:pt>
                <c:pt idx="1189">
                  <c:v>-92.56865383</c:v>
                </c:pt>
                <c:pt idx="1190">
                  <c:v>-92.56865384</c:v>
                </c:pt>
                <c:pt idx="1191">
                  <c:v>-108.24704467</c:v>
                </c:pt>
                <c:pt idx="1192">
                  <c:v>-108.24704467</c:v>
                </c:pt>
                <c:pt idx="1193">
                  <c:v>-124.09378898</c:v>
                </c:pt>
                <c:pt idx="1194">
                  <c:v>-124.09378897</c:v>
                </c:pt>
                <c:pt idx="1195">
                  <c:v>-140.10962022</c:v>
                </c:pt>
                <c:pt idx="1196">
                  <c:v>-140.10962021</c:v>
                </c:pt>
                <c:pt idx="1197">
                  <c:v>-156.29527876</c:v>
                </c:pt>
                <c:pt idx="1198">
                  <c:v>-156.29527877</c:v>
                </c:pt>
                <c:pt idx="1199">
                  <c:v>-172.65151186</c:v>
                </c:pt>
                <c:pt idx="1200">
                  <c:v>-172.65151187</c:v>
                </c:pt>
                <c:pt idx="1201">
                  <c:v>-189.17907372</c:v>
                </c:pt>
                <c:pt idx="1202">
                  <c:v>-189.17907372</c:v>
                </c:pt>
                <c:pt idx="1203">
                  <c:v>-205.87872546</c:v>
                </c:pt>
                <c:pt idx="1204">
                  <c:v>-205.87872546</c:v>
                </c:pt>
                <c:pt idx="1205">
                  <c:v>-222.75123518</c:v>
                </c:pt>
                <c:pt idx="1206">
                  <c:v>-222.75123519</c:v>
                </c:pt>
                <c:pt idx="1207">
                  <c:v>-239.79737797</c:v>
                </c:pt>
                <c:pt idx="1208">
                  <c:v>-239.79737797</c:v>
                </c:pt>
                <c:pt idx="1209">
                  <c:v>-257.01793598</c:v>
                </c:pt>
                <c:pt idx="1210">
                  <c:v>-257.01793597</c:v>
                </c:pt>
                <c:pt idx="1211">
                  <c:v>-274.41369835</c:v>
                </c:pt>
                <c:pt idx="1212">
                  <c:v>-274.41369836</c:v>
                </c:pt>
                <c:pt idx="1213">
                  <c:v>-291.98546137</c:v>
                </c:pt>
                <c:pt idx="1214">
                  <c:v>-291.98546137</c:v>
                </c:pt>
                <c:pt idx="1215">
                  <c:v>-309.73402839</c:v>
                </c:pt>
                <c:pt idx="1216">
                  <c:v>-309.7340284</c:v>
                </c:pt>
                <c:pt idx="1217">
                  <c:v>-327.66020997</c:v>
                </c:pt>
                <c:pt idx="1218">
                  <c:v>-327.66020997</c:v>
                </c:pt>
                <c:pt idx="1219">
                  <c:v>-345.76482378</c:v>
                </c:pt>
                <c:pt idx="1220">
                  <c:v>-345.76482378</c:v>
                </c:pt>
                <c:pt idx="1221">
                  <c:v>-364.0486947</c:v>
                </c:pt>
                <c:pt idx="1222">
                  <c:v>-364.0486947</c:v>
                </c:pt>
                <c:pt idx="1223">
                  <c:v>-382.51265487</c:v>
                </c:pt>
                <c:pt idx="1224">
                  <c:v>-382.51265487</c:v>
                </c:pt>
                <c:pt idx="1225">
                  <c:v>-401.15754364</c:v>
                </c:pt>
                <c:pt idx="1226">
                  <c:v>-401.15754365</c:v>
                </c:pt>
                <c:pt idx="1227">
                  <c:v>-419.98420772</c:v>
                </c:pt>
                <c:pt idx="1228">
                  <c:v>-419.98420771</c:v>
                </c:pt>
                <c:pt idx="1229">
                  <c:v>-438.99350102</c:v>
                </c:pt>
                <c:pt idx="1230">
                  <c:v>-438.99350102</c:v>
                </c:pt>
                <c:pt idx="1231">
                  <c:v>-458.18628486</c:v>
                </c:pt>
                <c:pt idx="1232">
                  <c:v>-458.18628485</c:v>
                </c:pt>
                <c:pt idx="1233">
                  <c:v>-477.56342789</c:v>
                </c:pt>
                <c:pt idx="1234">
                  <c:v>-477.56342789</c:v>
                </c:pt>
                <c:pt idx="1235">
                  <c:v>-497.12580623</c:v>
                </c:pt>
                <c:pt idx="1236">
                  <c:v>-497.12580624</c:v>
                </c:pt>
                <c:pt idx="1237">
                  <c:v>-516.8743034300001</c:v>
                </c:pt>
                <c:pt idx="1238">
                  <c:v>-516.8743034300001</c:v>
                </c:pt>
                <c:pt idx="1239">
                  <c:v>-536.80981045</c:v>
                </c:pt>
                <c:pt idx="1240">
                  <c:v>-536.80981045</c:v>
                </c:pt>
                <c:pt idx="1241">
                  <c:v>-556.93322582</c:v>
                </c:pt>
                <c:pt idx="1242">
                  <c:v>-556.93322582</c:v>
                </c:pt>
                <c:pt idx="1243">
                  <c:v>-577.24545553</c:v>
                </c:pt>
                <c:pt idx="1244">
                  <c:v>-577.24545552</c:v>
                </c:pt>
                <c:pt idx="1245">
                  <c:v>-597.74741311</c:v>
                </c:pt>
                <c:pt idx="1246">
                  <c:v>-597.74741311</c:v>
                </c:pt>
                <c:pt idx="1247">
                  <c:v>-618.44001979</c:v>
                </c:pt>
                <c:pt idx="1248">
                  <c:v>-618.44001979</c:v>
                </c:pt>
                <c:pt idx="1249">
                  <c:v>-639.32420436</c:v>
                </c:pt>
                <c:pt idx="1250">
                  <c:v>-639.3242043499999</c:v>
                </c:pt>
                <c:pt idx="1251">
                  <c:v>-660.4009032500001</c:v>
                </c:pt>
                <c:pt idx="1252">
                  <c:v>-660.4009032500001</c:v>
                </c:pt>
                <c:pt idx="1253">
                  <c:v>-681.67106064</c:v>
                </c:pt>
                <c:pt idx="1254">
                  <c:v>-681.67106064</c:v>
                </c:pt>
                <c:pt idx="1255">
                  <c:v>-703.13562835</c:v>
                </c:pt>
                <c:pt idx="1256">
                  <c:v>-703.1356283600001</c:v>
                </c:pt>
                <c:pt idx="1257">
                  <c:v>-724.79556602</c:v>
                </c:pt>
                <c:pt idx="1258">
                  <c:v>-724.79556603</c:v>
                </c:pt>
                <c:pt idx="1259">
                  <c:v>-746.65184107</c:v>
                </c:pt>
                <c:pt idx="1260">
                  <c:v>-746.65184107</c:v>
                </c:pt>
                <c:pt idx="1261">
                  <c:v>-768.7054287</c:v>
                </c:pt>
                <c:pt idx="1262">
                  <c:v>-768.7054287</c:v>
                </c:pt>
                <c:pt idx="1263">
                  <c:v>-790.95731198</c:v>
                </c:pt>
                <c:pt idx="1264">
                  <c:v>-790.95731197</c:v>
                </c:pt>
                <c:pt idx="1265">
                  <c:v>-813.40848191</c:v>
                </c:pt>
                <c:pt idx="1266">
                  <c:v>-813.40848191</c:v>
                </c:pt>
                <c:pt idx="1267">
                  <c:v>-836.0599373699999</c:v>
                </c:pt>
                <c:pt idx="1268">
                  <c:v>-836.0599373699999</c:v>
                </c:pt>
                <c:pt idx="1269">
                  <c:v>-858.9126852099999</c:v>
                </c:pt>
                <c:pt idx="1270">
                  <c:v>-858.9126852000001</c:v>
                </c:pt>
                <c:pt idx="1271">
                  <c:v>-881.96774022</c:v>
                </c:pt>
                <c:pt idx="1272">
                  <c:v>-881.96774021</c:v>
                </c:pt>
                <c:pt idx="1273">
                  <c:v>-905.22612526</c:v>
                </c:pt>
                <c:pt idx="1274">
                  <c:v>-905.22612526</c:v>
                </c:pt>
                <c:pt idx="1275">
                  <c:v>-928.68887126</c:v>
                </c:pt>
                <c:pt idx="1276">
                  <c:v>-928.68887125</c:v>
                </c:pt>
                <c:pt idx="1277">
                  <c:v>-952.35701726</c:v>
                </c:pt>
                <c:pt idx="1278">
                  <c:v>-952.35701725</c:v>
                </c:pt>
                <c:pt idx="1279">
                  <c:v>-976.23161036</c:v>
                </c:pt>
                <c:pt idx="1280">
                  <c:v>-976.23161036</c:v>
                </c:pt>
                <c:pt idx="1281">
                  <c:v>-1000.31370585</c:v>
                </c:pt>
                <c:pt idx="1282">
                  <c:v>-1000.31370585</c:v>
                </c:pt>
                <c:pt idx="1283">
                  <c:v>-1024.60436726</c:v>
                </c:pt>
                <c:pt idx="1284">
                  <c:v>-1024.60436726</c:v>
                </c:pt>
                <c:pt idx="1285">
                  <c:v>-1049.10466632</c:v>
                </c:pt>
                <c:pt idx="1286">
                  <c:v>-1049.10466632</c:v>
                </c:pt>
                <c:pt idx="1287">
                  <c:v>-1073.81568305</c:v>
                </c:pt>
                <c:pt idx="1288">
                  <c:v>-1073.81568305</c:v>
                </c:pt>
                <c:pt idx="1289">
                  <c:v>-1098.73850575</c:v>
                </c:pt>
                <c:pt idx="1290">
                  <c:v>-1098.73850574</c:v>
                </c:pt>
                <c:pt idx="1291">
                  <c:v>-1123.87423103</c:v>
                </c:pt>
                <c:pt idx="1292">
                  <c:v>-1123.87423103</c:v>
                </c:pt>
                <c:pt idx="1293">
                  <c:v>-1149.22396394</c:v>
                </c:pt>
                <c:pt idx="1294">
                  <c:v>-1149.22396394</c:v>
                </c:pt>
                <c:pt idx="1295">
                  <c:v>-1174.78881796</c:v>
                </c:pt>
                <c:pt idx="1296">
                  <c:v>-1174.78881796</c:v>
                </c:pt>
                <c:pt idx="1297">
                  <c:v>-1200.56991503</c:v>
                </c:pt>
                <c:pt idx="1298">
                  <c:v>-1200.56991503</c:v>
                </c:pt>
                <c:pt idx="1299">
                  <c:v>-1226.56838553</c:v>
                </c:pt>
                <c:pt idx="1300">
                  <c:v>-1226.56838554</c:v>
                </c:pt>
                <c:pt idx="1301">
                  <c:v>-1252.78536843</c:v>
                </c:pt>
                <c:pt idx="1302">
                  <c:v>-1252.78536842</c:v>
                </c:pt>
                <c:pt idx="1303">
                  <c:v>-1279.22201117</c:v>
                </c:pt>
                <c:pt idx="1304">
                  <c:v>-1279.22201117</c:v>
                </c:pt>
                <c:pt idx="1305">
                  <c:v>-1305.87946987</c:v>
                </c:pt>
                <c:pt idx="1306">
                  <c:v>-1305.87946987</c:v>
                </c:pt>
                <c:pt idx="1307">
                  <c:v>-1332.75890926</c:v>
                </c:pt>
                <c:pt idx="1308">
                  <c:v>-1332.75890926</c:v>
                </c:pt>
                <c:pt idx="1309">
                  <c:v>-1359.86150277</c:v>
                </c:pt>
                <c:pt idx="1310">
                  <c:v>-1359.86150276</c:v>
                </c:pt>
                <c:pt idx="1311">
                  <c:v>-1387.18843251</c:v>
                </c:pt>
                <c:pt idx="1312">
                  <c:v>-1387.18843251</c:v>
                </c:pt>
                <c:pt idx="1313">
                  <c:v>-1414.74088939</c:v>
                </c:pt>
                <c:pt idx="1314">
                  <c:v>-1414.74088939</c:v>
                </c:pt>
                <c:pt idx="1315">
                  <c:v>-1442.52007306</c:v>
                </c:pt>
                <c:pt idx="1316">
                  <c:v>-1442.52007306</c:v>
                </c:pt>
                <c:pt idx="1317">
                  <c:v>-1470.52719205</c:v>
                </c:pt>
                <c:pt idx="1318">
                  <c:v>-1470.52719205</c:v>
                </c:pt>
                <c:pt idx="1319">
                  <c:v>-1498.76346375</c:v>
                </c:pt>
                <c:pt idx="1320">
                  <c:v>-1498.76346375</c:v>
                </c:pt>
                <c:pt idx="1321">
                  <c:v>-1527.23011447</c:v>
                </c:pt>
                <c:pt idx="1322">
                  <c:v>-1527.23011447</c:v>
                </c:pt>
                <c:pt idx="1323">
                  <c:v>-1555.92837945</c:v>
                </c:pt>
                <c:pt idx="1324">
                  <c:v>-1555.92837945</c:v>
                </c:pt>
                <c:pt idx="1325">
                  <c:v>-1584.85950293</c:v>
                </c:pt>
                <c:pt idx="1326">
                  <c:v>-1584.85950292</c:v>
                </c:pt>
                <c:pt idx="1327">
                  <c:v>-1614.02473814</c:v>
                </c:pt>
                <c:pt idx="1328">
                  <c:v>-1614.02473814</c:v>
                </c:pt>
                <c:pt idx="1329">
                  <c:v>-1643.42534746</c:v>
                </c:pt>
                <c:pt idx="1330">
                  <c:v>-1643.42534746</c:v>
                </c:pt>
                <c:pt idx="1331">
                  <c:v>-1673.0626023</c:v>
                </c:pt>
                <c:pt idx="1332">
                  <c:v>-1673.06260231</c:v>
                </c:pt>
                <c:pt idx="1333">
                  <c:v>-1702.93778328</c:v>
                </c:pt>
                <c:pt idx="1334">
                  <c:v>-1702.93778328</c:v>
                </c:pt>
                <c:pt idx="1335">
                  <c:v>-1733.05218019</c:v>
                </c:pt>
                <c:pt idx="1336">
                  <c:v>-1733.05218018</c:v>
                </c:pt>
                <c:pt idx="1337">
                  <c:v>-1763.40709202</c:v>
                </c:pt>
                <c:pt idx="1338">
                  <c:v>-1763.40709202</c:v>
                </c:pt>
                <c:pt idx="1339">
                  <c:v>-1794.00382706</c:v>
                </c:pt>
                <c:pt idx="1340">
                  <c:v>-1794.00382706</c:v>
                </c:pt>
                <c:pt idx="1341">
                  <c:v>-1824.84370291</c:v>
                </c:pt>
                <c:pt idx="1342">
                  <c:v>-1824.84370292</c:v>
                </c:pt>
                <c:pt idx="1343">
                  <c:v>-1855.92804655</c:v>
                </c:pt>
                <c:pt idx="1344">
                  <c:v>-1855.92804655</c:v>
                </c:pt>
                <c:pt idx="1345">
                  <c:v>-1887.25819432</c:v>
                </c:pt>
                <c:pt idx="1346">
                  <c:v>-1887.25819432</c:v>
                </c:pt>
                <c:pt idx="1347">
                  <c:v>-1918.83549201</c:v>
                </c:pt>
                <c:pt idx="1348">
                  <c:v>-1918.83549201</c:v>
                </c:pt>
                <c:pt idx="1349">
                  <c:v>-1950.66129487</c:v>
                </c:pt>
                <c:pt idx="1350">
                  <c:v>-1950.66129487</c:v>
                </c:pt>
                <c:pt idx="1351">
                  <c:v>-1982.73696768</c:v>
                </c:pt>
                <c:pt idx="1352">
                  <c:v>-1982.73696768</c:v>
                </c:pt>
                <c:pt idx="1353">
                  <c:v>-2015.06388478</c:v>
                </c:pt>
                <c:pt idx="1354">
                  <c:v>-2015.06388478</c:v>
                </c:pt>
                <c:pt idx="1355">
                  <c:v>-2047.64343011</c:v>
                </c:pt>
                <c:pt idx="1356">
                  <c:v>-2047.64343011</c:v>
                </c:pt>
                <c:pt idx="1357">
                  <c:v>-2080.47699727</c:v>
                </c:pt>
                <c:pt idx="1358">
                  <c:v>-2080.47699727</c:v>
                </c:pt>
                <c:pt idx="1359">
                  <c:v>-2113.56598954</c:v>
                </c:pt>
                <c:pt idx="1360">
                  <c:v>-2113.56598954</c:v>
                </c:pt>
                <c:pt idx="1361">
                  <c:v>-2146.91181994</c:v>
                </c:pt>
                <c:pt idx="1362">
                  <c:v>-2146.91181993</c:v>
                </c:pt>
                <c:pt idx="1363">
                  <c:v>-2180.51591122</c:v>
                </c:pt>
                <c:pt idx="1364">
                  <c:v>-2180.51591122</c:v>
                </c:pt>
                <c:pt idx="1365">
                  <c:v>-2214.37969601</c:v>
                </c:pt>
                <c:pt idx="1366">
                  <c:v>-2214.37969601</c:v>
                </c:pt>
                <c:pt idx="1367">
                  <c:v>-2248.50461677</c:v>
                </c:pt>
                <c:pt idx="1368">
                  <c:v>-2248.50461677</c:v>
                </c:pt>
                <c:pt idx="1369">
                  <c:v>-2282.89212585</c:v>
                </c:pt>
                <c:pt idx="1370">
                  <c:v>-2282.89212585</c:v>
                </c:pt>
                <c:pt idx="1371">
                  <c:v>-2317.54368559</c:v>
                </c:pt>
                <c:pt idx="1372">
                  <c:v>-2317.54368559</c:v>
                </c:pt>
                <c:pt idx="1373">
                  <c:v>-2352.46076828</c:v>
                </c:pt>
                <c:pt idx="1374">
                  <c:v>-2352.46076828</c:v>
                </c:pt>
                <c:pt idx="1375">
                  <c:v>-2387.64485625</c:v>
                </c:pt>
                <c:pt idx="1376">
                  <c:v>-2387.64485625</c:v>
                </c:pt>
                <c:pt idx="1377">
                  <c:v>-2423.09744192</c:v>
                </c:pt>
                <c:pt idx="1378">
                  <c:v>-2423.09744192</c:v>
                </c:pt>
                <c:pt idx="1379">
                  <c:v>-2458.82002782</c:v>
                </c:pt>
                <c:pt idx="1380">
                  <c:v>-2458.82002782</c:v>
                </c:pt>
                <c:pt idx="1381">
                  <c:v>-2494.81412666</c:v>
                </c:pt>
                <c:pt idx="1382">
                  <c:v>-2494.81412666</c:v>
                </c:pt>
                <c:pt idx="1383">
                  <c:v>-2531.08126134</c:v>
                </c:pt>
                <c:pt idx="1384">
                  <c:v>-2531.08126134</c:v>
                </c:pt>
                <c:pt idx="1385">
                  <c:v>-2567.62296505</c:v>
                </c:pt>
                <c:pt idx="1386">
                  <c:v>-2567.62296505</c:v>
                </c:pt>
                <c:pt idx="1387">
                  <c:v>-2604.44078126</c:v>
                </c:pt>
                <c:pt idx="1388">
                  <c:v>-2604.44078126</c:v>
                </c:pt>
                <c:pt idx="1389">
                  <c:v>-2641.53626378</c:v>
                </c:pt>
                <c:pt idx="1390">
                  <c:v>-2641.53626378</c:v>
                </c:pt>
                <c:pt idx="1391">
                  <c:v>-2678.91097682</c:v>
                </c:pt>
                <c:pt idx="1392">
                  <c:v>-2678.91097682</c:v>
                </c:pt>
                <c:pt idx="1393">
                  <c:v>-2716.56649501</c:v>
                </c:pt>
                <c:pt idx="1394">
                  <c:v>-2716.56649501</c:v>
                </c:pt>
                <c:pt idx="1395">
                  <c:v>-2754.5044035</c:v>
                </c:pt>
                <c:pt idx="1396">
                  <c:v>-2754.5044035</c:v>
                </c:pt>
                <c:pt idx="1397">
                  <c:v>-2792.72629792</c:v>
                </c:pt>
                <c:pt idx="1398">
                  <c:v>-2792.72629792</c:v>
                </c:pt>
                <c:pt idx="1399">
                  <c:v>-2831.23378451</c:v>
                </c:pt>
                <c:pt idx="1400">
                  <c:v>-2831.23378451</c:v>
                </c:pt>
                <c:pt idx="1401">
                  <c:v>-2870.02848011</c:v>
                </c:pt>
                <c:pt idx="1402">
                  <c:v>-2870.02848012</c:v>
                </c:pt>
                <c:pt idx="1403">
                  <c:v>-2909.11201224</c:v>
                </c:pt>
                <c:pt idx="1404">
                  <c:v>-2909.11201224</c:v>
                </c:pt>
                <c:pt idx="1405">
                  <c:v>-2948.4860191</c:v>
                </c:pt>
                <c:pt idx="1406">
                  <c:v>-2948.4860191</c:v>
                </c:pt>
                <c:pt idx="1407">
                  <c:v>-2988.15214969</c:v>
                </c:pt>
                <c:pt idx="1408">
                  <c:v>-2988.15214969</c:v>
                </c:pt>
                <c:pt idx="1409">
                  <c:v>-2949.48655037</c:v>
                </c:pt>
                <c:pt idx="1410">
                  <c:v>-2949.48655037</c:v>
                </c:pt>
                <c:pt idx="1411">
                  <c:v>-2911.11335037</c:v>
                </c:pt>
                <c:pt idx="1412">
                  <c:v>-2911.11335037</c:v>
                </c:pt>
                <c:pt idx="1413">
                  <c:v>-2873.03117329</c:v>
                </c:pt>
                <c:pt idx="1414">
                  <c:v>-2873.03117329</c:v>
                </c:pt>
                <c:pt idx="1415">
                  <c:v>-2835.23865024</c:v>
                </c:pt>
                <c:pt idx="1416">
                  <c:v>-2835.23865024</c:v>
                </c:pt>
                <c:pt idx="1417">
                  <c:v>-2797.73441974</c:v>
                </c:pt>
                <c:pt idx="1418">
                  <c:v>-2797.73441974</c:v>
                </c:pt>
                <c:pt idx="1419">
                  <c:v>-2760.51712776</c:v>
                </c:pt>
                <c:pt idx="1420">
                  <c:v>-2760.51712776</c:v>
                </c:pt>
                <c:pt idx="1421">
                  <c:v>-2723.58542768</c:v>
                </c:pt>
                <c:pt idx="1422">
                  <c:v>-2723.58542768</c:v>
                </c:pt>
                <c:pt idx="1423">
                  <c:v>-2686.93798024</c:v>
                </c:pt>
                <c:pt idx="1424">
                  <c:v>-2686.93798024</c:v>
                </c:pt>
                <c:pt idx="1425">
                  <c:v>-2650.57345353</c:v>
                </c:pt>
                <c:pt idx="1426">
                  <c:v>-2650.57345353</c:v>
                </c:pt>
                <c:pt idx="1427">
                  <c:v>-2614.49052296</c:v>
                </c:pt>
                <c:pt idx="1428">
                  <c:v>-2614.49052296</c:v>
                </c:pt>
                <c:pt idx="1429">
                  <c:v>-2578.68787124</c:v>
                </c:pt>
                <c:pt idx="1430">
                  <c:v>-2578.68787124</c:v>
                </c:pt>
                <c:pt idx="1431">
                  <c:v>-2543.16418835</c:v>
                </c:pt>
                <c:pt idx="1432">
                  <c:v>-2543.16418835</c:v>
                </c:pt>
                <c:pt idx="1433">
                  <c:v>-2507.91817151</c:v>
                </c:pt>
                <c:pt idx="1434">
                  <c:v>-2507.91817151</c:v>
                </c:pt>
                <c:pt idx="1435">
                  <c:v>-2472.94852515</c:v>
                </c:pt>
                <c:pt idx="1436">
                  <c:v>-2472.94852515</c:v>
                </c:pt>
                <c:pt idx="1437">
                  <c:v>-2438.25396089</c:v>
                </c:pt>
                <c:pt idx="1438">
                  <c:v>-2438.25396089</c:v>
                </c:pt>
                <c:pt idx="1439">
                  <c:v>-2403.8331975</c:v>
                </c:pt>
                <c:pt idx="1440">
                  <c:v>-2403.8331975</c:v>
                </c:pt>
                <c:pt idx="1441">
                  <c:v>-2369.68496094</c:v>
                </c:pt>
                <c:pt idx="1442">
                  <c:v>-2369.68496094</c:v>
                </c:pt>
                <c:pt idx="1443">
                  <c:v>-2335.80798422</c:v>
                </c:pt>
                <c:pt idx="1444">
                  <c:v>-2335.80798422</c:v>
                </c:pt>
                <c:pt idx="1445">
                  <c:v>-2302.20100748</c:v>
                </c:pt>
                <c:pt idx="1446">
                  <c:v>-2302.20100748</c:v>
                </c:pt>
                <c:pt idx="1447">
                  <c:v>-2268.8627779</c:v>
                </c:pt>
                <c:pt idx="1448">
                  <c:v>-2268.8627779</c:v>
                </c:pt>
                <c:pt idx="1449">
                  <c:v>-2235.79204969</c:v>
                </c:pt>
                <c:pt idx="1450">
                  <c:v>-2235.79204969</c:v>
                </c:pt>
                <c:pt idx="1451">
                  <c:v>-2202.98758407</c:v>
                </c:pt>
                <c:pt idx="1452">
                  <c:v>-2202.98758408</c:v>
                </c:pt>
                <c:pt idx="1453">
                  <c:v>-2170.44814926</c:v>
                </c:pt>
                <c:pt idx="1454">
                  <c:v>-2170.44814926</c:v>
                </c:pt>
                <c:pt idx="1455">
                  <c:v>-2138.17252043</c:v>
                </c:pt>
                <c:pt idx="1456">
                  <c:v>-2138.17252043</c:v>
                </c:pt>
                <c:pt idx="1457">
                  <c:v>-2106.15947967</c:v>
                </c:pt>
                <c:pt idx="1458">
                  <c:v>-2106.15947967</c:v>
                </c:pt>
                <c:pt idx="1459">
                  <c:v>-2074.407816</c:v>
                </c:pt>
                <c:pt idx="1460">
                  <c:v>-2074.407816</c:v>
                </c:pt>
                <c:pt idx="1461">
                  <c:v>-2042.9163253</c:v>
                </c:pt>
                <c:pt idx="1462">
                  <c:v>-2042.9163253</c:v>
                </c:pt>
                <c:pt idx="1463">
                  <c:v>-2011.68381033</c:v>
                </c:pt>
                <c:pt idx="1464">
                  <c:v>-2011.68381034</c:v>
                </c:pt>
                <c:pt idx="1465">
                  <c:v>-1980.70908068</c:v>
                </c:pt>
                <c:pt idx="1466">
                  <c:v>-1980.70908068</c:v>
                </c:pt>
                <c:pt idx="1467">
                  <c:v>-1949.99095272</c:v>
                </c:pt>
                <c:pt idx="1468">
                  <c:v>-1949.99095272</c:v>
                </c:pt>
                <c:pt idx="1469">
                  <c:v>-1919.52824962</c:v>
                </c:pt>
                <c:pt idx="1470">
                  <c:v>-1919.52824962</c:v>
                </c:pt>
                <c:pt idx="1471">
                  <c:v>-1889.31980131</c:v>
                </c:pt>
                <c:pt idx="1472">
                  <c:v>-1889.31980131</c:v>
                </c:pt>
                <c:pt idx="1473">
                  <c:v>-1859.36444445</c:v>
                </c:pt>
                <c:pt idx="1474">
                  <c:v>-1859.36444445</c:v>
                </c:pt>
                <c:pt idx="1475">
                  <c:v>-1829.66102241</c:v>
                </c:pt>
                <c:pt idx="1476">
                  <c:v>-1829.66102241</c:v>
                </c:pt>
                <c:pt idx="1477">
                  <c:v>-1800.20838523</c:v>
                </c:pt>
                <c:pt idx="1478">
                  <c:v>-1800.20838523</c:v>
                </c:pt>
                <c:pt idx="1479">
                  <c:v>-1771.00538964</c:v>
                </c:pt>
                <c:pt idx="1480">
                  <c:v>-1771.00538964</c:v>
                </c:pt>
                <c:pt idx="1481">
                  <c:v>-1742.05089896</c:v>
                </c:pt>
                <c:pt idx="1482">
                  <c:v>-1742.05089896</c:v>
                </c:pt>
                <c:pt idx="1483">
                  <c:v>-1713.34378318</c:v>
                </c:pt>
                <c:pt idx="1484">
                  <c:v>-1713.34378318</c:v>
                </c:pt>
                <c:pt idx="1485">
                  <c:v>-1684.88291883</c:v>
                </c:pt>
                <c:pt idx="1486">
                  <c:v>-1684.88291882</c:v>
                </c:pt>
                <c:pt idx="1487">
                  <c:v>-1656.66718901</c:v>
                </c:pt>
                <c:pt idx="1488">
                  <c:v>-1656.66718901</c:v>
                </c:pt>
                <c:pt idx="1489">
                  <c:v>-1628.69548339</c:v>
                </c:pt>
                <c:pt idx="1490">
                  <c:v>-1628.69548339</c:v>
                </c:pt>
                <c:pt idx="1491">
                  <c:v>-1600.96669809</c:v>
                </c:pt>
                <c:pt idx="1492">
                  <c:v>-1600.96669809</c:v>
                </c:pt>
                <c:pt idx="1493">
                  <c:v>-1573.47973579</c:v>
                </c:pt>
                <c:pt idx="1494">
                  <c:v>-1573.47973579</c:v>
                </c:pt>
                <c:pt idx="1495">
                  <c:v>-1546.23350559</c:v>
                </c:pt>
                <c:pt idx="1496">
                  <c:v>-1546.23350558</c:v>
                </c:pt>
                <c:pt idx="1497">
                  <c:v>-1519.22692304</c:v>
                </c:pt>
                <c:pt idx="1498">
                  <c:v>-1519.22692304</c:v>
                </c:pt>
                <c:pt idx="1499">
                  <c:v>-1492.45891014</c:v>
                </c:pt>
                <c:pt idx="1500">
                  <c:v>-1492.45891014</c:v>
                </c:pt>
                <c:pt idx="1501">
                  <c:v>-1465.92839526</c:v>
                </c:pt>
                <c:pt idx="1502">
                  <c:v>-1465.92839526</c:v>
                </c:pt>
                <c:pt idx="1503">
                  <c:v>-1439.63431315</c:v>
                </c:pt>
                <c:pt idx="1504">
                  <c:v>-1439.63431315</c:v>
                </c:pt>
                <c:pt idx="1505">
                  <c:v>-1413.57560489</c:v>
                </c:pt>
                <c:pt idx="1506">
                  <c:v>-1413.57560489</c:v>
                </c:pt>
                <c:pt idx="1507">
                  <c:v>-1387.75121792</c:v>
                </c:pt>
                <c:pt idx="1508">
                  <c:v>-1387.75121792</c:v>
                </c:pt>
                <c:pt idx="1509">
                  <c:v>-1362.16010597</c:v>
                </c:pt>
                <c:pt idx="1510">
                  <c:v>-1362.16010597</c:v>
                </c:pt>
                <c:pt idx="1511">
                  <c:v>-1336.80122903</c:v>
                </c:pt>
                <c:pt idx="1512">
                  <c:v>-1336.80122903</c:v>
                </c:pt>
                <c:pt idx="1513">
                  <c:v>-1311.67355338</c:v>
                </c:pt>
                <c:pt idx="1514">
                  <c:v>-1311.67355337</c:v>
                </c:pt>
                <c:pt idx="1515">
                  <c:v>-1286.77605149</c:v>
                </c:pt>
                <c:pt idx="1516">
                  <c:v>-1286.77605149</c:v>
                </c:pt>
                <c:pt idx="1517">
                  <c:v>-1262.10770209</c:v>
                </c:pt>
                <c:pt idx="1518">
                  <c:v>-1262.10770209</c:v>
                </c:pt>
                <c:pt idx="1519">
                  <c:v>-1237.66749006</c:v>
                </c:pt>
                <c:pt idx="1520">
                  <c:v>-1237.66749006</c:v>
                </c:pt>
                <c:pt idx="1521">
                  <c:v>-1213.45440647</c:v>
                </c:pt>
                <c:pt idx="1522">
                  <c:v>-1213.45440647</c:v>
                </c:pt>
                <c:pt idx="1523">
                  <c:v>-1189.46744851</c:v>
                </c:pt>
                <c:pt idx="1524">
                  <c:v>-1189.46744851</c:v>
                </c:pt>
                <c:pt idx="1525">
                  <c:v>-1165.70561952</c:v>
                </c:pt>
                <c:pt idx="1526">
                  <c:v>-1165.70561952</c:v>
                </c:pt>
                <c:pt idx="1527">
                  <c:v>-1142.16792891</c:v>
                </c:pt>
                <c:pt idx="1528">
                  <c:v>-1142.16792891</c:v>
                </c:pt>
                <c:pt idx="1529">
                  <c:v>-1118.85339218</c:v>
                </c:pt>
                <c:pt idx="1530">
                  <c:v>-1118.85339219</c:v>
                </c:pt>
                <c:pt idx="1531">
                  <c:v>-1095.76103089</c:v>
                </c:pt>
                <c:pt idx="1532">
                  <c:v>-1095.76103089</c:v>
                </c:pt>
                <c:pt idx="1533">
                  <c:v>-1072.88987261</c:v>
                </c:pt>
                <c:pt idx="1534">
                  <c:v>-1072.8898726</c:v>
                </c:pt>
                <c:pt idx="1535">
                  <c:v>-1050.23895092</c:v>
                </c:pt>
                <c:pt idx="1536">
                  <c:v>-1050.23895092</c:v>
                </c:pt>
                <c:pt idx="1537">
                  <c:v>-1027.80730542</c:v>
                </c:pt>
                <c:pt idx="1538">
                  <c:v>-1027.80730541</c:v>
                </c:pt>
                <c:pt idx="1539">
                  <c:v>-1005.59398164</c:v>
                </c:pt>
                <c:pt idx="1540">
                  <c:v>-1005.59398164</c:v>
                </c:pt>
                <c:pt idx="1541">
                  <c:v>-983.59803107</c:v>
                </c:pt>
                <c:pt idx="1542">
                  <c:v>-983.59803107</c:v>
                </c:pt>
                <c:pt idx="1543">
                  <c:v>-961.81851112</c:v>
                </c:pt>
                <c:pt idx="1544">
                  <c:v>-961.81851112</c:v>
                </c:pt>
                <c:pt idx="1545">
                  <c:v>-940.25448511</c:v>
                </c:pt>
                <c:pt idx="1546">
                  <c:v>-940.25448511</c:v>
                </c:pt>
                <c:pt idx="1547">
                  <c:v>-918.90502222</c:v>
                </c:pt>
                <c:pt idx="1548">
                  <c:v>-918.90502222</c:v>
                </c:pt>
                <c:pt idx="1549">
                  <c:v>-897.76919751</c:v>
                </c:pt>
                <c:pt idx="1550">
                  <c:v>-897.76919751</c:v>
                </c:pt>
                <c:pt idx="1551">
                  <c:v>-876.84609185</c:v>
                </c:pt>
                <c:pt idx="1552">
                  <c:v>-876.84609185</c:v>
                </c:pt>
                <c:pt idx="1553">
                  <c:v>-856.13479195</c:v>
                </c:pt>
                <c:pt idx="1554">
                  <c:v>-856.13479195</c:v>
                </c:pt>
                <c:pt idx="1555">
                  <c:v>-835.63439031</c:v>
                </c:pt>
                <c:pt idx="1556">
                  <c:v>-835.63439031</c:v>
                </c:pt>
                <c:pt idx="1557">
                  <c:v>-815.34398519</c:v>
                </c:pt>
                <c:pt idx="1558">
                  <c:v>-815.34398519</c:v>
                </c:pt>
                <c:pt idx="1559">
                  <c:v>-795.26268061</c:v>
                </c:pt>
                <c:pt idx="1560">
                  <c:v>-795.26268061</c:v>
                </c:pt>
                <c:pt idx="1561">
                  <c:v>-775.38958632</c:v>
                </c:pt>
                <c:pt idx="1562">
                  <c:v>-775.38958632</c:v>
                </c:pt>
                <c:pt idx="1563">
                  <c:v>-755.72381779</c:v>
                </c:pt>
                <c:pt idx="1564">
                  <c:v>-755.72381779</c:v>
                </c:pt>
                <c:pt idx="1565">
                  <c:v>-736.26449616</c:v>
                </c:pt>
                <c:pt idx="1566">
                  <c:v>-736.26449616</c:v>
                </c:pt>
                <c:pt idx="1567">
                  <c:v>-717.01074826</c:v>
                </c:pt>
                <c:pt idx="1568">
                  <c:v>-717.01074826</c:v>
                </c:pt>
                <c:pt idx="1569">
                  <c:v>-697.96170655</c:v>
                </c:pt>
                <c:pt idx="1570">
                  <c:v>-697.96170655</c:v>
                </c:pt>
                <c:pt idx="1571">
                  <c:v>-679.1165091300001</c:v>
                </c:pt>
                <c:pt idx="1572">
                  <c:v>-679.1165091300001</c:v>
                </c:pt>
                <c:pt idx="1573">
                  <c:v>-660.47429971</c:v>
                </c:pt>
                <c:pt idx="1574">
                  <c:v>-660.47429972</c:v>
                </c:pt>
                <c:pt idx="1575">
                  <c:v>-642.0342276</c:v>
                </c:pt>
                <c:pt idx="1576">
                  <c:v>-642.0342276</c:v>
                </c:pt>
                <c:pt idx="1577">
                  <c:v>-623.79544764</c:v>
                </c:pt>
                <c:pt idx="1578">
                  <c:v>-623.79544764</c:v>
                </c:pt>
                <c:pt idx="1579">
                  <c:v>-605.75712026</c:v>
                </c:pt>
                <c:pt idx="1580">
                  <c:v>-605.75712026</c:v>
                </c:pt>
                <c:pt idx="1581">
                  <c:v>-587.9184114</c:v>
                </c:pt>
                <c:pt idx="1582">
                  <c:v>-587.9184114</c:v>
                </c:pt>
                <c:pt idx="1583">
                  <c:v>-570.2784925</c:v>
                </c:pt>
                <c:pt idx="1584">
                  <c:v>-570.2784925</c:v>
                </c:pt>
                <c:pt idx="1585">
                  <c:v>-552.8365405</c:v>
                </c:pt>
                <c:pt idx="1586">
                  <c:v>-552.8365405</c:v>
                </c:pt>
                <c:pt idx="1587">
                  <c:v>-535.59173782</c:v>
                </c:pt>
                <c:pt idx="1588">
                  <c:v>-535.59173782</c:v>
                </c:pt>
                <c:pt idx="1589">
                  <c:v>-518.5432723</c:v>
                </c:pt>
                <c:pt idx="1590">
                  <c:v>-518.5432723</c:v>
                </c:pt>
                <c:pt idx="1591">
                  <c:v>-501.69033724</c:v>
                </c:pt>
                <c:pt idx="1592">
                  <c:v>-501.69033724</c:v>
                </c:pt>
                <c:pt idx="1593">
                  <c:v>-485.03213134</c:v>
                </c:pt>
                <c:pt idx="1594">
                  <c:v>-485.03213134</c:v>
                </c:pt>
                <c:pt idx="1595">
                  <c:v>-468.56785869</c:v>
                </c:pt>
                <c:pt idx="1596">
                  <c:v>-468.56785869</c:v>
                </c:pt>
                <c:pt idx="1597">
                  <c:v>-452.29672876</c:v>
                </c:pt>
                <c:pt idx="1598">
                  <c:v>-452.29672876</c:v>
                </c:pt>
                <c:pt idx="1599">
                  <c:v>-436.21795638</c:v>
                </c:pt>
                <c:pt idx="1600">
                  <c:v>-436.21795638</c:v>
                </c:pt>
                <c:pt idx="1601">
                  <c:v>-420.33076169</c:v>
                </c:pt>
                <c:pt idx="1602">
                  <c:v>-420.33076169</c:v>
                </c:pt>
                <c:pt idx="1603">
                  <c:v>-404.63437018</c:v>
                </c:pt>
                <c:pt idx="1604">
                  <c:v>-404.63437018</c:v>
                </c:pt>
                <c:pt idx="1605">
                  <c:v>-389.1280126</c:v>
                </c:pt>
                <c:pt idx="1606">
                  <c:v>-389.1280126</c:v>
                </c:pt>
                <c:pt idx="1607">
                  <c:v>-373.81092503</c:v>
                </c:pt>
                <c:pt idx="1608">
                  <c:v>-373.81092502</c:v>
                </c:pt>
                <c:pt idx="1609">
                  <c:v>-358.68234875</c:v>
                </c:pt>
                <c:pt idx="1610">
                  <c:v>-358.68234875</c:v>
                </c:pt>
                <c:pt idx="1611">
                  <c:v>-343.74153034</c:v>
                </c:pt>
                <c:pt idx="1612">
                  <c:v>-343.74153034</c:v>
                </c:pt>
                <c:pt idx="1613">
                  <c:v>-328.98772158</c:v>
                </c:pt>
                <c:pt idx="1614">
                  <c:v>-328.98772157</c:v>
                </c:pt>
                <c:pt idx="1615">
                  <c:v>-314.42017944</c:v>
                </c:pt>
                <c:pt idx="1616">
                  <c:v>-314.42017944</c:v>
                </c:pt>
                <c:pt idx="1617">
                  <c:v>-300.0381661</c:v>
                </c:pt>
                <c:pt idx="1618">
                  <c:v>-300.0381661</c:v>
                </c:pt>
                <c:pt idx="1619">
                  <c:v>-285.84094891</c:v>
                </c:pt>
                <c:pt idx="1620">
                  <c:v>-285.84094891</c:v>
                </c:pt>
                <c:pt idx="1621">
                  <c:v>-271.82780038</c:v>
                </c:pt>
                <c:pt idx="1622">
                  <c:v>-271.82780038</c:v>
                </c:pt>
                <c:pt idx="1623">
                  <c:v>-257.99799812</c:v>
                </c:pt>
                <c:pt idx="1624">
                  <c:v>-257.99799812</c:v>
                </c:pt>
                <c:pt idx="1625">
                  <c:v>-244.3508249</c:v>
                </c:pt>
                <c:pt idx="1626">
                  <c:v>-244.3508249</c:v>
                </c:pt>
                <c:pt idx="1627">
                  <c:v>-230.88556856</c:v>
                </c:pt>
                <c:pt idx="1628">
                  <c:v>-230.88556856</c:v>
                </c:pt>
                <c:pt idx="1629">
                  <c:v>-217.60152206</c:v>
                </c:pt>
                <c:pt idx="1630">
                  <c:v>-217.60152205</c:v>
                </c:pt>
                <c:pt idx="1631">
                  <c:v>-204.49798337</c:v>
                </c:pt>
                <c:pt idx="1632">
                  <c:v>-204.49798337</c:v>
                </c:pt>
                <c:pt idx="1633">
                  <c:v>-191.57425556</c:v>
                </c:pt>
                <c:pt idx="1634">
                  <c:v>-191.57425556</c:v>
                </c:pt>
                <c:pt idx="1635">
                  <c:v>-178.82964671</c:v>
                </c:pt>
                <c:pt idx="1636">
                  <c:v>-178.82964671</c:v>
                </c:pt>
                <c:pt idx="1637">
                  <c:v>-166.26346991</c:v>
                </c:pt>
                <c:pt idx="1638">
                  <c:v>-166.26346991</c:v>
                </c:pt>
                <c:pt idx="1639">
                  <c:v>-153.87504326</c:v>
                </c:pt>
                <c:pt idx="1640">
                  <c:v>-153.87504326</c:v>
                </c:pt>
                <c:pt idx="1641">
                  <c:v>-141.66368983</c:v>
                </c:pt>
                <c:pt idx="1642">
                  <c:v>-141.66368983</c:v>
                </c:pt>
                <c:pt idx="1643">
                  <c:v>-129.62873767</c:v>
                </c:pt>
                <c:pt idx="1644">
                  <c:v>-129.62873767</c:v>
                </c:pt>
                <c:pt idx="1645">
                  <c:v>-117.76951977</c:v>
                </c:pt>
                <c:pt idx="1646">
                  <c:v>-117.76951977</c:v>
                </c:pt>
                <c:pt idx="1647">
                  <c:v>-106.08537404</c:v>
                </c:pt>
                <c:pt idx="1648">
                  <c:v>-106.08537404</c:v>
                </c:pt>
                <c:pt idx="1649">
                  <c:v>-94.57564334</c:v>
                </c:pt>
                <c:pt idx="1650">
                  <c:v>-94.57564334</c:v>
                </c:pt>
                <c:pt idx="1651">
                  <c:v>-83.23967537999999</c:v>
                </c:pt>
                <c:pt idx="1652">
                  <c:v>-83.23967537999999</c:v>
                </c:pt>
                <c:pt idx="1653">
                  <c:v>-72.0768228</c:v>
                </c:pt>
                <c:pt idx="1654">
                  <c:v>-72.0768228</c:v>
                </c:pt>
                <c:pt idx="1655">
                  <c:v>-61.08644309</c:v>
                </c:pt>
                <c:pt idx="1656">
                  <c:v>-61.08644309</c:v>
                </c:pt>
                <c:pt idx="1657">
                  <c:v>-50.26789859</c:v>
                </c:pt>
                <c:pt idx="1658">
                  <c:v>-50.26789859</c:v>
                </c:pt>
                <c:pt idx="1659">
                  <c:v>-39.62055648</c:v>
                </c:pt>
                <c:pt idx="1660">
                  <c:v>-39.62055648</c:v>
                </c:pt>
                <c:pt idx="1661">
                  <c:v>-29.14378876</c:v>
                </c:pt>
                <c:pt idx="1662">
                  <c:v>-29.14378876</c:v>
                </c:pt>
                <c:pt idx="1663">
                  <c:v>-18.83697224</c:v>
                </c:pt>
                <c:pt idx="1664">
                  <c:v>-18.83697224</c:v>
                </c:pt>
                <c:pt idx="1665">
                  <c:v>-8.699488519999999</c:v>
                </c:pt>
                <c:pt idx="1666">
                  <c:v>-8.699488519999999</c:v>
                </c:pt>
                <c:pt idx="1667">
                  <c:v>1.26927603</c:v>
                </c:pt>
                <c:pt idx="1668">
                  <c:v>1.26927603</c:v>
                </c:pt>
                <c:pt idx="1669">
                  <c:v>11.06993026</c:v>
                </c:pt>
                <c:pt idx="1670">
                  <c:v>11.06993026</c:v>
                </c:pt>
                <c:pt idx="1671">
                  <c:v>20.70307831</c:v>
                </c:pt>
                <c:pt idx="1672">
                  <c:v>20.70307831</c:v>
                </c:pt>
                <c:pt idx="1673">
                  <c:v>30.16931955</c:v>
                </c:pt>
                <c:pt idx="1674">
                  <c:v>30.16931955</c:v>
                </c:pt>
                <c:pt idx="1675">
                  <c:v>39.46924865</c:v>
                </c:pt>
                <c:pt idx="1676">
                  <c:v>39.46924865</c:v>
                </c:pt>
                <c:pt idx="1677">
                  <c:v>48.60345559</c:v>
                </c:pt>
                <c:pt idx="1678">
                  <c:v>48.60345559</c:v>
                </c:pt>
                <c:pt idx="1679">
                  <c:v>57.57252563</c:v>
                </c:pt>
                <c:pt idx="1680">
                  <c:v>57.57252563</c:v>
                </c:pt>
                <c:pt idx="1681">
                  <c:v>66.37703938999999</c:v>
                </c:pt>
                <c:pt idx="1682">
                  <c:v>66.37703938999999</c:v>
                </c:pt>
                <c:pt idx="1683">
                  <c:v>75.01757281</c:v>
                </c:pt>
                <c:pt idx="1684">
                  <c:v>75.01757281</c:v>
                </c:pt>
                <c:pt idx="1685">
                  <c:v>83.49469718</c:v>
                </c:pt>
                <c:pt idx="1686">
                  <c:v>83.49469718</c:v>
                </c:pt>
                <c:pt idx="1687">
                  <c:v>91.80897917999999</c:v>
                </c:pt>
                <c:pt idx="1688">
                  <c:v>91.80897917999999</c:v>
                </c:pt>
                <c:pt idx="1689">
                  <c:v>99.96098084</c:v>
                </c:pt>
                <c:pt idx="1690">
                  <c:v>99.96098084</c:v>
                </c:pt>
                <c:pt idx="1691">
                  <c:v>107.95125962</c:v>
                </c:pt>
                <c:pt idx="1692">
                  <c:v>107.95125962</c:v>
                </c:pt>
                <c:pt idx="1693">
                  <c:v>115.78036836</c:v>
                </c:pt>
                <c:pt idx="1694">
                  <c:v>115.78036836</c:v>
                </c:pt>
                <c:pt idx="1695">
                  <c:v>123.44885533</c:v>
                </c:pt>
                <c:pt idx="1696">
                  <c:v>123.44885533</c:v>
                </c:pt>
                <c:pt idx="1697">
                  <c:v>130.95726424</c:v>
                </c:pt>
                <c:pt idx="1698">
                  <c:v>130.95726424</c:v>
                </c:pt>
                <c:pt idx="1699">
                  <c:v>138.30613423</c:v>
                </c:pt>
                <c:pt idx="1700">
                  <c:v>138.30613423</c:v>
                </c:pt>
                <c:pt idx="1701">
                  <c:v>145.49599994</c:v>
                </c:pt>
                <c:pt idx="1702">
                  <c:v>145.49599994</c:v>
                </c:pt>
                <c:pt idx="1703">
                  <c:v>152.52739143</c:v>
                </c:pt>
                <c:pt idx="1704">
                  <c:v>152.52739143</c:v>
                </c:pt>
                <c:pt idx="1705">
                  <c:v>159.40083427</c:v>
                </c:pt>
                <c:pt idx="1706">
                  <c:v>159.40083427</c:v>
                </c:pt>
                <c:pt idx="1707">
                  <c:v>166.11684955</c:v>
                </c:pt>
                <c:pt idx="1708">
                  <c:v>166.11684955</c:v>
                </c:pt>
                <c:pt idx="1709">
                  <c:v>172.67595382</c:v>
                </c:pt>
                <c:pt idx="1710">
                  <c:v>172.67595382</c:v>
                </c:pt>
                <c:pt idx="1711">
                  <c:v>179.0786592</c:v>
                </c:pt>
                <c:pt idx="1712">
                  <c:v>179.0786592</c:v>
                </c:pt>
                <c:pt idx="1713">
                  <c:v>185.32547332</c:v>
                </c:pt>
                <c:pt idx="1714">
                  <c:v>185.32547332</c:v>
                </c:pt>
                <c:pt idx="1715">
                  <c:v>191.41689936</c:v>
                </c:pt>
                <c:pt idx="1716">
                  <c:v>191.41689936</c:v>
                </c:pt>
                <c:pt idx="1717">
                  <c:v>197.35343604</c:v>
                </c:pt>
                <c:pt idx="1718">
                  <c:v>197.35343604</c:v>
                </c:pt>
                <c:pt idx="1719">
                  <c:v>203.13557768</c:v>
                </c:pt>
                <c:pt idx="1720">
                  <c:v>203.13557768</c:v>
                </c:pt>
                <c:pt idx="1721">
                  <c:v>208.76381415</c:v>
                </c:pt>
                <c:pt idx="1722">
                  <c:v>208.76381415</c:v>
                </c:pt>
                <c:pt idx="1723">
                  <c:v>214.23863093</c:v>
                </c:pt>
                <c:pt idx="1724">
                  <c:v>214.23863093</c:v>
                </c:pt>
                <c:pt idx="1725">
                  <c:v>219.5605091</c:v>
                </c:pt>
                <c:pt idx="1726">
                  <c:v>219.5605091</c:v>
                </c:pt>
                <c:pt idx="1727">
                  <c:v>224.72992534</c:v>
                </c:pt>
                <c:pt idx="1728">
                  <c:v>224.72992534</c:v>
                </c:pt>
                <c:pt idx="1729">
                  <c:v>229.74735196</c:v>
                </c:pt>
                <c:pt idx="1730">
                  <c:v>229.74735196</c:v>
                </c:pt>
                <c:pt idx="1731">
                  <c:v>234.6132569</c:v>
                </c:pt>
                <c:pt idx="1732">
                  <c:v>234.6132569</c:v>
                </c:pt>
                <c:pt idx="1733">
                  <c:v>239.32810376</c:v>
                </c:pt>
                <c:pt idx="1734">
                  <c:v>239.32810376</c:v>
                </c:pt>
                <c:pt idx="1735">
                  <c:v>243.89235178</c:v>
                </c:pt>
                <c:pt idx="1736">
                  <c:v>243.89235178</c:v>
                </c:pt>
                <c:pt idx="1737">
                  <c:v>248.30645585</c:v>
                </c:pt>
                <c:pt idx="1738">
                  <c:v>248.30645585</c:v>
                </c:pt>
                <c:pt idx="1739">
                  <c:v>252.57086657</c:v>
                </c:pt>
                <c:pt idx="1740">
                  <c:v>252.57086657</c:v>
                </c:pt>
                <c:pt idx="1741">
                  <c:v>256.68603018</c:v>
                </c:pt>
                <c:pt idx="1742">
                  <c:v>256.68603018</c:v>
                </c:pt>
                <c:pt idx="1743">
                  <c:v>260.65238865</c:v>
                </c:pt>
                <c:pt idx="1744">
                  <c:v>260.65238865</c:v>
                </c:pt>
                <c:pt idx="1745">
                  <c:v>264.47037964</c:v>
                </c:pt>
                <c:pt idx="1746">
                  <c:v>264.47037964</c:v>
                </c:pt>
                <c:pt idx="1747">
                  <c:v>268.1404365</c:v>
                </c:pt>
                <c:pt idx="1748">
                  <c:v>268.1404365</c:v>
                </c:pt>
                <c:pt idx="1749">
                  <c:v>271.66298832</c:v>
                </c:pt>
                <c:pt idx="1750">
                  <c:v>271.66298832</c:v>
                </c:pt>
                <c:pt idx="1751">
                  <c:v>275.03845992</c:v>
                </c:pt>
                <c:pt idx="1752">
                  <c:v>275.03845992</c:v>
                </c:pt>
                <c:pt idx="1753">
                  <c:v>278.26727184</c:v>
                </c:pt>
                <c:pt idx="1754">
                  <c:v>278.26727184</c:v>
                </c:pt>
                <c:pt idx="1755">
                  <c:v>281.3498404</c:v>
                </c:pt>
                <c:pt idx="1756">
                  <c:v>281.34984039</c:v>
                </c:pt>
                <c:pt idx="1757">
                  <c:v>284.28657762</c:v>
                </c:pt>
                <c:pt idx="1758">
                  <c:v>284.28657762</c:v>
                </c:pt>
                <c:pt idx="1759">
                  <c:v>287.07789133</c:v>
                </c:pt>
                <c:pt idx="1760">
                  <c:v>287.07789133</c:v>
                </c:pt>
                <c:pt idx="1761">
                  <c:v>289.7241851</c:v>
                </c:pt>
                <c:pt idx="1762">
                  <c:v>289.7241851</c:v>
                </c:pt>
                <c:pt idx="1763">
                  <c:v>292.22585828</c:v>
                </c:pt>
                <c:pt idx="1764">
                  <c:v>292.22585828</c:v>
                </c:pt>
                <c:pt idx="1765">
                  <c:v>294.58330602</c:v>
                </c:pt>
                <c:pt idx="1766">
                  <c:v>294.58330602</c:v>
                </c:pt>
                <c:pt idx="1767">
                  <c:v>296.79691923</c:v>
                </c:pt>
                <c:pt idx="1768">
                  <c:v>296.79691923</c:v>
                </c:pt>
                <c:pt idx="1769">
                  <c:v>298.86708465</c:v>
                </c:pt>
                <c:pt idx="1770">
                  <c:v>298.86708465</c:v>
                </c:pt>
                <c:pt idx="1771">
                  <c:v>300.79418481</c:v>
                </c:pt>
                <c:pt idx="1772">
                  <c:v>300.79418481</c:v>
                </c:pt>
                <c:pt idx="1773">
                  <c:v>302.57859804</c:v>
                </c:pt>
                <c:pt idx="1774">
                  <c:v>302.57859804</c:v>
                </c:pt>
                <c:pt idx="1775">
                  <c:v>304.2206985</c:v>
                </c:pt>
                <c:pt idx="1776">
                  <c:v>304.2206985</c:v>
                </c:pt>
                <c:pt idx="1777">
                  <c:v>305.72085617</c:v>
                </c:pt>
                <c:pt idx="1778">
                  <c:v>305.72085617</c:v>
                </c:pt>
                <c:pt idx="1779">
                  <c:v>307.07943685</c:v>
                </c:pt>
                <c:pt idx="1780">
                  <c:v>307.07943685</c:v>
                </c:pt>
                <c:pt idx="1781">
                  <c:v>308.29680218</c:v>
                </c:pt>
                <c:pt idx="1782">
                  <c:v>308.29680218</c:v>
                </c:pt>
                <c:pt idx="1783">
                  <c:v>309.37330964</c:v>
                </c:pt>
                <c:pt idx="1784">
                  <c:v>309.37330964</c:v>
                </c:pt>
                <c:pt idx="1785">
                  <c:v>310.30931256</c:v>
                </c:pt>
                <c:pt idx="1786">
                  <c:v>310.30931256</c:v>
                </c:pt>
                <c:pt idx="1787">
                  <c:v>311.10516009</c:v>
                </c:pt>
                <c:pt idx="1788">
                  <c:v>311.10516009</c:v>
                </c:pt>
                <c:pt idx="1789">
                  <c:v>311.76119728</c:v>
                </c:pt>
                <c:pt idx="1790">
                  <c:v>311.76119728</c:v>
                </c:pt>
                <c:pt idx="1791">
                  <c:v>312.27776498</c:v>
                </c:pt>
                <c:pt idx="1792">
                  <c:v>312.27776498</c:v>
                </c:pt>
                <c:pt idx="1793">
                  <c:v>312.65519996</c:v>
                </c:pt>
                <c:pt idx="1794">
                  <c:v>312.65519996</c:v>
                </c:pt>
                <c:pt idx="1795">
                  <c:v>312.89383481</c:v>
                </c:pt>
                <c:pt idx="1796">
                  <c:v>312.89383481</c:v>
                </c:pt>
                <c:pt idx="1797">
                  <c:v>312.99399801</c:v>
                </c:pt>
                <c:pt idx="1798">
                  <c:v>312.99399801</c:v>
                </c:pt>
                <c:pt idx="1799">
                  <c:v>312.95601391</c:v>
                </c:pt>
                <c:pt idx="1800">
                  <c:v>312.95601391</c:v>
                </c:pt>
                <c:pt idx="1801">
                  <c:v>312.78020271</c:v>
                </c:pt>
                <c:pt idx="1802">
                  <c:v>312.78020271</c:v>
                </c:pt>
                <c:pt idx="1803">
                  <c:v>312.46688054</c:v>
                </c:pt>
                <c:pt idx="1804">
                  <c:v>312.46688054</c:v>
                </c:pt>
                <c:pt idx="1805">
                  <c:v>312.01635934</c:v>
                </c:pt>
                <c:pt idx="1806">
                  <c:v>312.01635934</c:v>
                </c:pt>
                <c:pt idx="1807">
                  <c:v>311.428947</c:v>
                </c:pt>
                <c:pt idx="1808">
                  <c:v>311.428947</c:v>
                </c:pt>
                <c:pt idx="1809">
                  <c:v>310.70494724</c:v>
                </c:pt>
                <c:pt idx="1810">
                  <c:v>310.70494724</c:v>
                </c:pt>
                <c:pt idx="1811">
                  <c:v>309.84465968</c:v>
                </c:pt>
                <c:pt idx="1812">
                  <c:v>309.84465968</c:v>
                </c:pt>
                <c:pt idx="1813">
                  <c:v>308.84837984</c:v>
                </c:pt>
                <c:pt idx="1814">
                  <c:v>308.84837984</c:v>
                </c:pt>
                <c:pt idx="1815">
                  <c:v>307.71639911</c:v>
                </c:pt>
                <c:pt idx="1816">
                  <c:v>307.71639911</c:v>
                </c:pt>
                <c:pt idx="1817">
                  <c:v>306.44900478</c:v>
                </c:pt>
                <c:pt idx="1818">
                  <c:v>306.44900478</c:v>
                </c:pt>
                <c:pt idx="1819">
                  <c:v>305.04647999</c:v>
                </c:pt>
                <c:pt idx="1820">
                  <c:v>305.04647999</c:v>
                </c:pt>
                <c:pt idx="1821">
                  <c:v>303.50910382</c:v>
                </c:pt>
                <c:pt idx="1822">
                  <c:v>303.50910382</c:v>
                </c:pt>
                <c:pt idx="1823">
                  <c:v>301.83715119</c:v>
                </c:pt>
                <c:pt idx="1824">
                  <c:v>301.83715119</c:v>
                </c:pt>
                <c:pt idx="1825">
                  <c:v>300.03089292</c:v>
                </c:pt>
                <c:pt idx="1826">
                  <c:v>300.03089292</c:v>
                </c:pt>
                <c:pt idx="1827">
                  <c:v>298.09059572</c:v>
                </c:pt>
                <c:pt idx="1828">
                  <c:v>298.09059572</c:v>
                </c:pt>
                <c:pt idx="1829">
                  <c:v>296.01652216</c:v>
                </c:pt>
                <c:pt idx="1830">
                  <c:v>296.01652216</c:v>
                </c:pt>
                <c:pt idx="1831">
                  <c:v>293.8089307</c:v>
                </c:pt>
                <c:pt idx="1832">
                  <c:v>293.8089307</c:v>
                </c:pt>
                <c:pt idx="1833">
                  <c:v>291.46807568</c:v>
                </c:pt>
                <c:pt idx="1834">
                  <c:v>291.46807568</c:v>
                </c:pt>
                <c:pt idx="1835">
                  <c:v>288.9942073</c:v>
                </c:pt>
                <c:pt idx="1836">
                  <c:v>288.9942073</c:v>
                </c:pt>
                <c:pt idx="1837">
                  <c:v>286.38757163</c:v>
                </c:pt>
                <c:pt idx="1838">
                  <c:v>286.38757163</c:v>
                </c:pt>
                <c:pt idx="1839">
                  <c:v>283.64841061</c:v>
                </c:pt>
                <c:pt idx="1840">
                  <c:v>283.64841061</c:v>
                </c:pt>
                <c:pt idx="1841">
                  <c:v>280.77696203</c:v>
                </c:pt>
                <c:pt idx="1842">
                  <c:v>280.77696203</c:v>
                </c:pt>
                <c:pt idx="1843">
                  <c:v>277.77345954</c:v>
                </c:pt>
                <c:pt idx="1844">
                  <c:v>277.77345954</c:v>
                </c:pt>
                <c:pt idx="1845">
                  <c:v>274.63813263</c:v>
                </c:pt>
                <c:pt idx="1846">
                  <c:v>274.63813263</c:v>
                </c:pt>
                <c:pt idx="1847">
                  <c:v>271.37120665</c:v>
                </c:pt>
                <c:pt idx="1848">
                  <c:v>271.37120665</c:v>
                </c:pt>
                <c:pt idx="1849">
                  <c:v>267.97290276</c:v>
                </c:pt>
                <c:pt idx="1850">
                  <c:v>267.97290276</c:v>
                </c:pt>
                <c:pt idx="1851">
                  <c:v>264.44343796</c:v>
                </c:pt>
                <c:pt idx="1852">
                  <c:v>264.44343796</c:v>
                </c:pt>
                <c:pt idx="1853">
                  <c:v>260.78302508</c:v>
                </c:pt>
                <c:pt idx="1854">
                  <c:v>260.78302508</c:v>
                </c:pt>
                <c:pt idx="1855">
                  <c:v>256.99187273</c:v>
                </c:pt>
                <c:pt idx="1856">
                  <c:v>256.99187273</c:v>
                </c:pt>
                <c:pt idx="1857">
                  <c:v>253.07018534</c:v>
                </c:pt>
                <c:pt idx="1858">
                  <c:v>253.07018534</c:v>
                </c:pt>
                <c:pt idx="1859">
                  <c:v>249.01816314</c:v>
                </c:pt>
                <c:pt idx="1860">
                  <c:v>249.01816314</c:v>
                </c:pt>
                <c:pt idx="1861">
                  <c:v>244.83600212</c:v>
                </c:pt>
                <c:pt idx="1862">
                  <c:v>244.83600212</c:v>
                </c:pt>
                <c:pt idx="1863">
                  <c:v>240.52389405</c:v>
                </c:pt>
                <c:pt idx="1864">
                  <c:v>240.52389405</c:v>
                </c:pt>
                <c:pt idx="1865">
                  <c:v>236.08202645</c:v>
                </c:pt>
                <c:pt idx="1866">
                  <c:v>236.08202645</c:v>
                </c:pt>
                <c:pt idx="1867">
                  <c:v>231.51058259</c:v>
                </c:pt>
                <c:pt idx="1868">
                  <c:v>231.51058259</c:v>
                </c:pt>
                <c:pt idx="1869">
                  <c:v>226.80974147</c:v>
                </c:pt>
                <c:pt idx="1870">
                  <c:v>226.80974147</c:v>
                </c:pt>
                <c:pt idx="1871">
                  <c:v>221.97967778</c:v>
                </c:pt>
                <c:pt idx="1872">
                  <c:v>221.97967778</c:v>
                </c:pt>
                <c:pt idx="1873">
                  <c:v>217.02056194</c:v>
                </c:pt>
                <c:pt idx="1874">
                  <c:v>217.02056194</c:v>
                </c:pt>
                <c:pt idx="1875">
                  <c:v>211.93256002</c:v>
                </c:pt>
                <c:pt idx="1876">
                  <c:v>211.93256002</c:v>
                </c:pt>
                <c:pt idx="1877">
                  <c:v>206.71583378</c:v>
                </c:pt>
                <c:pt idx="1878">
                  <c:v>206.71583378</c:v>
                </c:pt>
                <c:pt idx="1879">
                  <c:v>201.37054059</c:v>
                </c:pt>
                <c:pt idx="1880">
                  <c:v>201.37054059</c:v>
                </c:pt>
                <c:pt idx="1881">
                  <c:v>195.89683348</c:v>
                </c:pt>
                <c:pt idx="1882">
                  <c:v>195.89683348</c:v>
                </c:pt>
                <c:pt idx="1883">
                  <c:v>190.29486104</c:v>
                </c:pt>
                <c:pt idx="1884">
                  <c:v>190.29486104</c:v>
                </c:pt>
                <c:pt idx="1885">
                  <c:v>184.56476745</c:v>
                </c:pt>
                <c:pt idx="1886">
                  <c:v>184.56476745</c:v>
                </c:pt>
                <c:pt idx="1887">
                  <c:v>178.70669245</c:v>
                </c:pt>
                <c:pt idx="1888">
                  <c:v>178.70669245</c:v>
                </c:pt>
                <c:pt idx="1889">
                  <c:v>172.7207713</c:v>
                </c:pt>
                <c:pt idx="1890">
                  <c:v>172.7207713</c:v>
                </c:pt>
                <c:pt idx="1891">
                  <c:v>166.60713475</c:v>
                </c:pt>
                <c:pt idx="1892">
                  <c:v>166.60713475</c:v>
                </c:pt>
                <c:pt idx="1893">
                  <c:v>160.365909</c:v>
                </c:pt>
                <c:pt idx="1894">
                  <c:v>160.365909</c:v>
                </c:pt>
                <c:pt idx="1895">
                  <c:v>153.9972157</c:v>
                </c:pt>
                <c:pt idx="1896">
                  <c:v>153.9972157</c:v>
                </c:pt>
                <c:pt idx="1897">
                  <c:v>147.50117189</c:v>
                </c:pt>
                <c:pt idx="1898">
                  <c:v>147.50117189</c:v>
                </c:pt>
                <c:pt idx="1899">
                  <c:v>140.87788996</c:v>
                </c:pt>
                <c:pt idx="1900">
                  <c:v>140.87788996</c:v>
                </c:pt>
                <c:pt idx="1901">
                  <c:v>134.12747762</c:v>
                </c:pt>
                <c:pt idx="1902">
                  <c:v>134.12747762</c:v>
                </c:pt>
                <c:pt idx="1903">
                  <c:v>127.25003786</c:v>
                </c:pt>
                <c:pt idx="1904">
                  <c:v>127.25003786</c:v>
                </c:pt>
                <c:pt idx="1905">
                  <c:v>120.24566889</c:v>
                </c:pt>
                <c:pt idx="1906">
                  <c:v>120.24566889</c:v>
                </c:pt>
                <c:pt idx="1907">
                  <c:v>113.11446407</c:v>
                </c:pt>
                <c:pt idx="1908">
                  <c:v>113.11446406</c:v>
                </c:pt>
                <c:pt idx="1909">
                  <c:v>105.85651189</c:v>
                </c:pt>
                <c:pt idx="1910">
                  <c:v>105.85651189</c:v>
                </c:pt>
                <c:pt idx="1911">
                  <c:v>98.47189591999999</c:v>
                </c:pt>
                <c:pt idx="1912">
                  <c:v>98.47189591999999</c:v>
                </c:pt>
                <c:pt idx="1913">
                  <c:v>90.96069467</c:v>
                </c:pt>
                <c:pt idx="1914">
                  <c:v>90.96069467</c:v>
                </c:pt>
                <c:pt idx="1915">
                  <c:v>83.32298157</c:v>
                </c:pt>
                <c:pt idx="1916">
                  <c:v>83.32298157</c:v>
                </c:pt>
                <c:pt idx="1917">
                  <c:v>75.55882489</c:v>
                </c:pt>
                <c:pt idx="1918">
                  <c:v>75.55882489</c:v>
                </c:pt>
                <c:pt idx="1919">
                  <c:v>67.66828762</c:v>
                </c:pt>
                <c:pt idx="1920">
                  <c:v>67.66828762</c:v>
                </c:pt>
                <c:pt idx="1921">
                  <c:v>59.65142736</c:v>
                </c:pt>
                <c:pt idx="1922">
                  <c:v>59.65142736</c:v>
                </c:pt>
                <c:pt idx="1923">
                  <c:v>51.50829622</c:v>
                </c:pt>
                <c:pt idx="1924">
                  <c:v>51.50829622</c:v>
                </c:pt>
                <c:pt idx="1925">
                  <c:v>43.23894064</c:v>
                </c:pt>
                <c:pt idx="1926">
                  <c:v>43.23894064</c:v>
                </c:pt>
                <c:pt idx="1927">
                  <c:v>34.84340126</c:v>
                </c:pt>
                <c:pt idx="1928">
                  <c:v>34.84340126</c:v>
                </c:pt>
                <c:pt idx="1929">
                  <c:v>26.32171266</c:v>
                </c:pt>
                <c:pt idx="1930">
                  <c:v>26.32171266</c:v>
                </c:pt>
                <c:pt idx="1931">
                  <c:v>17.6739031</c:v>
                </c:pt>
                <c:pt idx="1932">
                  <c:v>17.6739031</c:v>
                </c:pt>
                <c:pt idx="1933">
                  <c:v>8.89999414</c:v>
                </c:pt>
                <c:pt idx="1934">
                  <c:v>8.89999414</c:v>
                </c:pt>
                <c:pt idx="1935">
                  <c:v>-0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</c:scaling>
        <c:delete val="0"/>
        <c:axPos val="b"/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纵向坐标 x / 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5323384"/>
        <c:crosses val="autoZero"/>
        <c:crossBetween val="midCat"/>
      </c:valAx>
      <c:valAx>
        <c:axId val="2165323384"/>
        <c:scaling>
          <c:orientation val="minMax"/>
        </c:scaling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弯矩 / (MN·m)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6026424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最大值</c:v>
                </c:pt>
              </c:strCache>
            </c:strRef>
          </c:tx>
          <c:spPr>
            <a:ln w="21590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Sheet1!$A$2:$A$1937</c:f>
              <c:numCache>
                <c:formatCode>General</c:formatCode>
                <c:ptCount val="1936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  <c:pt idx="880">
                  <c:v>220</c:v>
                </c:pt>
                <c:pt idx="881">
                  <c:v>220.5</c:v>
                </c:pt>
                <c:pt idx="882">
                  <c:v>220.5</c:v>
                </c:pt>
                <c:pt idx="883">
                  <c:v>221</c:v>
                </c:pt>
                <c:pt idx="884">
                  <c:v>221</c:v>
                </c:pt>
                <c:pt idx="885">
                  <c:v>221.5</c:v>
                </c:pt>
                <c:pt idx="886">
                  <c:v>221.5</c:v>
                </c:pt>
                <c:pt idx="887">
                  <c:v>222</c:v>
                </c:pt>
                <c:pt idx="888">
                  <c:v>222</c:v>
                </c:pt>
                <c:pt idx="889">
                  <c:v>222.5</c:v>
                </c:pt>
                <c:pt idx="890">
                  <c:v>222.5</c:v>
                </c:pt>
                <c:pt idx="891">
                  <c:v>223</c:v>
                </c:pt>
                <c:pt idx="892">
                  <c:v>223</c:v>
                </c:pt>
                <c:pt idx="893">
                  <c:v>223.5</c:v>
                </c:pt>
                <c:pt idx="894">
                  <c:v>223.5</c:v>
                </c:pt>
                <c:pt idx="895">
                  <c:v>224</c:v>
                </c:pt>
                <c:pt idx="896">
                  <c:v>224</c:v>
                </c:pt>
                <c:pt idx="897">
                  <c:v>224.5</c:v>
                </c:pt>
                <c:pt idx="898">
                  <c:v>224.5</c:v>
                </c:pt>
                <c:pt idx="899">
                  <c:v>225</c:v>
                </c:pt>
                <c:pt idx="900">
                  <c:v>225</c:v>
                </c:pt>
                <c:pt idx="901">
                  <c:v>225.5</c:v>
                </c:pt>
                <c:pt idx="902">
                  <c:v>225.5</c:v>
                </c:pt>
                <c:pt idx="903">
                  <c:v>226</c:v>
                </c:pt>
                <c:pt idx="904">
                  <c:v>226</c:v>
                </c:pt>
                <c:pt idx="905">
                  <c:v>226.5</c:v>
                </c:pt>
                <c:pt idx="906">
                  <c:v>226.5</c:v>
                </c:pt>
                <c:pt idx="907">
                  <c:v>227</c:v>
                </c:pt>
                <c:pt idx="908">
                  <c:v>227</c:v>
                </c:pt>
                <c:pt idx="909">
                  <c:v>227.5</c:v>
                </c:pt>
                <c:pt idx="910">
                  <c:v>227.5</c:v>
                </c:pt>
                <c:pt idx="911">
                  <c:v>228</c:v>
                </c:pt>
                <c:pt idx="912">
                  <c:v>228</c:v>
                </c:pt>
                <c:pt idx="913">
                  <c:v>228.5</c:v>
                </c:pt>
                <c:pt idx="914">
                  <c:v>228.5</c:v>
                </c:pt>
                <c:pt idx="915">
                  <c:v>229</c:v>
                </c:pt>
                <c:pt idx="916">
                  <c:v>229</c:v>
                </c:pt>
                <c:pt idx="917">
                  <c:v>229.5</c:v>
                </c:pt>
                <c:pt idx="918">
                  <c:v>229.5</c:v>
                </c:pt>
                <c:pt idx="919">
                  <c:v>230</c:v>
                </c:pt>
                <c:pt idx="920">
                  <c:v>230</c:v>
                </c:pt>
                <c:pt idx="921">
                  <c:v>230.5</c:v>
                </c:pt>
                <c:pt idx="922">
                  <c:v>230.5</c:v>
                </c:pt>
                <c:pt idx="923">
                  <c:v>231</c:v>
                </c:pt>
                <c:pt idx="924">
                  <c:v>231</c:v>
                </c:pt>
                <c:pt idx="925">
                  <c:v>231.5</c:v>
                </c:pt>
                <c:pt idx="926">
                  <c:v>231.5</c:v>
                </c:pt>
                <c:pt idx="927">
                  <c:v>232</c:v>
                </c:pt>
                <c:pt idx="928">
                  <c:v>232</c:v>
                </c:pt>
                <c:pt idx="929">
                  <c:v>232.5</c:v>
                </c:pt>
                <c:pt idx="930">
                  <c:v>232.5</c:v>
                </c:pt>
                <c:pt idx="931">
                  <c:v>233</c:v>
                </c:pt>
                <c:pt idx="932">
                  <c:v>233</c:v>
                </c:pt>
                <c:pt idx="933">
                  <c:v>233.5</c:v>
                </c:pt>
                <c:pt idx="934">
                  <c:v>233.5</c:v>
                </c:pt>
                <c:pt idx="935">
                  <c:v>234</c:v>
                </c:pt>
                <c:pt idx="936">
                  <c:v>234</c:v>
                </c:pt>
                <c:pt idx="937">
                  <c:v>234.5</c:v>
                </c:pt>
                <c:pt idx="938">
                  <c:v>234.5</c:v>
                </c:pt>
                <c:pt idx="939">
                  <c:v>235</c:v>
                </c:pt>
                <c:pt idx="940">
                  <c:v>235</c:v>
                </c:pt>
                <c:pt idx="941">
                  <c:v>235.5</c:v>
                </c:pt>
                <c:pt idx="942">
                  <c:v>235.5</c:v>
                </c:pt>
                <c:pt idx="943">
                  <c:v>236</c:v>
                </c:pt>
                <c:pt idx="944">
                  <c:v>236</c:v>
                </c:pt>
                <c:pt idx="945">
                  <c:v>236.5</c:v>
                </c:pt>
                <c:pt idx="946">
                  <c:v>236.5</c:v>
                </c:pt>
                <c:pt idx="947">
                  <c:v>237</c:v>
                </c:pt>
                <c:pt idx="948">
                  <c:v>237</c:v>
                </c:pt>
                <c:pt idx="949">
                  <c:v>237.5</c:v>
                </c:pt>
                <c:pt idx="950">
                  <c:v>237.5</c:v>
                </c:pt>
                <c:pt idx="951">
                  <c:v>238</c:v>
                </c:pt>
                <c:pt idx="952">
                  <c:v>238</c:v>
                </c:pt>
                <c:pt idx="953">
                  <c:v>238.5</c:v>
                </c:pt>
                <c:pt idx="954">
                  <c:v>238.5</c:v>
                </c:pt>
                <c:pt idx="955">
                  <c:v>239</c:v>
                </c:pt>
                <c:pt idx="956">
                  <c:v>239</c:v>
                </c:pt>
                <c:pt idx="957">
                  <c:v>239.5</c:v>
                </c:pt>
                <c:pt idx="958">
                  <c:v>239.5</c:v>
                </c:pt>
                <c:pt idx="959">
                  <c:v>240</c:v>
                </c:pt>
                <c:pt idx="960">
                  <c:v>240</c:v>
                </c:pt>
                <c:pt idx="961">
                  <c:v>240.5</c:v>
                </c:pt>
                <c:pt idx="962">
                  <c:v>240.5</c:v>
                </c:pt>
                <c:pt idx="963">
                  <c:v>241</c:v>
                </c:pt>
                <c:pt idx="964">
                  <c:v>241</c:v>
                </c:pt>
                <c:pt idx="965">
                  <c:v>241.5</c:v>
                </c:pt>
                <c:pt idx="966">
                  <c:v>241.5</c:v>
                </c:pt>
                <c:pt idx="967">
                  <c:v>242</c:v>
                </c:pt>
                <c:pt idx="968">
                  <c:v>242</c:v>
                </c:pt>
                <c:pt idx="969">
                  <c:v>242.5</c:v>
                </c:pt>
                <c:pt idx="970">
                  <c:v>242.5</c:v>
                </c:pt>
                <c:pt idx="971">
                  <c:v>243</c:v>
                </c:pt>
                <c:pt idx="972">
                  <c:v>243</c:v>
                </c:pt>
                <c:pt idx="973">
                  <c:v>243.5</c:v>
                </c:pt>
                <c:pt idx="974">
                  <c:v>243.5</c:v>
                </c:pt>
                <c:pt idx="975">
                  <c:v>244</c:v>
                </c:pt>
                <c:pt idx="976">
                  <c:v>244</c:v>
                </c:pt>
                <c:pt idx="977">
                  <c:v>244.5</c:v>
                </c:pt>
                <c:pt idx="978">
                  <c:v>244.5</c:v>
                </c:pt>
                <c:pt idx="979">
                  <c:v>245</c:v>
                </c:pt>
                <c:pt idx="980">
                  <c:v>245</c:v>
                </c:pt>
                <c:pt idx="981">
                  <c:v>245.5</c:v>
                </c:pt>
                <c:pt idx="982">
                  <c:v>245.5</c:v>
                </c:pt>
                <c:pt idx="983">
                  <c:v>246</c:v>
                </c:pt>
                <c:pt idx="984">
                  <c:v>246</c:v>
                </c:pt>
                <c:pt idx="985">
                  <c:v>246.5</c:v>
                </c:pt>
                <c:pt idx="986">
                  <c:v>246.5</c:v>
                </c:pt>
                <c:pt idx="987">
                  <c:v>247</c:v>
                </c:pt>
                <c:pt idx="988">
                  <c:v>247</c:v>
                </c:pt>
                <c:pt idx="989">
                  <c:v>247.5</c:v>
                </c:pt>
                <c:pt idx="990">
                  <c:v>247.5</c:v>
                </c:pt>
                <c:pt idx="991">
                  <c:v>248</c:v>
                </c:pt>
                <c:pt idx="992">
                  <c:v>248</c:v>
                </c:pt>
                <c:pt idx="993">
                  <c:v>248.5</c:v>
                </c:pt>
                <c:pt idx="994">
                  <c:v>248.5</c:v>
                </c:pt>
                <c:pt idx="995">
                  <c:v>249</c:v>
                </c:pt>
                <c:pt idx="996">
                  <c:v>249</c:v>
                </c:pt>
                <c:pt idx="997">
                  <c:v>249.5</c:v>
                </c:pt>
                <c:pt idx="998">
                  <c:v>249.5</c:v>
                </c:pt>
                <c:pt idx="999">
                  <c:v>250</c:v>
                </c:pt>
                <c:pt idx="1000">
                  <c:v>250</c:v>
                </c:pt>
                <c:pt idx="1001">
                  <c:v>250.5</c:v>
                </c:pt>
                <c:pt idx="1002">
                  <c:v>250.5</c:v>
                </c:pt>
                <c:pt idx="1003">
                  <c:v>251</c:v>
                </c:pt>
                <c:pt idx="1004">
                  <c:v>251</c:v>
                </c:pt>
                <c:pt idx="1005">
                  <c:v>251.5</c:v>
                </c:pt>
                <c:pt idx="1006">
                  <c:v>251.5</c:v>
                </c:pt>
                <c:pt idx="1007">
                  <c:v>252</c:v>
                </c:pt>
                <c:pt idx="1008">
                  <c:v>252</c:v>
                </c:pt>
                <c:pt idx="1009">
                  <c:v>252.5</c:v>
                </c:pt>
                <c:pt idx="1010">
                  <c:v>252.5</c:v>
                </c:pt>
                <c:pt idx="1011">
                  <c:v>253</c:v>
                </c:pt>
                <c:pt idx="1012">
                  <c:v>253</c:v>
                </c:pt>
                <c:pt idx="1013">
                  <c:v>253.5</c:v>
                </c:pt>
                <c:pt idx="1014">
                  <c:v>253.5</c:v>
                </c:pt>
                <c:pt idx="1015">
                  <c:v>254</c:v>
                </c:pt>
                <c:pt idx="1016">
                  <c:v>254</c:v>
                </c:pt>
                <c:pt idx="1017">
                  <c:v>254.5</c:v>
                </c:pt>
                <c:pt idx="1018">
                  <c:v>254.5</c:v>
                </c:pt>
                <c:pt idx="1019">
                  <c:v>255</c:v>
                </c:pt>
                <c:pt idx="1020">
                  <c:v>255</c:v>
                </c:pt>
                <c:pt idx="1021">
                  <c:v>255.5</c:v>
                </c:pt>
                <c:pt idx="1022">
                  <c:v>255.5</c:v>
                </c:pt>
                <c:pt idx="1023">
                  <c:v>256</c:v>
                </c:pt>
                <c:pt idx="1024">
                  <c:v>256</c:v>
                </c:pt>
                <c:pt idx="1025">
                  <c:v>256.5</c:v>
                </c:pt>
                <c:pt idx="1026">
                  <c:v>256.5</c:v>
                </c:pt>
                <c:pt idx="1027">
                  <c:v>257</c:v>
                </c:pt>
                <c:pt idx="1028">
                  <c:v>257</c:v>
                </c:pt>
                <c:pt idx="1029">
                  <c:v>257.5</c:v>
                </c:pt>
                <c:pt idx="1030">
                  <c:v>257.5</c:v>
                </c:pt>
                <c:pt idx="1031">
                  <c:v>258</c:v>
                </c:pt>
                <c:pt idx="1032">
                  <c:v>258</c:v>
                </c:pt>
                <c:pt idx="1033">
                  <c:v>258.5</c:v>
                </c:pt>
                <c:pt idx="1034">
                  <c:v>258.5</c:v>
                </c:pt>
                <c:pt idx="1035">
                  <c:v>259</c:v>
                </c:pt>
                <c:pt idx="1036">
                  <c:v>259</c:v>
                </c:pt>
                <c:pt idx="1037">
                  <c:v>259.5</c:v>
                </c:pt>
                <c:pt idx="1038">
                  <c:v>259.5</c:v>
                </c:pt>
                <c:pt idx="1039">
                  <c:v>260</c:v>
                </c:pt>
                <c:pt idx="1040">
                  <c:v>260</c:v>
                </c:pt>
                <c:pt idx="1041">
                  <c:v>260.5</c:v>
                </c:pt>
                <c:pt idx="1042">
                  <c:v>260.5</c:v>
                </c:pt>
                <c:pt idx="1043">
                  <c:v>261</c:v>
                </c:pt>
                <c:pt idx="1044">
                  <c:v>261</c:v>
                </c:pt>
                <c:pt idx="1045">
                  <c:v>261.5</c:v>
                </c:pt>
                <c:pt idx="1046">
                  <c:v>261.5</c:v>
                </c:pt>
                <c:pt idx="1047">
                  <c:v>262</c:v>
                </c:pt>
                <c:pt idx="1048">
                  <c:v>262</c:v>
                </c:pt>
                <c:pt idx="1049">
                  <c:v>262.5</c:v>
                </c:pt>
                <c:pt idx="1050">
                  <c:v>262.5</c:v>
                </c:pt>
                <c:pt idx="1051">
                  <c:v>263</c:v>
                </c:pt>
                <c:pt idx="1052">
                  <c:v>263</c:v>
                </c:pt>
                <c:pt idx="1053">
                  <c:v>263.5</c:v>
                </c:pt>
                <c:pt idx="1054">
                  <c:v>263.5</c:v>
                </c:pt>
                <c:pt idx="1055">
                  <c:v>264</c:v>
                </c:pt>
                <c:pt idx="1056">
                  <c:v>264</c:v>
                </c:pt>
                <c:pt idx="1057">
                  <c:v>264.5</c:v>
                </c:pt>
                <c:pt idx="1058">
                  <c:v>264.5</c:v>
                </c:pt>
                <c:pt idx="1059">
                  <c:v>265</c:v>
                </c:pt>
                <c:pt idx="1060">
                  <c:v>265</c:v>
                </c:pt>
                <c:pt idx="1061">
                  <c:v>265.5</c:v>
                </c:pt>
                <c:pt idx="1062">
                  <c:v>265.5</c:v>
                </c:pt>
                <c:pt idx="1063">
                  <c:v>266</c:v>
                </c:pt>
                <c:pt idx="1064">
                  <c:v>266</c:v>
                </c:pt>
                <c:pt idx="1065">
                  <c:v>266.5</c:v>
                </c:pt>
                <c:pt idx="1066">
                  <c:v>266.5</c:v>
                </c:pt>
                <c:pt idx="1067">
                  <c:v>267</c:v>
                </c:pt>
                <c:pt idx="1068">
                  <c:v>267</c:v>
                </c:pt>
                <c:pt idx="1069">
                  <c:v>267.5</c:v>
                </c:pt>
                <c:pt idx="1070">
                  <c:v>267.5</c:v>
                </c:pt>
                <c:pt idx="1071">
                  <c:v>268</c:v>
                </c:pt>
                <c:pt idx="1072">
                  <c:v>268</c:v>
                </c:pt>
                <c:pt idx="1073">
                  <c:v>268.5</c:v>
                </c:pt>
                <c:pt idx="1074">
                  <c:v>268.5</c:v>
                </c:pt>
                <c:pt idx="1075">
                  <c:v>269</c:v>
                </c:pt>
                <c:pt idx="1076">
                  <c:v>269</c:v>
                </c:pt>
                <c:pt idx="1077">
                  <c:v>269.5</c:v>
                </c:pt>
                <c:pt idx="1078">
                  <c:v>269.5</c:v>
                </c:pt>
                <c:pt idx="1079">
                  <c:v>270</c:v>
                </c:pt>
                <c:pt idx="1080">
                  <c:v>270</c:v>
                </c:pt>
                <c:pt idx="1081">
                  <c:v>270.5</c:v>
                </c:pt>
                <c:pt idx="1082">
                  <c:v>270.5</c:v>
                </c:pt>
                <c:pt idx="1083">
                  <c:v>271</c:v>
                </c:pt>
                <c:pt idx="1084">
                  <c:v>271</c:v>
                </c:pt>
                <c:pt idx="1085">
                  <c:v>271.5</c:v>
                </c:pt>
                <c:pt idx="1086">
                  <c:v>271.5</c:v>
                </c:pt>
                <c:pt idx="1087">
                  <c:v>272</c:v>
                </c:pt>
                <c:pt idx="1088">
                  <c:v>272</c:v>
                </c:pt>
                <c:pt idx="1089">
                  <c:v>272.5</c:v>
                </c:pt>
                <c:pt idx="1090">
                  <c:v>272.5</c:v>
                </c:pt>
                <c:pt idx="1091">
                  <c:v>273</c:v>
                </c:pt>
                <c:pt idx="1092">
                  <c:v>273</c:v>
                </c:pt>
                <c:pt idx="1093">
                  <c:v>273.5</c:v>
                </c:pt>
                <c:pt idx="1094">
                  <c:v>273.5</c:v>
                </c:pt>
                <c:pt idx="1095">
                  <c:v>274</c:v>
                </c:pt>
                <c:pt idx="1096">
                  <c:v>274</c:v>
                </c:pt>
                <c:pt idx="1097">
                  <c:v>274.5</c:v>
                </c:pt>
                <c:pt idx="1098">
                  <c:v>274.5</c:v>
                </c:pt>
                <c:pt idx="1099">
                  <c:v>275</c:v>
                </c:pt>
                <c:pt idx="1100">
                  <c:v>275</c:v>
                </c:pt>
                <c:pt idx="1101">
                  <c:v>275.5</c:v>
                </c:pt>
                <c:pt idx="1102">
                  <c:v>275.5</c:v>
                </c:pt>
                <c:pt idx="1103">
                  <c:v>276</c:v>
                </c:pt>
                <c:pt idx="1104">
                  <c:v>276</c:v>
                </c:pt>
                <c:pt idx="1105">
                  <c:v>276.5</c:v>
                </c:pt>
                <c:pt idx="1106">
                  <c:v>276.5</c:v>
                </c:pt>
                <c:pt idx="1107">
                  <c:v>277</c:v>
                </c:pt>
                <c:pt idx="1108">
                  <c:v>277</c:v>
                </c:pt>
                <c:pt idx="1109">
                  <c:v>277.5</c:v>
                </c:pt>
                <c:pt idx="1110">
                  <c:v>277.5</c:v>
                </c:pt>
                <c:pt idx="1111">
                  <c:v>278</c:v>
                </c:pt>
                <c:pt idx="1112">
                  <c:v>278</c:v>
                </c:pt>
                <c:pt idx="1113">
                  <c:v>278.5</c:v>
                </c:pt>
                <c:pt idx="1114">
                  <c:v>278.5</c:v>
                </c:pt>
                <c:pt idx="1115">
                  <c:v>279</c:v>
                </c:pt>
                <c:pt idx="1116">
                  <c:v>279</c:v>
                </c:pt>
                <c:pt idx="1117">
                  <c:v>279.5</c:v>
                </c:pt>
                <c:pt idx="1118">
                  <c:v>279.5</c:v>
                </c:pt>
                <c:pt idx="1119">
                  <c:v>280</c:v>
                </c:pt>
                <c:pt idx="1120">
                  <c:v>280</c:v>
                </c:pt>
                <c:pt idx="1121">
                  <c:v>280.5</c:v>
                </c:pt>
                <c:pt idx="1122">
                  <c:v>280.5</c:v>
                </c:pt>
                <c:pt idx="1123">
                  <c:v>281</c:v>
                </c:pt>
                <c:pt idx="1124">
                  <c:v>281</c:v>
                </c:pt>
                <c:pt idx="1125">
                  <c:v>281.5</c:v>
                </c:pt>
                <c:pt idx="1126">
                  <c:v>281.5</c:v>
                </c:pt>
                <c:pt idx="1127">
                  <c:v>282</c:v>
                </c:pt>
                <c:pt idx="1128">
                  <c:v>282</c:v>
                </c:pt>
                <c:pt idx="1129">
                  <c:v>282.5</c:v>
                </c:pt>
                <c:pt idx="1130">
                  <c:v>282.5</c:v>
                </c:pt>
                <c:pt idx="1131">
                  <c:v>283</c:v>
                </c:pt>
                <c:pt idx="1132">
                  <c:v>283</c:v>
                </c:pt>
                <c:pt idx="1133">
                  <c:v>283.5</c:v>
                </c:pt>
                <c:pt idx="1134">
                  <c:v>283.5</c:v>
                </c:pt>
                <c:pt idx="1135">
                  <c:v>284</c:v>
                </c:pt>
                <c:pt idx="1136">
                  <c:v>284</c:v>
                </c:pt>
                <c:pt idx="1137">
                  <c:v>284.5</c:v>
                </c:pt>
                <c:pt idx="1138">
                  <c:v>284.5</c:v>
                </c:pt>
                <c:pt idx="1139">
                  <c:v>285</c:v>
                </c:pt>
                <c:pt idx="1140">
                  <c:v>285</c:v>
                </c:pt>
                <c:pt idx="1141">
                  <c:v>285.5</c:v>
                </c:pt>
                <c:pt idx="1142">
                  <c:v>285.5</c:v>
                </c:pt>
                <c:pt idx="1143">
                  <c:v>286</c:v>
                </c:pt>
                <c:pt idx="1144">
                  <c:v>286</c:v>
                </c:pt>
                <c:pt idx="1145">
                  <c:v>286.5</c:v>
                </c:pt>
                <c:pt idx="1146">
                  <c:v>286.5</c:v>
                </c:pt>
                <c:pt idx="1147">
                  <c:v>287</c:v>
                </c:pt>
                <c:pt idx="1148">
                  <c:v>287</c:v>
                </c:pt>
                <c:pt idx="1149">
                  <c:v>287.5</c:v>
                </c:pt>
                <c:pt idx="1150">
                  <c:v>287.5</c:v>
                </c:pt>
                <c:pt idx="1151">
                  <c:v>288</c:v>
                </c:pt>
                <c:pt idx="1152">
                  <c:v>288</c:v>
                </c:pt>
                <c:pt idx="1153">
                  <c:v>288.5</c:v>
                </c:pt>
                <c:pt idx="1154">
                  <c:v>288.5</c:v>
                </c:pt>
                <c:pt idx="1155">
                  <c:v>289</c:v>
                </c:pt>
                <c:pt idx="1156">
                  <c:v>289</c:v>
                </c:pt>
                <c:pt idx="1157">
                  <c:v>289.5</c:v>
                </c:pt>
                <c:pt idx="1158">
                  <c:v>289.5</c:v>
                </c:pt>
                <c:pt idx="1159">
                  <c:v>290</c:v>
                </c:pt>
                <c:pt idx="1160">
                  <c:v>290</c:v>
                </c:pt>
                <c:pt idx="1161">
                  <c:v>290.5</c:v>
                </c:pt>
                <c:pt idx="1162">
                  <c:v>290.5</c:v>
                </c:pt>
                <c:pt idx="1163">
                  <c:v>291</c:v>
                </c:pt>
                <c:pt idx="1164">
                  <c:v>291</c:v>
                </c:pt>
                <c:pt idx="1165">
                  <c:v>291.5</c:v>
                </c:pt>
                <c:pt idx="1166">
                  <c:v>291.5</c:v>
                </c:pt>
                <c:pt idx="1167">
                  <c:v>292</c:v>
                </c:pt>
                <c:pt idx="1168">
                  <c:v>292</c:v>
                </c:pt>
                <c:pt idx="1169">
                  <c:v>292.5</c:v>
                </c:pt>
                <c:pt idx="1170">
                  <c:v>292.5</c:v>
                </c:pt>
                <c:pt idx="1171">
                  <c:v>293</c:v>
                </c:pt>
                <c:pt idx="1172">
                  <c:v>293</c:v>
                </c:pt>
                <c:pt idx="1173">
                  <c:v>293.5</c:v>
                </c:pt>
                <c:pt idx="1174">
                  <c:v>293.5</c:v>
                </c:pt>
                <c:pt idx="1175">
                  <c:v>294</c:v>
                </c:pt>
                <c:pt idx="1176">
                  <c:v>294</c:v>
                </c:pt>
                <c:pt idx="1177">
                  <c:v>294.5</c:v>
                </c:pt>
                <c:pt idx="1178">
                  <c:v>294.5</c:v>
                </c:pt>
                <c:pt idx="1179">
                  <c:v>295</c:v>
                </c:pt>
                <c:pt idx="1180">
                  <c:v>295</c:v>
                </c:pt>
                <c:pt idx="1181">
                  <c:v>295.5</c:v>
                </c:pt>
                <c:pt idx="1182">
                  <c:v>295.5</c:v>
                </c:pt>
                <c:pt idx="1183">
                  <c:v>296</c:v>
                </c:pt>
                <c:pt idx="1184">
                  <c:v>296</c:v>
                </c:pt>
                <c:pt idx="1185">
                  <c:v>296.5</c:v>
                </c:pt>
                <c:pt idx="1186">
                  <c:v>296.5</c:v>
                </c:pt>
                <c:pt idx="1187">
                  <c:v>297</c:v>
                </c:pt>
                <c:pt idx="1188">
                  <c:v>297</c:v>
                </c:pt>
                <c:pt idx="1189">
                  <c:v>297.5</c:v>
                </c:pt>
                <c:pt idx="1190">
                  <c:v>297.5</c:v>
                </c:pt>
                <c:pt idx="1191">
                  <c:v>298</c:v>
                </c:pt>
                <c:pt idx="1192">
                  <c:v>298</c:v>
                </c:pt>
                <c:pt idx="1193">
                  <c:v>298.5</c:v>
                </c:pt>
                <c:pt idx="1194">
                  <c:v>298.5</c:v>
                </c:pt>
                <c:pt idx="1195">
                  <c:v>299</c:v>
                </c:pt>
                <c:pt idx="1196">
                  <c:v>299</c:v>
                </c:pt>
                <c:pt idx="1197">
                  <c:v>299.5</c:v>
                </c:pt>
                <c:pt idx="1198">
                  <c:v>299.5</c:v>
                </c:pt>
                <c:pt idx="1199">
                  <c:v>300</c:v>
                </c:pt>
                <c:pt idx="1200">
                  <c:v>300</c:v>
                </c:pt>
                <c:pt idx="1201">
                  <c:v>300.5</c:v>
                </c:pt>
                <c:pt idx="1202">
                  <c:v>300.5</c:v>
                </c:pt>
                <c:pt idx="1203">
                  <c:v>301</c:v>
                </c:pt>
                <c:pt idx="1204">
                  <c:v>301</c:v>
                </c:pt>
                <c:pt idx="1205">
                  <c:v>301.5</c:v>
                </c:pt>
                <c:pt idx="1206">
                  <c:v>301.5</c:v>
                </c:pt>
                <c:pt idx="1207">
                  <c:v>302</c:v>
                </c:pt>
                <c:pt idx="1208">
                  <c:v>302</c:v>
                </c:pt>
                <c:pt idx="1209">
                  <c:v>302.5</c:v>
                </c:pt>
                <c:pt idx="1210">
                  <c:v>302.5</c:v>
                </c:pt>
                <c:pt idx="1211">
                  <c:v>303</c:v>
                </c:pt>
                <c:pt idx="1212">
                  <c:v>303</c:v>
                </c:pt>
                <c:pt idx="1213">
                  <c:v>303.5</c:v>
                </c:pt>
                <c:pt idx="1214">
                  <c:v>303.5</c:v>
                </c:pt>
                <c:pt idx="1215">
                  <c:v>304</c:v>
                </c:pt>
                <c:pt idx="1216">
                  <c:v>304</c:v>
                </c:pt>
                <c:pt idx="1217">
                  <c:v>304.5</c:v>
                </c:pt>
                <c:pt idx="1218">
                  <c:v>304.5</c:v>
                </c:pt>
                <c:pt idx="1219">
                  <c:v>305</c:v>
                </c:pt>
                <c:pt idx="1220">
                  <c:v>305</c:v>
                </c:pt>
                <c:pt idx="1221">
                  <c:v>305.5</c:v>
                </c:pt>
                <c:pt idx="1222">
                  <c:v>305.5</c:v>
                </c:pt>
                <c:pt idx="1223">
                  <c:v>306</c:v>
                </c:pt>
                <c:pt idx="1224">
                  <c:v>306</c:v>
                </c:pt>
                <c:pt idx="1225">
                  <c:v>306.5</c:v>
                </c:pt>
                <c:pt idx="1226">
                  <c:v>306.5</c:v>
                </c:pt>
                <c:pt idx="1227">
                  <c:v>307</c:v>
                </c:pt>
                <c:pt idx="1228">
                  <c:v>307</c:v>
                </c:pt>
                <c:pt idx="1229">
                  <c:v>307.5</c:v>
                </c:pt>
                <c:pt idx="1230">
                  <c:v>307.5</c:v>
                </c:pt>
                <c:pt idx="1231">
                  <c:v>308</c:v>
                </c:pt>
                <c:pt idx="1232">
                  <c:v>308</c:v>
                </c:pt>
                <c:pt idx="1233">
                  <c:v>308.5</c:v>
                </c:pt>
                <c:pt idx="1234">
                  <c:v>308.5</c:v>
                </c:pt>
                <c:pt idx="1235">
                  <c:v>309</c:v>
                </c:pt>
                <c:pt idx="1236">
                  <c:v>309</c:v>
                </c:pt>
                <c:pt idx="1237">
                  <c:v>309.5</c:v>
                </c:pt>
                <c:pt idx="1238">
                  <c:v>309.5</c:v>
                </c:pt>
                <c:pt idx="1239">
                  <c:v>310</c:v>
                </c:pt>
                <c:pt idx="1240">
                  <c:v>310</c:v>
                </c:pt>
                <c:pt idx="1241">
                  <c:v>310.5</c:v>
                </c:pt>
                <c:pt idx="1242">
                  <c:v>310.5</c:v>
                </c:pt>
                <c:pt idx="1243">
                  <c:v>311</c:v>
                </c:pt>
                <c:pt idx="1244">
                  <c:v>311</c:v>
                </c:pt>
                <c:pt idx="1245">
                  <c:v>311.5</c:v>
                </c:pt>
                <c:pt idx="1246">
                  <c:v>311.5</c:v>
                </c:pt>
                <c:pt idx="1247">
                  <c:v>312</c:v>
                </c:pt>
                <c:pt idx="1248">
                  <c:v>312</c:v>
                </c:pt>
                <c:pt idx="1249">
                  <c:v>312.5</c:v>
                </c:pt>
                <c:pt idx="1250">
                  <c:v>312.5</c:v>
                </c:pt>
                <c:pt idx="1251">
                  <c:v>313</c:v>
                </c:pt>
                <c:pt idx="1252">
                  <c:v>313</c:v>
                </c:pt>
                <c:pt idx="1253">
                  <c:v>313.5</c:v>
                </c:pt>
                <c:pt idx="1254">
                  <c:v>313.5</c:v>
                </c:pt>
                <c:pt idx="1255">
                  <c:v>314</c:v>
                </c:pt>
                <c:pt idx="1256">
                  <c:v>314</c:v>
                </c:pt>
                <c:pt idx="1257">
                  <c:v>314.5</c:v>
                </c:pt>
                <c:pt idx="1258">
                  <c:v>314.5</c:v>
                </c:pt>
                <c:pt idx="1259">
                  <c:v>315</c:v>
                </c:pt>
                <c:pt idx="1260">
                  <c:v>315</c:v>
                </c:pt>
                <c:pt idx="1261">
                  <c:v>315.5</c:v>
                </c:pt>
                <c:pt idx="1262">
                  <c:v>315.5</c:v>
                </c:pt>
                <c:pt idx="1263">
                  <c:v>316</c:v>
                </c:pt>
                <c:pt idx="1264">
                  <c:v>316</c:v>
                </c:pt>
                <c:pt idx="1265">
                  <c:v>316.5</c:v>
                </c:pt>
                <c:pt idx="1266">
                  <c:v>316.5</c:v>
                </c:pt>
                <c:pt idx="1267">
                  <c:v>317</c:v>
                </c:pt>
                <c:pt idx="1268">
                  <c:v>317</c:v>
                </c:pt>
                <c:pt idx="1269">
                  <c:v>317.5</c:v>
                </c:pt>
                <c:pt idx="1270">
                  <c:v>317.5</c:v>
                </c:pt>
                <c:pt idx="1271">
                  <c:v>318</c:v>
                </c:pt>
                <c:pt idx="1272">
                  <c:v>318</c:v>
                </c:pt>
                <c:pt idx="1273">
                  <c:v>318.5</c:v>
                </c:pt>
                <c:pt idx="1274">
                  <c:v>318.5</c:v>
                </c:pt>
                <c:pt idx="1275">
                  <c:v>319</c:v>
                </c:pt>
                <c:pt idx="1276">
                  <c:v>319</c:v>
                </c:pt>
                <c:pt idx="1277">
                  <c:v>319.5</c:v>
                </c:pt>
                <c:pt idx="1278">
                  <c:v>319.5</c:v>
                </c:pt>
                <c:pt idx="1279">
                  <c:v>320</c:v>
                </c:pt>
                <c:pt idx="1280">
                  <c:v>320</c:v>
                </c:pt>
                <c:pt idx="1281">
                  <c:v>320.5</c:v>
                </c:pt>
                <c:pt idx="1282">
                  <c:v>320.5</c:v>
                </c:pt>
                <c:pt idx="1283">
                  <c:v>321</c:v>
                </c:pt>
                <c:pt idx="1284">
                  <c:v>321</c:v>
                </c:pt>
                <c:pt idx="1285">
                  <c:v>321.5</c:v>
                </c:pt>
                <c:pt idx="1286">
                  <c:v>321.5</c:v>
                </c:pt>
                <c:pt idx="1287">
                  <c:v>322</c:v>
                </c:pt>
                <c:pt idx="1288">
                  <c:v>322</c:v>
                </c:pt>
                <c:pt idx="1289">
                  <c:v>322.5</c:v>
                </c:pt>
                <c:pt idx="1290">
                  <c:v>322.5</c:v>
                </c:pt>
                <c:pt idx="1291">
                  <c:v>323</c:v>
                </c:pt>
                <c:pt idx="1292">
                  <c:v>323</c:v>
                </c:pt>
                <c:pt idx="1293">
                  <c:v>323.5</c:v>
                </c:pt>
                <c:pt idx="1294">
                  <c:v>323.5</c:v>
                </c:pt>
                <c:pt idx="1295">
                  <c:v>324</c:v>
                </c:pt>
                <c:pt idx="1296">
                  <c:v>324</c:v>
                </c:pt>
                <c:pt idx="1297">
                  <c:v>324.5</c:v>
                </c:pt>
                <c:pt idx="1298">
                  <c:v>324.5</c:v>
                </c:pt>
                <c:pt idx="1299">
                  <c:v>325</c:v>
                </c:pt>
                <c:pt idx="1300">
                  <c:v>325</c:v>
                </c:pt>
                <c:pt idx="1301">
                  <c:v>325.5</c:v>
                </c:pt>
                <c:pt idx="1302">
                  <c:v>325.5</c:v>
                </c:pt>
                <c:pt idx="1303">
                  <c:v>326</c:v>
                </c:pt>
                <c:pt idx="1304">
                  <c:v>326</c:v>
                </c:pt>
                <c:pt idx="1305">
                  <c:v>326.5</c:v>
                </c:pt>
                <c:pt idx="1306">
                  <c:v>326.5</c:v>
                </c:pt>
                <c:pt idx="1307">
                  <c:v>327</c:v>
                </c:pt>
                <c:pt idx="1308">
                  <c:v>327</c:v>
                </c:pt>
                <c:pt idx="1309">
                  <c:v>327.5</c:v>
                </c:pt>
                <c:pt idx="1310">
                  <c:v>327.5</c:v>
                </c:pt>
                <c:pt idx="1311">
                  <c:v>328</c:v>
                </c:pt>
                <c:pt idx="1312">
                  <c:v>328</c:v>
                </c:pt>
                <c:pt idx="1313">
                  <c:v>328.5</c:v>
                </c:pt>
                <c:pt idx="1314">
                  <c:v>328.5</c:v>
                </c:pt>
                <c:pt idx="1315">
                  <c:v>329</c:v>
                </c:pt>
                <c:pt idx="1316">
                  <c:v>329</c:v>
                </c:pt>
                <c:pt idx="1317">
                  <c:v>329.5</c:v>
                </c:pt>
                <c:pt idx="1318">
                  <c:v>329.5</c:v>
                </c:pt>
                <c:pt idx="1319">
                  <c:v>330</c:v>
                </c:pt>
                <c:pt idx="1320">
                  <c:v>330</c:v>
                </c:pt>
                <c:pt idx="1321">
                  <c:v>330.5</c:v>
                </c:pt>
                <c:pt idx="1322">
                  <c:v>330.5</c:v>
                </c:pt>
                <c:pt idx="1323">
                  <c:v>331</c:v>
                </c:pt>
                <c:pt idx="1324">
                  <c:v>331</c:v>
                </c:pt>
                <c:pt idx="1325">
                  <c:v>331.5</c:v>
                </c:pt>
                <c:pt idx="1326">
                  <c:v>331.5</c:v>
                </c:pt>
                <c:pt idx="1327">
                  <c:v>332</c:v>
                </c:pt>
                <c:pt idx="1328">
                  <c:v>332</c:v>
                </c:pt>
                <c:pt idx="1329">
                  <c:v>332.5</c:v>
                </c:pt>
                <c:pt idx="1330">
                  <c:v>332.5</c:v>
                </c:pt>
                <c:pt idx="1331">
                  <c:v>333</c:v>
                </c:pt>
                <c:pt idx="1332">
                  <c:v>333</c:v>
                </c:pt>
                <c:pt idx="1333">
                  <c:v>333.5</c:v>
                </c:pt>
                <c:pt idx="1334">
                  <c:v>333.5</c:v>
                </c:pt>
                <c:pt idx="1335">
                  <c:v>334</c:v>
                </c:pt>
                <c:pt idx="1336">
                  <c:v>334</c:v>
                </c:pt>
                <c:pt idx="1337">
                  <c:v>334.5</c:v>
                </c:pt>
                <c:pt idx="1338">
                  <c:v>334.5</c:v>
                </c:pt>
                <c:pt idx="1339">
                  <c:v>335</c:v>
                </c:pt>
                <c:pt idx="1340">
                  <c:v>335</c:v>
                </c:pt>
                <c:pt idx="1341">
                  <c:v>335.5</c:v>
                </c:pt>
                <c:pt idx="1342">
                  <c:v>335.5</c:v>
                </c:pt>
                <c:pt idx="1343">
                  <c:v>336</c:v>
                </c:pt>
                <c:pt idx="1344">
                  <c:v>336</c:v>
                </c:pt>
                <c:pt idx="1345">
                  <c:v>336.5</c:v>
                </c:pt>
                <c:pt idx="1346">
                  <c:v>336.5</c:v>
                </c:pt>
                <c:pt idx="1347">
                  <c:v>337</c:v>
                </c:pt>
                <c:pt idx="1348">
                  <c:v>337</c:v>
                </c:pt>
                <c:pt idx="1349">
                  <c:v>337.5</c:v>
                </c:pt>
                <c:pt idx="1350">
                  <c:v>337.5</c:v>
                </c:pt>
                <c:pt idx="1351">
                  <c:v>338</c:v>
                </c:pt>
                <c:pt idx="1352">
                  <c:v>338</c:v>
                </c:pt>
                <c:pt idx="1353">
                  <c:v>338.5</c:v>
                </c:pt>
                <c:pt idx="1354">
                  <c:v>338.5</c:v>
                </c:pt>
                <c:pt idx="1355">
                  <c:v>339</c:v>
                </c:pt>
                <c:pt idx="1356">
                  <c:v>339</c:v>
                </c:pt>
                <c:pt idx="1357">
                  <c:v>339.5</c:v>
                </c:pt>
                <c:pt idx="1358">
                  <c:v>339.5</c:v>
                </c:pt>
                <c:pt idx="1359">
                  <c:v>340</c:v>
                </c:pt>
                <c:pt idx="1360">
                  <c:v>340</c:v>
                </c:pt>
                <c:pt idx="1361">
                  <c:v>340.5</c:v>
                </c:pt>
                <c:pt idx="1362">
                  <c:v>340.5</c:v>
                </c:pt>
                <c:pt idx="1363">
                  <c:v>341</c:v>
                </c:pt>
                <c:pt idx="1364">
                  <c:v>341</c:v>
                </c:pt>
                <c:pt idx="1365">
                  <c:v>341.5</c:v>
                </c:pt>
                <c:pt idx="1366">
                  <c:v>341.5</c:v>
                </c:pt>
                <c:pt idx="1367">
                  <c:v>342</c:v>
                </c:pt>
                <c:pt idx="1368">
                  <c:v>342</c:v>
                </c:pt>
                <c:pt idx="1369">
                  <c:v>342.5</c:v>
                </c:pt>
                <c:pt idx="1370">
                  <c:v>342.5</c:v>
                </c:pt>
                <c:pt idx="1371">
                  <c:v>343</c:v>
                </c:pt>
                <c:pt idx="1372">
                  <c:v>343</c:v>
                </c:pt>
                <c:pt idx="1373">
                  <c:v>343.5</c:v>
                </c:pt>
                <c:pt idx="1374">
                  <c:v>343.5</c:v>
                </c:pt>
                <c:pt idx="1375">
                  <c:v>344</c:v>
                </c:pt>
                <c:pt idx="1376">
                  <c:v>344</c:v>
                </c:pt>
                <c:pt idx="1377">
                  <c:v>344.5</c:v>
                </c:pt>
                <c:pt idx="1378">
                  <c:v>344.5</c:v>
                </c:pt>
                <c:pt idx="1379">
                  <c:v>345</c:v>
                </c:pt>
                <c:pt idx="1380">
                  <c:v>345</c:v>
                </c:pt>
                <c:pt idx="1381">
                  <c:v>345.5</c:v>
                </c:pt>
                <c:pt idx="1382">
                  <c:v>345.5</c:v>
                </c:pt>
                <c:pt idx="1383">
                  <c:v>346</c:v>
                </c:pt>
                <c:pt idx="1384">
                  <c:v>346</c:v>
                </c:pt>
                <c:pt idx="1385">
                  <c:v>346.5</c:v>
                </c:pt>
                <c:pt idx="1386">
                  <c:v>346.5</c:v>
                </c:pt>
                <c:pt idx="1387">
                  <c:v>347</c:v>
                </c:pt>
                <c:pt idx="1388">
                  <c:v>347</c:v>
                </c:pt>
                <c:pt idx="1389">
                  <c:v>347.5</c:v>
                </c:pt>
                <c:pt idx="1390">
                  <c:v>347.5</c:v>
                </c:pt>
                <c:pt idx="1391">
                  <c:v>348</c:v>
                </c:pt>
                <c:pt idx="1392">
                  <c:v>348</c:v>
                </c:pt>
                <c:pt idx="1393">
                  <c:v>348.5</c:v>
                </c:pt>
                <c:pt idx="1394">
                  <c:v>348.5</c:v>
                </c:pt>
                <c:pt idx="1395">
                  <c:v>349</c:v>
                </c:pt>
                <c:pt idx="1396">
                  <c:v>349</c:v>
                </c:pt>
                <c:pt idx="1397">
                  <c:v>349.5</c:v>
                </c:pt>
                <c:pt idx="1398">
                  <c:v>349.5</c:v>
                </c:pt>
                <c:pt idx="1399">
                  <c:v>350</c:v>
                </c:pt>
                <c:pt idx="1400">
                  <c:v>350</c:v>
                </c:pt>
                <c:pt idx="1401">
                  <c:v>350.5</c:v>
                </c:pt>
                <c:pt idx="1402">
                  <c:v>350.5</c:v>
                </c:pt>
                <c:pt idx="1403">
                  <c:v>351</c:v>
                </c:pt>
                <c:pt idx="1404">
                  <c:v>351</c:v>
                </c:pt>
                <c:pt idx="1405">
                  <c:v>351.5</c:v>
                </c:pt>
                <c:pt idx="1406">
                  <c:v>351.5</c:v>
                </c:pt>
                <c:pt idx="1407">
                  <c:v>352</c:v>
                </c:pt>
                <c:pt idx="1408">
                  <c:v>352</c:v>
                </c:pt>
                <c:pt idx="1409">
                  <c:v>352.5</c:v>
                </c:pt>
                <c:pt idx="1410">
                  <c:v>352.5</c:v>
                </c:pt>
                <c:pt idx="1411">
                  <c:v>353</c:v>
                </c:pt>
                <c:pt idx="1412">
                  <c:v>353</c:v>
                </c:pt>
                <c:pt idx="1413">
                  <c:v>353.5</c:v>
                </c:pt>
                <c:pt idx="1414">
                  <c:v>353.5</c:v>
                </c:pt>
                <c:pt idx="1415">
                  <c:v>354</c:v>
                </c:pt>
                <c:pt idx="1416">
                  <c:v>354</c:v>
                </c:pt>
                <c:pt idx="1417">
                  <c:v>354.5</c:v>
                </c:pt>
                <c:pt idx="1418">
                  <c:v>354.5</c:v>
                </c:pt>
                <c:pt idx="1419">
                  <c:v>355</c:v>
                </c:pt>
                <c:pt idx="1420">
                  <c:v>355</c:v>
                </c:pt>
                <c:pt idx="1421">
                  <c:v>355.5</c:v>
                </c:pt>
                <c:pt idx="1422">
                  <c:v>355.5</c:v>
                </c:pt>
                <c:pt idx="1423">
                  <c:v>356</c:v>
                </c:pt>
                <c:pt idx="1424">
                  <c:v>356</c:v>
                </c:pt>
                <c:pt idx="1425">
                  <c:v>356.5</c:v>
                </c:pt>
                <c:pt idx="1426">
                  <c:v>356.5</c:v>
                </c:pt>
                <c:pt idx="1427">
                  <c:v>357</c:v>
                </c:pt>
                <c:pt idx="1428">
                  <c:v>357</c:v>
                </c:pt>
                <c:pt idx="1429">
                  <c:v>357.5</c:v>
                </c:pt>
                <c:pt idx="1430">
                  <c:v>357.5</c:v>
                </c:pt>
                <c:pt idx="1431">
                  <c:v>358</c:v>
                </c:pt>
                <c:pt idx="1432">
                  <c:v>358</c:v>
                </c:pt>
                <c:pt idx="1433">
                  <c:v>358.5</c:v>
                </c:pt>
                <c:pt idx="1434">
                  <c:v>358.5</c:v>
                </c:pt>
                <c:pt idx="1435">
                  <c:v>359</c:v>
                </c:pt>
                <c:pt idx="1436">
                  <c:v>359</c:v>
                </c:pt>
                <c:pt idx="1437">
                  <c:v>359.5</c:v>
                </c:pt>
                <c:pt idx="1438">
                  <c:v>359.5</c:v>
                </c:pt>
                <c:pt idx="1439">
                  <c:v>360</c:v>
                </c:pt>
                <c:pt idx="1440">
                  <c:v>360</c:v>
                </c:pt>
                <c:pt idx="1441">
                  <c:v>360.5</c:v>
                </c:pt>
                <c:pt idx="1442">
                  <c:v>360.5</c:v>
                </c:pt>
                <c:pt idx="1443">
                  <c:v>361</c:v>
                </c:pt>
                <c:pt idx="1444">
                  <c:v>361</c:v>
                </c:pt>
                <c:pt idx="1445">
                  <c:v>361.5</c:v>
                </c:pt>
                <c:pt idx="1446">
                  <c:v>361.5</c:v>
                </c:pt>
                <c:pt idx="1447">
                  <c:v>362</c:v>
                </c:pt>
                <c:pt idx="1448">
                  <c:v>362</c:v>
                </c:pt>
                <c:pt idx="1449">
                  <c:v>362.5</c:v>
                </c:pt>
                <c:pt idx="1450">
                  <c:v>362.5</c:v>
                </c:pt>
                <c:pt idx="1451">
                  <c:v>363</c:v>
                </c:pt>
                <c:pt idx="1452">
                  <c:v>363</c:v>
                </c:pt>
                <c:pt idx="1453">
                  <c:v>363.5</c:v>
                </c:pt>
                <c:pt idx="1454">
                  <c:v>363.5</c:v>
                </c:pt>
                <c:pt idx="1455">
                  <c:v>364</c:v>
                </c:pt>
                <c:pt idx="1456">
                  <c:v>364</c:v>
                </c:pt>
                <c:pt idx="1457">
                  <c:v>364.5</c:v>
                </c:pt>
                <c:pt idx="1458">
                  <c:v>364.5</c:v>
                </c:pt>
                <c:pt idx="1459">
                  <c:v>365</c:v>
                </c:pt>
                <c:pt idx="1460">
                  <c:v>365</c:v>
                </c:pt>
                <c:pt idx="1461">
                  <c:v>365.5</c:v>
                </c:pt>
                <c:pt idx="1462">
                  <c:v>365.5</c:v>
                </c:pt>
                <c:pt idx="1463">
                  <c:v>366</c:v>
                </c:pt>
                <c:pt idx="1464">
                  <c:v>366</c:v>
                </c:pt>
                <c:pt idx="1465">
                  <c:v>366.5</c:v>
                </c:pt>
                <c:pt idx="1466">
                  <c:v>366.5</c:v>
                </c:pt>
                <c:pt idx="1467">
                  <c:v>367</c:v>
                </c:pt>
                <c:pt idx="1468">
                  <c:v>367</c:v>
                </c:pt>
                <c:pt idx="1469">
                  <c:v>367.5</c:v>
                </c:pt>
                <c:pt idx="1470">
                  <c:v>367.5</c:v>
                </c:pt>
                <c:pt idx="1471">
                  <c:v>368</c:v>
                </c:pt>
                <c:pt idx="1472">
                  <c:v>368</c:v>
                </c:pt>
                <c:pt idx="1473">
                  <c:v>368.5</c:v>
                </c:pt>
                <c:pt idx="1474">
                  <c:v>368.5</c:v>
                </c:pt>
                <c:pt idx="1475">
                  <c:v>369</c:v>
                </c:pt>
                <c:pt idx="1476">
                  <c:v>369</c:v>
                </c:pt>
                <c:pt idx="1477">
                  <c:v>369.5</c:v>
                </c:pt>
                <c:pt idx="1478">
                  <c:v>369.5</c:v>
                </c:pt>
                <c:pt idx="1479">
                  <c:v>370</c:v>
                </c:pt>
                <c:pt idx="1480">
                  <c:v>370</c:v>
                </c:pt>
                <c:pt idx="1481">
                  <c:v>370.5</c:v>
                </c:pt>
                <c:pt idx="1482">
                  <c:v>370.5</c:v>
                </c:pt>
                <c:pt idx="1483">
                  <c:v>371</c:v>
                </c:pt>
                <c:pt idx="1484">
                  <c:v>371</c:v>
                </c:pt>
                <c:pt idx="1485">
                  <c:v>371.5</c:v>
                </c:pt>
                <c:pt idx="1486">
                  <c:v>371.5</c:v>
                </c:pt>
                <c:pt idx="1487">
                  <c:v>372</c:v>
                </c:pt>
                <c:pt idx="1488">
                  <c:v>372</c:v>
                </c:pt>
                <c:pt idx="1489">
                  <c:v>372.5</c:v>
                </c:pt>
                <c:pt idx="1490">
                  <c:v>372.5</c:v>
                </c:pt>
                <c:pt idx="1491">
                  <c:v>373</c:v>
                </c:pt>
                <c:pt idx="1492">
                  <c:v>373</c:v>
                </c:pt>
                <c:pt idx="1493">
                  <c:v>373.5</c:v>
                </c:pt>
                <c:pt idx="1494">
                  <c:v>373.5</c:v>
                </c:pt>
                <c:pt idx="1495">
                  <c:v>374</c:v>
                </c:pt>
                <c:pt idx="1496">
                  <c:v>374</c:v>
                </c:pt>
                <c:pt idx="1497">
                  <c:v>374.5</c:v>
                </c:pt>
                <c:pt idx="1498">
                  <c:v>374.5</c:v>
                </c:pt>
                <c:pt idx="1499">
                  <c:v>375</c:v>
                </c:pt>
                <c:pt idx="1500">
                  <c:v>375</c:v>
                </c:pt>
                <c:pt idx="1501">
                  <c:v>375.5</c:v>
                </c:pt>
                <c:pt idx="1502">
                  <c:v>375.5</c:v>
                </c:pt>
                <c:pt idx="1503">
                  <c:v>376</c:v>
                </c:pt>
                <c:pt idx="1504">
                  <c:v>376</c:v>
                </c:pt>
                <c:pt idx="1505">
                  <c:v>376.5</c:v>
                </c:pt>
                <c:pt idx="1506">
                  <c:v>376.5</c:v>
                </c:pt>
                <c:pt idx="1507">
                  <c:v>377</c:v>
                </c:pt>
                <c:pt idx="1508">
                  <c:v>377</c:v>
                </c:pt>
                <c:pt idx="1509">
                  <c:v>377.5</c:v>
                </c:pt>
                <c:pt idx="1510">
                  <c:v>377.5</c:v>
                </c:pt>
                <c:pt idx="1511">
                  <c:v>378</c:v>
                </c:pt>
                <c:pt idx="1512">
                  <c:v>378</c:v>
                </c:pt>
                <c:pt idx="1513">
                  <c:v>378.5</c:v>
                </c:pt>
                <c:pt idx="1514">
                  <c:v>378.5</c:v>
                </c:pt>
                <c:pt idx="1515">
                  <c:v>379</c:v>
                </c:pt>
                <c:pt idx="1516">
                  <c:v>379</c:v>
                </c:pt>
                <c:pt idx="1517">
                  <c:v>379.5</c:v>
                </c:pt>
                <c:pt idx="1518">
                  <c:v>379.5</c:v>
                </c:pt>
                <c:pt idx="1519">
                  <c:v>380</c:v>
                </c:pt>
                <c:pt idx="1520">
                  <c:v>380</c:v>
                </c:pt>
                <c:pt idx="1521">
                  <c:v>380.5</c:v>
                </c:pt>
                <c:pt idx="1522">
                  <c:v>380.5</c:v>
                </c:pt>
                <c:pt idx="1523">
                  <c:v>381</c:v>
                </c:pt>
                <c:pt idx="1524">
                  <c:v>381</c:v>
                </c:pt>
                <c:pt idx="1525">
                  <c:v>381.5</c:v>
                </c:pt>
                <c:pt idx="1526">
                  <c:v>381.5</c:v>
                </c:pt>
                <c:pt idx="1527">
                  <c:v>382</c:v>
                </c:pt>
                <c:pt idx="1528">
                  <c:v>382</c:v>
                </c:pt>
                <c:pt idx="1529">
                  <c:v>382.5</c:v>
                </c:pt>
                <c:pt idx="1530">
                  <c:v>382.5</c:v>
                </c:pt>
                <c:pt idx="1531">
                  <c:v>383</c:v>
                </c:pt>
                <c:pt idx="1532">
                  <c:v>383</c:v>
                </c:pt>
                <c:pt idx="1533">
                  <c:v>383.5</c:v>
                </c:pt>
                <c:pt idx="1534">
                  <c:v>383.5</c:v>
                </c:pt>
                <c:pt idx="1535">
                  <c:v>384</c:v>
                </c:pt>
                <c:pt idx="1536">
                  <c:v>384</c:v>
                </c:pt>
                <c:pt idx="1537">
                  <c:v>384.5</c:v>
                </c:pt>
                <c:pt idx="1538">
                  <c:v>384.5</c:v>
                </c:pt>
                <c:pt idx="1539">
                  <c:v>385</c:v>
                </c:pt>
                <c:pt idx="1540">
                  <c:v>385</c:v>
                </c:pt>
                <c:pt idx="1541">
                  <c:v>385.5</c:v>
                </c:pt>
                <c:pt idx="1542">
                  <c:v>385.5</c:v>
                </c:pt>
                <c:pt idx="1543">
                  <c:v>386</c:v>
                </c:pt>
                <c:pt idx="1544">
                  <c:v>386</c:v>
                </c:pt>
                <c:pt idx="1545">
                  <c:v>386.5</c:v>
                </c:pt>
                <c:pt idx="1546">
                  <c:v>386.5</c:v>
                </c:pt>
                <c:pt idx="1547">
                  <c:v>387</c:v>
                </c:pt>
                <c:pt idx="1548">
                  <c:v>387</c:v>
                </c:pt>
                <c:pt idx="1549">
                  <c:v>387.5</c:v>
                </c:pt>
                <c:pt idx="1550">
                  <c:v>387.5</c:v>
                </c:pt>
                <c:pt idx="1551">
                  <c:v>388</c:v>
                </c:pt>
                <c:pt idx="1552">
                  <c:v>388</c:v>
                </c:pt>
                <c:pt idx="1553">
                  <c:v>388.5</c:v>
                </c:pt>
                <c:pt idx="1554">
                  <c:v>388.5</c:v>
                </c:pt>
                <c:pt idx="1555">
                  <c:v>389</c:v>
                </c:pt>
                <c:pt idx="1556">
                  <c:v>389</c:v>
                </c:pt>
                <c:pt idx="1557">
                  <c:v>389.5</c:v>
                </c:pt>
                <c:pt idx="1558">
                  <c:v>389.5</c:v>
                </c:pt>
                <c:pt idx="1559">
                  <c:v>390</c:v>
                </c:pt>
                <c:pt idx="1560">
                  <c:v>390</c:v>
                </c:pt>
                <c:pt idx="1561">
                  <c:v>390.5</c:v>
                </c:pt>
                <c:pt idx="1562">
                  <c:v>390.5</c:v>
                </c:pt>
                <c:pt idx="1563">
                  <c:v>391</c:v>
                </c:pt>
                <c:pt idx="1564">
                  <c:v>391</c:v>
                </c:pt>
                <c:pt idx="1565">
                  <c:v>391.5</c:v>
                </c:pt>
                <c:pt idx="1566">
                  <c:v>391.5</c:v>
                </c:pt>
                <c:pt idx="1567">
                  <c:v>392</c:v>
                </c:pt>
                <c:pt idx="1568">
                  <c:v>392</c:v>
                </c:pt>
                <c:pt idx="1569">
                  <c:v>392.5</c:v>
                </c:pt>
                <c:pt idx="1570">
                  <c:v>392.5</c:v>
                </c:pt>
                <c:pt idx="1571">
                  <c:v>393</c:v>
                </c:pt>
                <c:pt idx="1572">
                  <c:v>393</c:v>
                </c:pt>
                <c:pt idx="1573">
                  <c:v>393.5</c:v>
                </c:pt>
                <c:pt idx="1574">
                  <c:v>393.5</c:v>
                </c:pt>
                <c:pt idx="1575">
                  <c:v>394</c:v>
                </c:pt>
                <c:pt idx="1576">
                  <c:v>394</c:v>
                </c:pt>
                <c:pt idx="1577">
                  <c:v>394.5</c:v>
                </c:pt>
                <c:pt idx="1578">
                  <c:v>394.5</c:v>
                </c:pt>
                <c:pt idx="1579">
                  <c:v>395</c:v>
                </c:pt>
                <c:pt idx="1580">
                  <c:v>395</c:v>
                </c:pt>
                <c:pt idx="1581">
                  <c:v>395.5</c:v>
                </c:pt>
                <c:pt idx="1582">
                  <c:v>395.5</c:v>
                </c:pt>
                <c:pt idx="1583">
                  <c:v>396</c:v>
                </c:pt>
                <c:pt idx="1584">
                  <c:v>396</c:v>
                </c:pt>
                <c:pt idx="1585">
                  <c:v>396.5</c:v>
                </c:pt>
                <c:pt idx="1586">
                  <c:v>396.5</c:v>
                </c:pt>
                <c:pt idx="1587">
                  <c:v>397</c:v>
                </c:pt>
                <c:pt idx="1588">
                  <c:v>397</c:v>
                </c:pt>
                <c:pt idx="1589">
                  <c:v>397.5</c:v>
                </c:pt>
                <c:pt idx="1590">
                  <c:v>397.5</c:v>
                </c:pt>
                <c:pt idx="1591">
                  <c:v>398</c:v>
                </c:pt>
                <c:pt idx="1592">
                  <c:v>398</c:v>
                </c:pt>
                <c:pt idx="1593">
                  <c:v>398.5</c:v>
                </c:pt>
                <c:pt idx="1594">
                  <c:v>398.5</c:v>
                </c:pt>
                <c:pt idx="1595">
                  <c:v>399</c:v>
                </c:pt>
                <c:pt idx="1596">
                  <c:v>399</c:v>
                </c:pt>
                <c:pt idx="1597">
                  <c:v>399.5</c:v>
                </c:pt>
                <c:pt idx="1598">
                  <c:v>399.5</c:v>
                </c:pt>
                <c:pt idx="1599">
                  <c:v>400</c:v>
                </c:pt>
                <c:pt idx="1600">
                  <c:v>400</c:v>
                </c:pt>
                <c:pt idx="1601">
                  <c:v>400.5</c:v>
                </c:pt>
                <c:pt idx="1602">
                  <c:v>400.5</c:v>
                </c:pt>
                <c:pt idx="1603">
                  <c:v>401</c:v>
                </c:pt>
                <c:pt idx="1604">
                  <c:v>401</c:v>
                </c:pt>
                <c:pt idx="1605">
                  <c:v>401.5</c:v>
                </c:pt>
                <c:pt idx="1606">
                  <c:v>401.5</c:v>
                </c:pt>
                <c:pt idx="1607">
                  <c:v>402</c:v>
                </c:pt>
                <c:pt idx="1608">
                  <c:v>402</c:v>
                </c:pt>
                <c:pt idx="1609">
                  <c:v>402.5</c:v>
                </c:pt>
                <c:pt idx="1610">
                  <c:v>402.5</c:v>
                </c:pt>
                <c:pt idx="1611">
                  <c:v>403</c:v>
                </c:pt>
                <c:pt idx="1612">
                  <c:v>403</c:v>
                </c:pt>
                <c:pt idx="1613">
                  <c:v>403.5</c:v>
                </c:pt>
                <c:pt idx="1614">
                  <c:v>403.5</c:v>
                </c:pt>
                <c:pt idx="1615">
                  <c:v>404</c:v>
                </c:pt>
                <c:pt idx="1616">
                  <c:v>404</c:v>
                </c:pt>
                <c:pt idx="1617">
                  <c:v>404.5</c:v>
                </c:pt>
                <c:pt idx="1618">
                  <c:v>404.5</c:v>
                </c:pt>
                <c:pt idx="1619">
                  <c:v>405</c:v>
                </c:pt>
                <c:pt idx="1620">
                  <c:v>405</c:v>
                </c:pt>
                <c:pt idx="1621">
                  <c:v>405.5</c:v>
                </c:pt>
                <c:pt idx="1622">
                  <c:v>405.5</c:v>
                </c:pt>
                <c:pt idx="1623">
                  <c:v>406</c:v>
                </c:pt>
                <c:pt idx="1624">
                  <c:v>406</c:v>
                </c:pt>
                <c:pt idx="1625">
                  <c:v>406.5</c:v>
                </c:pt>
                <c:pt idx="1626">
                  <c:v>406.5</c:v>
                </c:pt>
                <c:pt idx="1627">
                  <c:v>407</c:v>
                </c:pt>
                <c:pt idx="1628">
                  <c:v>407</c:v>
                </c:pt>
                <c:pt idx="1629">
                  <c:v>407.5</c:v>
                </c:pt>
                <c:pt idx="1630">
                  <c:v>407.5</c:v>
                </c:pt>
                <c:pt idx="1631">
                  <c:v>408</c:v>
                </c:pt>
                <c:pt idx="1632">
                  <c:v>408</c:v>
                </c:pt>
                <c:pt idx="1633">
                  <c:v>408.5</c:v>
                </c:pt>
                <c:pt idx="1634">
                  <c:v>408.5</c:v>
                </c:pt>
                <c:pt idx="1635">
                  <c:v>409</c:v>
                </c:pt>
                <c:pt idx="1636">
                  <c:v>409</c:v>
                </c:pt>
                <c:pt idx="1637">
                  <c:v>409.5</c:v>
                </c:pt>
                <c:pt idx="1638">
                  <c:v>409.5</c:v>
                </c:pt>
                <c:pt idx="1639">
                  <c:v>410</c:v>
                </c:pt>
                <c:pt idx="1640">
                  <c:v>410</c:v>
                </c:pt>
                <c:pt idx="1641">
                  <c:v>410.5</c:v>
                </c:pt>
                <c:pt idx="1642">
                  <c:v>410.5</c:v>
                </c:pt>
                <c:pt idx="1643">
                  <c:v>411</c:v>
                </c:pt>
                <c:pt idx="1644">
                  <c:v>411</c:v>
                </c:pt>
                <c:pt idx="1645">
                  <c:v>411.5</c:v>
                </c:pt>
                <c:pt idx="1646">
                  <c:v>411.5</c:v>
                </c:pt>
                <c:pt idx="1647">
                  <c:v>412</c:v>
                </c:pt>
                <c:pt idx="1648">
                  <c:v>412</c:v>
                </c:pt>
                <c:pt idx="1649">
                  <c:v>412.5</c:v>
                </c:pt>
                <c:pt idx="1650">
                  <c:v>412.5</c:v>
                </c:pt>
                <c:pt idx="1651">
                  <c:v>413</c:v>
                </c:pt>
                <c:pt idx="1652">
                  <c:v>413</c:v>
                </c:pt>
                <c:pt idx="1653">
                  <c:v>413.5</c:v>
                </c:pt>
                <c:pt idx="1654">
                  <c:v>413.5</c:v>
                </c:pt>
                <c:pt idx="1655">
                  <c:v>414</c:v>
                </c:pt>
                <c:pt idx="1656">
                  <c:v>414</c:v>
                </c:pt>
                <c:pt idx="1657">
                  <c:v>414.5</c:v>
                </c:pt>
                <c:pt idx="1658">
                  <c:v>414.5</c:v>
                </c:pt>
                <c:pt idx="1659">
                  <c:v>415</c:v>
                </c:pt>
                <c:pt idx="1660">
                  <c:v>415</c:v>
                </c:pt>
                <c:pt idx="1661">
                  <c:v>415.5</c:v>
                </c:pt>
                <c:pt idx="1662">
                  <c:v>415.5</c:v>
                </c:pt>
                <c:pt idx="1663">
                  <c:v>416</c:v>
                </c:pt>
                <c:pt idx="1664">
                  <c:v>416</c:v>
                </c:pt>
                <c:pt idx="1665">
                  <c:v>416.5</c:v>
                </c:pt>
                <c:pt idx="1666">
                  <c:v>416.5</c:v>
                </c:pt>
                <c:pt idx="1667">
                  <c:v>417</c:v>
                </c:pt>
                <c:pt idx="1668">
                  <c:v>417</c:v>
                </c:pt>
                <c:pt idx="1669">
                  <c:v>417.5</c:v>
                </c:pt>
                <c:pt idx="1670">
                  <c:v>417.5</c:v>
                </c:pt>
                <c:pt idx="1671">
                  <c:v>418</c:v>
                </c:pt>
                <c:pt idx="1672">
                  <c:v>418</c:v>
                </c:pt>
                <c:pt idx="1673">
                  <c:v>418.5</c:v>
                </c:pt>
                <c:pt idx="1674">
                  <c:v>418.5</c:v>
                </c:pt>
                <c:pt idx="1675">
                  <c:v>419</c:v>
                </c:pt>
                <c:pt idx="1676">
                  <c:v>419</c:v>
                </c:pt>
                <c:pt idx="1677">
                  <c:v>419.5</c:v>
                </c:pt>
                <c:pt idx="1678">
                  <c:v>419.5</c:v>
                </c:pt>
                <c:pt idx="1679">
                  <c:v>420</c:v>
                </c:pt>
                <c:pt idx="1680">
                  <c:v>420</c:v>
                </c:pt>
                <c:pt idx="1681">
                  <c:v>420.5</c:v>
                </c:pt>
                <c:pt idx="1682">
                  <c:v>420.5</c:v>
                </c:pt>
                <c:pt idx="1683">
                  <c:v>421</c:v>
                </c:pt>
                <c:pt idx="1684">
                  <c:v>421</c:v>
                </c:pt>
                <c:pt idx="1685">
                  <c:v>421.5</c:v>
                </c:pt>
                <c:pt idx="1686">
                  <c:v>421.5</c:v>
                </c:pt>
                <c:pt idx="1687">
                  <c:v>422</c:v>
                </c:pt>
                <c:pt idx="1688">
                  <c:v>422</c:v>
                </c:pt>
                <c:pt idx="1689">
                  <c:v>422.5</c:v>
                </c:pt>
                <c:pt idx="1690">
                  <c:v>422.5</c:v>
                </c:pt>
                <c:pt idx="1691">
                  <c:v>423</c:v>
                </c:pt>
                <c:pt idx="1692">
                  <c:v>423</c:v>
                </c:pt>
                <c:pt idx="1693">
                  <c:v>423.5</c:v>
                </c:pt>
                <c:pt idx="1694">
                  <c:v>423.5</c:v>
                </c:pt>
                <c:pt idx="1695">
                  <c:v>424</c:v>
                </c:pt>
                <c:pt idx="1696">
                  <c:v>424</c:v>
                </c:pt>
                <c:pt idx="1697">
                  <c:v>424.5</c:v>
                </c:pt>
                <c:pt idx="1698">
                  <c:v>424.5</c:v>
                </c:pt>
                <c:pt idx="1699">
                  <c:v>425</c:v>
                </c:pt>
                <c:pt idx="1700">
                  <c:v>425</c:v>
                </c:pt>
                <c:pt idx="1701">
                  <c:v>425.5</c:v>
                </c:pt>
                <c:pt idx="1702">
                  <c:v>425.5</c:v>
                </c:pt>
                <c:pt idx="1703">
                  <c:v>426</c:v>
                </c:pt>
                <c:pt idx="1704">
                  <c:v>426</c:v>
                </c:pt>
                <c:pt idx="1705">
                  <c:v>426.5</c:v>
                </c:pt>
                <c:pt idx="1706">
                  <c:v>426.5</c:v>
                </c:pt>
                <c:pt idx="1707">
                  <c:v>427</c:v>
                </c:pt>
                <c:pt idx="1708">
                  <c:v>427</c:v>
                </c:pt>
                <c:pt idx="1709">
                  <c:v>427.5</c:v>
                </c:pt>
                <c:pt idx="1710">
                  <c:v>427.5</c:v>
                </c:pt>
                <c:pt idx="1711">
                  <c:v>428</c:v>
                </c:pt>
                <c:pt idx="1712">
                  <c:v>428</c:v>
                </c:pt>
                <c:pt idx="1713">
                  <c:v>428.5</c:v>
                </c:pt>
                <c:pt idx="1714">
                  <c:v>428.5</c:v>
                </c:pt>
                <c:pt idx="1715">
                  <c:v>429</c:v>
                </c:pt>
                <c:pt idx="1716">
                  <c:v>429</c:v>
                </c:pt>
                <c:pt idx="1717">
                  <c:v>429.5</c:v>
                </c:pt>
                <c:pt idx="1718">
                  <c:v>429.5</c:v>
                </c:pt>
                <c:pt idx="1719">
                  <c:v>430</c:v>
                </c:pt>
                <c:pt idx="1720">
                  <c:v>430</c:v>
                </c:pt>
                <c:pt idx="1721">
                  <c:v>430.5</c:v>
                </c:pt>
                <c:pt idx="1722">
                  <c:v>430.5</c:v>
                </c:pt>
                <c:pt idx="1723">
                  <c:v>431</c:v>
                </c:pt>
                <c:pt idx="1724">
                  <c:v>431</c:v>
                </c:pt>
                <c:pt idx="1725">
                  <c:v>431.5</c:v>
                </c:pt>
                <c:pt idx="1726">
                  <c:v>431.5</c:v>
                </c:pt>
                <c:pt idx="1727">
                  <c:v>432</c:v>
                </c:pt>
                <c:pt idx="1728">
                  <c:v>432</c:v>
                </c:pt>
                <c:pt idx="1729">
                  <c:v>432.5</c:v>
                </c:pt>
                <c:pt idx="1730">
                  <c:v>432.5</c:v>
                </c:pt>
                <c:pt idx="1731">
                  <c:v>433</c:v>
                </c:pt>
                <c:pt idx="1732">
                  <c:v>433</c:v>
                </c:pt>
                <c:pt idx="1733">
                  <c:v>433.5</c:v>
                </c:pt>
                <c:pt idx="1734">
                  <c:v>433.5</c:v>
                </c:pt>
                <c:pt idx="1735">
                  <c:v>434</c:v>
                </c:pt>
                <c:pt idx="1736">
                  <c:v>434</c:v>
                </c:pt>
                <c:pt idx="1737">
                  <c:v>434.5</c:v>
                </c:pt>
                <c:pt idx="1738">
                  <c:v>434.5</c:v>
                </c:pt>
                <c:pt idx="1739">
                  <c:v>435</c:v>
                </c:pt>
                <c:pt idx="1740">
                  <c:v>435</c:v>
                </c:pt>
                <c:pt idx="1741">
                  <c:v>435.5</c:v>
                </c:pt>
                <c:pt idx="1742">
                  <c:v>435.5</c:v>
                </c:pt>
                <c:pt idx="1743">
                  <c:v>436</c:v>
                </c:pt>
                <c:pt idx="1744">
                  <c:v>436</c:v>
                </c:pt>
                <c:pt idx="1745">
                  <c:v>436.5</c:v>
                </c:pt>
                <c:pt idx="1746">
                  <c:v>436.5</c:v>
                </c:pt>
                <c:pt idx="1747">
                  <c:v>437</c:v>
                </c:pt>
                <c:pt idx="1748">
                  <c:v>437</c:v>
                </c:pt>
                <c:pt idx="1749">
                  <c:v>437.5</c:v>
                </c:pt>
                <c:pt idx="1750">
                  <c:v>437.5</c:v>
                </c:pt>
                <c:pt idx="1751">
                  <c:v>438</c:v>
                </c:pt>
                <c:pt idx="1752">
                  <c:v>438</c:v>
                </c:pt>
                <c:pt idx="1753">
                  <c:v>438.5</c:v>
                </c:pt>
                <c:pt idx="1754">
                  <c:v>438.5</c:v>
                </c:pt>
                <c:pt idx="1755">
                  <c:v>439</c:v>
                </c:pt>
                <c:pt idx="1756">
                  <c:v>439</c:v>
                </c:pt>
                <c:pt idx="1757">
                  <c:v>439.5</c:v>
                </c:pt>
                <c:pt idx="1758">
                  <c:v>439.5</c:v>
                </c:pt>
                <c:pt idx="1759">
                  <c:v>440</c:v>
                </c:pt>
                <c:pt idx="1760">
                  <c:v>440</c:v>
                </c:pt>
                <c:pt idx="1761">
                  <c:v>440.5</c:v>
                </c:pt>
                <c:pt idx="1762">
                  <c:v>440.5</c:v>
                </c:pt>
                <c:pt idx="1763">
                  <c:v>441</c:v>
                </c:pt>
                <c:pt idx="1764">
                  <c:v>441</c:v>
                </c:pt>
                <c:pt idx="1765">
                  <c:v>441.5</c:v>
                </c:pt>
                <c:pt idx="1766">
                  <c:v>441.5</c:v>
                </c:pt>
                <c:pt idx="1767">
                  <c:v>442</c:v>
                </c:pt>
                <c:pt idx="1768">
                  <c:v>442</c:v>
                </c:pt>
                <c:pt idx="1769">
                  <c:v>442.5</c:v>
                </c:pt>
                <c:pt idx="1770">
                  <c:v>442.5</c:v>
                </c:pt>
                <c:pt idx="1771">
                  <c:v>443</c:v>
                </c:pt>
                <c:pt idx="1772">
                  <c:v>443</c:v>
                </c:pt>
                <c:pt idx="1773">
                  <c:v>443.5</c:v>
                </c:pt>
                <c:pt idx="1774">
                  <c:v>443.5</c:v>
                </c:pt>
                <c:pt idx="1775">
                  <c:v>444</c:v>
                </c:pt>
                <c:pt idx="1776">
                  <c:v>444</c:v>
                </c:pt>
                <c:pt idx="1777">
                  <c:v>444.5</c:v>
                </c:pt>
                <c:pt idx="1778">
                  <c:v>444.5</c:v>
                </c:pt>
                <c:pt idx="1779">
                  <c:v>445</c:v>
                </c:pt>
                <c:pt idx="1780">
                  <c:v>445</c:v>
                </c:pt>
                <c:pt idx="1781">
                  <c:v>445.5</c:v>
                </c:pt>
                <c:pt idx="1782">
                  <c:v>445.5</c:v>
                </c:pt>
                <c:pt idx="1783">
                  <c:v>446</c:v>
                </c:pt>
                <c:pt idx="1784">
                  <c:v>446</c:v>
                </c:pt>
                <c:pt idx="1785">
                  <c:v>446.5</c:v>
                </c:pt>
                <c:pt idx="1786">
                  <c:v>446.5</c:v>
                </c:pt>
                <c:pt idx="1787">
                  <c:v>447</c:v>
                </c:pt>
                <c:pt idx="1788">
                  <c:v>447</c:v>
                </c:pt>
                <c:pt idx="1789">
                  <c:v>447.5</c:v>
                </c:pt>
                <c:pt idx="1790">
                  <c:v>447.5</c:v>
                </c:pt>
                <c:pt idx="1791">
                  <c:v>448</c:v>
                </c:pt>
                <c:pt idx="1792">
                  <c:v>448</c:v>
                </c:pt>
                <c:pt idx="1793">
                  <c:v>448.5</c:v>
                </c:pt>
                <c:pt idx="1794">
                  <c:v>448.5</c:v>
                </c:pt>
                <c:pt idx="1795">
                  <c:v>449</c:v>
                </c:pt>
                <c:pt idx="1796">
                  <c:v>449</c:v>
                </c:pt>
                <c:pt idx="1797">
                  <c:v>449.5</c:v>
                </c:pt>
                <c:pt idx="1798">
                  <c:v>449.5</c:v>
                </c:pt>
                <c:pt idx="1799">
                  <c:v>450</c:v>
                </c:pt>
                <c:pt idx="1800">
                  <c:v>450</c:v>
                </c:pt>
                <c:pt idx="1801">
                  <c:v>450.5</c:v>
                </c:pt>
                <c:pt idx="1802">
                  <c:v>450.5</c:v>
                </c:pt>
                <c:pt idx="1803">
                  <c:v>451</c:v>
                </c:pt>
                <c:pt idx="1804">
                  <c:v>451</c:v>
                </c:pt>
                <c:pt idx="1805">
                  <c:v>451.5</c:v>
                </c:pt>
                <c:pt idx="1806">
                  <c:v>451.5</c:v>
                </c:pt>
                <c:pt idx="1807">
                  <c:v>452</c:v>
                </c:pt>
                <c:pt idx="1808">
                  <c:v>452</c:v>
                </c:pt>
                <c:pt idx="1809">
                  <c:v>452.5</c:v>
                </c:pt>
                <c:pt idx="1810">
                  <c:v>452.5</c:v>
                </c:pt>
                <c:pt idx="1811">
                  <c:v>453</c:v>
                </c:pt>
                <c:pt idx="1812">
                  <c:v>453</c:v>
                </c:pt>
                <c:pt idx="1813">
                  <c:v>453.5</c:v>
                </c:pt>
                <c:pt idx="1814">
                  <c:v>453.5</c:v>
                </c:pt>
                <c:pt idx="1815">
                  <c:v>454</c:v>
                </c:pt>
                <c:pt idx="1816">
                  <c:v>454</c:v>
                </c:pt>
                <c:pt idx="1817">
                  <c:v>454.5</c:v>
                </c:pt>
                <c:pt idx="1818">
                  <c:v>454.5</c:v>
                </c:pt>
                <c:pt idx="1819">
                  <c:v>455</c:v>
                </c:pt>
                <c:pt idx="1820">
                  <c:v>455</c:v>
                </c:pt>
                <c:pt idx="1821">
                  <c:v>455.5</c:v>
                </c:pt>
                <c:pt idx="1822">
                  <c:v>455.5</c:v>
                </c:pt>
                <c:pt idx="1823">
                  <c:v>456</c:v>
                </c:pt>
                <c:pt idx="1824">
                  <c:v>456</c:v>
                </c:pt>
                <c:pt idx="1825">
                  <c:v>456.5</c:v>
                </c:pt>
                <c:pt idx="1826">
                  <c:v>456.5</c:v>
                </c:pt>
                <c:pt idx="1827">
                  <c:v>457</c:v>
                </c:pt>
                <c:pt idx="1828">
                  <c:v>457</c:v>
                </c:pt>
                <c:pt idx="1829">
                  <c:v>457.5</c:v>
                </c:pt>
                <c:pt idx="1830">
                  <c:v>457.5</c:v>
                </c:pt>
                <c:pt idx="1831">
                  <c:v>458</c:v>
                </c:pt>
                <c:pt idx="1832">
                  <c:v>458</c:v>
                </c:pt>
                <c:pt idx="1833">
                  <c:v>458.5</c:v>
                </c:pt>
                <c:pt idx="1834">
                  <c:v>458.5</c:v>
                </c:pt>
                <c:pt idx="1835">
                  <c:v>459</c:v>
                </c:pt>
                <c:pt idx="1836">
                  <c:v>459</c:v>
                </c:pt>
                <c:pt idx="1837">
                  <c:v>459.5</c:v>
                </c:pt>
                <c:pt idx="1838">
                  <c:v>459.5</c:v>
                </c:pt>
                <c:pt idx="1839">
                  <c:v>460</c:v>
                </c:pt>
                <c:pt idx="1840">
                  <c:v>460</c:v>
                </c:pt>
                <c:pt idx="1841">
                  <c:v>460.5</c:v>
                </c:pt>
                <c:pt idx="1842">
                  <c:v>460.5</c:v>
                </c:pt>
                <c:pt idx="1843">
                  <c:v>461</c:v>
                </c:pt>
                <c:pt idx="1844">
                  <c:v>461</c:v>
                </c:pt>
                <c:pt idx="1845">
                  <c:v>461.5</c:v>
                </c:pt>
                <c:pt idx="1846">
                  <c:v>461.5</c:v>
                </c:pt>
                <c:pt idx="1847">
                  <c:v>462</c:v>
                </c:pt>
                <c:pt idx="1848">
                  <c:v>462</c:v>
                </c:pt>
                <c:pt idx="1849">
                  <c:v>462.5</c:v>
                </c:pt>
                <c:pt idx="1850">
                  <c:v>462.5</c:v>
                </c:pt>
                <c:pt idx="1851">
                  <c:v>463</c:v>
                </c:pt>
                <c:pt idx="1852">
                  <c:v>463</c:v>
                </c:pt>
                <c:pt idx="1853">
                  <c:v>463.5</c:v>
                </c:pt>
                <c:pt idx="1854">
                  <c:v>463.5</c:v>
                </c:pt>
                <c:pt idx="1855">
                  <c:v>464</c:v>
                </c:pt>
                <c:pt idx="1856">
                  <c:v>464</c:v>
                </c:pt>
                <c:pt idx="1857">
                  <c:v>464.5</c:v>
                </c:pt>
                <c:pt idx="1858">
                  <c:v>464.5</c:v>
                </c:pt>
                <c:pt idx="1859">
                  <c:v>465</c:v>
                </c:pt>
                <c:pt idx="1860">
                  <c:v>465</c:v>
                </c:pt>
                <c:pt idx="1861">
                  <c:v>465.5</c:v>
                </c:pt>
                <c:pt idx="1862">
                  <c:v>465.5</c:v>
                </c:pt>
                <c:pt idx="1863">
                  <c:v>466</c:v>
                </c:pt>
                <c:pt idx="1864">
                  <c:v>466</c:v>
                </c:pt>
                <c:pt idx="1865">
                  <c:v>466.5</c:v>
                </c:pt>
                <c:pt idx="1866">
                  <c:v>466.5</c:v>
                </c:pt>
                <c:pt idx="1867">
                  <c:v>467</c:v>
                </c:pt>
                <c:pt idx="1868">
                  <c:v>467</c:v>
                </c:pt>
                <c:pt idx="1869">
                  <c:v>467.5</c:v>
                </c:pt>
                <c:pt idx="1870">
                  <c:v>467.5</c:v>
                </c:pt>
                <c:pt idx="1871">
                  <c:v>468</c:v>
                </c:pt>
                <c:pt idx="1872">
                  <c:v>468</c:v>
                </c:pt>
                <c:pt idx="1873">
                  <c:v>468.5</c:v>
                </c:pt>
                <c:pt idx="1874">
                  <c:v>468.5</c:v>
                </c:pt>
                <c:pt idx="1875">
                  <c:v>469</c:v>
                </c:pt>
                <c:pt idx="1876">
                  <c:v>469</c:v>
                </c:pt>
                <c:pt idx="1877">
                  <c:v>469.5</c:v>
                </c:pt>
                <c:pt idx="1878">
                  <c:v>469.5</c:v>
                </c:pt>
                <c:pt idx="1879">
                  <c:v>470</c:v>
                </c:pt>
                <c:pt idx="1880">
                  <c:v>470</c:v>
                </c:pt>
                <c:pt idx="1881">
                  <c:v>470.5</c:v>
                </c:pt>
                <c:pt idx="1882">
                  <c:v>470.5</c:v>
                </c:pt>
                <c:pt idx="1883">
                  <c:v>471</c:v>
                </c:pt>
                <c:pt idx="1884">
                  <c:v>471</c:v>
                </c:pt>
                <c:pt idx="1885">
                  <c:v>471.5</c:v>
                </c:pt>
                <c:pt idx="1886">
                  <c:v>471.5</c:v>
                </c:pt>
                <c:pt idx="1887">
                  <c:v>472</c:v>
                </c:pt>
                <c:pt idx="1888">
                  <c:v>472</c:v>
                </c:pt>
                <c:pt idx="1889">
                  <c:v>472.5</c:v>
                </c:pt>
                <c:pt idx="1890">
                  <c:v>472.5</c:v>
                </c:pt>
                <c:pt idx="1891">
                  <c:v>473</c:v>
                </c:pt>
                <c:pt idx="1892">
                  <c:v>473</c:v>
                </c:pt>
                <c:pt idx="1893">
                  <c:v>473.5</c:v>
                </c:pt>
                <c:pt idx="1894">
                  <c:v>473.5</c:v>
                </c:pt>
                <c:pt idx="1895">
                  <c:v>474</c:v>
                </c:pt>
                <c:pt idx="1896">
                  <c:v>474</c:v>
                </c:pt>
                <c:pt idx="1897">
                  <c:v>474.5</c:v>
                </c:pt>
                <c:pt idx="1898">
                  <c:v>474.5</c:v>
                </c:pt>
                <c:pt idx="1899">
                  <c:v>475</c:v>
                </c:pt>
                <c:pt idx="1900">
                  <c:v>475</c:v>
                </c:pt>
                <c:pt idx="1901">
                  <c:v>475.5</c:v>
                </c:pt>
                <c:pt idx="1902">
                  <c:v>475.5</c:v>
                </c:pt>
                <c:pt idx="1903">
                  <c:v>476</c:v>
                </c:pt>
                <c:pt idx="1904">
                  <c:v>476</c:v>
                </c:pt>
                <c:pt idx="1905">
                  <c:v>476.5</c:v>
                </c:pt>
                <c:pt idx="1906">
                  <c:v>476.5</c:v>
                </c:pt>
                <c:pt idx="1907">
                  <c:v>477</c:v>
                </c:pt>
                <c:pt idx="1908">
                  <c:v>477</c:v>
                </c:pt>
                <c:pt idx="1909">
                  <c:v>477.5</c:v>
                </c:pt>
                <c:pt idx="1910">
                  <c:v>477.5</c:v>
                </c:pt>
                <c:pt idx="1911">
                  <c:v>478</c:v>
                </c:pt>
                <c:pt idx="1912">
                  <c:v>478</c:v>
                </c:pt>
                <c:pt idx="1913">
                  <c:v>478.5</c:v>
                </c:pt>
                <c:pt idx="1914">
                  <c:v>478.5</c:v>
                </c:pt>
                <c:pt idx="1915">
                  <c:v>479</c:v>
                </c:pt>
                <c:pt idx="1916">
                  <c:v>479</c:v>
                </c:pt>
                <c:pt idx="1917">
                  <c:v>479.5</c:v>
                </c:pt>
                <c:pt idx="1918">
                  <c:v>479.5</c:v>
                </c:pt>
                <c:pt idx="1919">
                  <c:v>480</c:v>
                </c:pt>
                <c:pt idx="1920">
                  <c:v>480</c:v>
                </c:pt>
                <c:pt idx="1921">
                  <c:v>480.5</c:v>
                </c:pt>
                <c:pt idx="1922">
                  <c:v>480.5</c:v>
                </c:pt>
                <c:pt idx="1923">
                  <c:v>481</c:v>
                </c:pt>
                <c:pt idx="1924">
                  <c:v>481</c:v>
                </c:pt>
                <c:pt idx="1925">
                  <c:v>481.5</c:v>
                </c:pt>
                <c:pt idx="1926">
                  <c:v>481.5</c:v>
                </c:pt>
                <c:pt idx="1927">
                  <c:v>482</c:v>
                </c:pt>
                <c:pt idx="1928">
                  <c:v>482</c:v>
                </c:pt>
                <c:pt idx="1929">
                  <c:v>482.5</c:v>
                </c:pt>
                <c:pt idx="1930">
                  <c:v>482.5</c:v>
                </c:pt>
                <c:pt idx="1931">
                  <c:v>483</c:v>
                </c:pt>
                <c:pt idx="1932">
                  <c:v>483</c:v>
                </c:pt>
                <c:pt idx="1933">
                  <c:v>483.5</c:v>
                </c:pt>
                <c:pt idx="1934">
                  <c:v>483.5</c:v>
                </c:pt>
                <c:pt idx="1935">
                  <c:v>484</c:v>
                </c:pt>
              </c:numCache>
            </c:numRef>
          </c:xVal>
          <c:yVal>
            <c:numRef>
              <c:f>Sheet1!$B$2:$B$1937</c:f>
              <c:numCache>
                <c:formatCode>General</c:formatCode>
                <c:ptCount val="1936"/>
                <c:pt idx="0">
                  <c:v>0</c:v>
                </c:pt>
                <c:pt idx="1">
                  <c:v>1.14068422</c:v>
                </c:pt>
                <c:pt idx="2">
                  <c:v>1.14068422</c:v>
                </c:pt>
                <c:pt idx="3">
                  <c:v>2.27127488</c:v>
                </c:pt>
                <c:pt idx="4">
                  <c:v>2.27127488</c:v>
                </c:pt>
                <c:pt idx="5">
                  <c:v>3.39177251</c:v>
                </c:pt>
                <c:pt idx="6">
                  <c:v>3.39177251</c:v>
                </c:pt>
                <c:pt idx="7">
                  <c:v>4.50217806</c:v>
                </c:pt>
                <c:pt idx="8">
                  <c:v>4.50217806</c:v>
                </c:pt>
                <c:pt idx="9">
                  <c:v>5.6024928</c:v>
                </c:pt>
                <c:pt idx="10">
                  <c:v>5.6024928</c:v>
                </c:pt>
                <c:pt idx="11">
                  <c:v>6.69271839</c:v>
                </c:pt>
                <c:pt idx="12">
                  <c:v>6.69271839</c:v>
                </c:pt>
                <c:pt idx="13">
                  <c:v>7.77285686</c:v>
                </c:pt>
                <c:pt idx="14">
                  <c:v>7.77285686</c:v>
                </c:pt>
                <c:pt idx="15">
                  <c:v>8.842910590000001</c:v>
                </c:pt>
                <c:pt idx="16">
                  <c:v>8.842910590000001</c:v>
                </c:pt>
                <c:pt idx="17">
                  <c:v>9.902882330000001</c:v>
                </c:pt>
                <c:pt idx="18">
                  <c:v>9.902882330000001</c:v>
                </c:pt>
                <c:pt idx="19">
                  <c:v>10.95277519</c:v>
                </c:pt>
                <c:pt idx="20">
                  <c:v>10.95277519</c:v>
                </c:pt>
                <c:pt idx="21">
                  <c:v>11.99259264</c:v>
                </c:pt>
                <c:pt idx="22">
                  <c:v>11.99259264</c:v>
                </c:pt>
                <c:pt idx="23">
                  <c:v>13.0223385</c:v>
                </c:pt>
                <c:pt idx="24">
                  <c:v>13.0223385</c:v>
                </c:pt>
                <c:pt idx="25">
                  <c:v>14.04201696</c:v>
                </c:pt>
                <c:pt idx="26">
                  <c:v>14.04201696</c:v>
                </c:pt>
                <c:pt idx="27">
                  <c:v>15.05163253</c:v>
                </c:pt>
                <c:pt idx="28">
                  <c:v>15.05163253</c:v>
                </c:pt>
                <c:pt idx="29">
                  <c:v>16.0511901</c:v>
                </c:pt>
                <c:pt idx="30">
                  <c:v>16.0511901</c:v>
                </c:pt>
                <c:pt idx="31">
                  <c:v>17.04069488</c:v>
                </c:pt>
                <c:pt idx="32">
                  <c:v>17.04069488</c:v>
                </c:pt>
                <c:pt idx="33">
                  <c:v>18.02015245</c:v>
                </c:pt>
                <c:pt idx="34">
                  <c:v>18.02015245</c:v>
                </c:pt>
                <c:pt idx="35">
                  <c:v>18.98956871</c:v>
                </c:pt>
                <c:pt idx="36">
                  <c:v>18.98956871</c:v>
                </c:pt>
                <c:pt idx="37">
                  <c:v>19.9489499</c:v>
                </c:pt>
                <c:pt idx="38">
                  <c:v>19.9489499</c:v>
                </c:pt>
                <c:pt idx="39">
                  <c:v>20.89830258</c:v>
                </c:pt>
                <c:pt idx="40">
                  <c:v>20.89830258</c:v>
                </c:pt>
                <c:pt idx="41">
                  <c:v>21.83763367</c:v>
                </c:pt>
                <c:pt idx="42">
                  <c:v>21.83763367</c:v>
                </c:pt>
                <c:pt idx="43">
                  <c:v>22.76695038</c:v>
                </c:pt>
                <c:pt idx="44">
                  <c:v>22.76695038</c:v>
                </c:pt>
                <c:pt idx="45">
                  <c:v>23.68626027</c:v>
                </c:pt>
                <c:pt idx="46">
                  <c:v>23.68626027</c:v>
                </c:pt>
                <c:pt idx="47">
                  <c:v>24.59557118</c:v>
                </c:pt>
                <c:pt idx="48">
                  <c:v>24.59557118</c:v>
                </c:pt>
                <c:pt idx="49">
                  <c:v>25.49489132</c:v>
                </c:pt>
                <c:pt idx="50">
                  <c:v>25.49489132</c:v>
                </c:pt>
                <c:pt idx="51">
                  <c:v>26.38422917</c:v>
                </c:pt>
                <c:pt idx="52">
                  <c:v>26.38422917</c:v>
                </c:pt>
                <c:pt idx="53">
                  <c:v>27.26359349</c:v>
                </c:pt>
                <c:pt idx="54">
                  <c:v>27.26359349</c:v>
                </c:pt>
                <c:pt idx="55">
                  <c:v>28.1329934</c:v>
                </c:pt>
                <c:pt idx="56">
                  <c:v>28.1329934</c:v>
                </c:pt>
                <c:pt idx="57">
                  <c:v>28.99243828</c:v>
                </c:pt>
                <c:pt idx="58">
                  <c:v>28.99243828</c:v>
                </c:pt>
                <c:pt idx="59">
                  <c:v>29.8419378</c:v>
                </c:pt>
                <c:pt idx="60">
                  <c:v>29.8419378</c:v>
                </c:pt>
                <c:pt idx="61">
                  <c:v>30.6815019</c:v>
                </c:pt>
                <c:pt idx="62">
                  <c:v>30.6815019</c:v>
                </c:pt>
                <c:pt idx="63">
                  <c:v>31.51114084</c:v>
                </c:pt>
                <c:pt idx="64">
                  <c:v>31.51114084</c:v>
                </c:pt>
                <c:pt idx="65">
                  <c:v>32.33086515</c:v>
                </c:pt>
                <c:pt idx="66">
                  <c:v>32.33086515</c:v>
                </c:pt>
                <c:pt idx="67">
                  <c:v>33.14068563</c:v>
                </c:pt>
                <c:pt idx="68">
                  <c:v>33.14068563</c:v>
                </c:pt>
                <c:pt idx="69">
                  <c:v>33.94061334</c:v>
                </c:pt>
                <c:pt idx="70">
                  <c:v>33.94061334</c:v>
                </c:pt>
                <c:pt idx="71">
                  <c:v>34.73065955</c:v>
                </c:pt>
                <c:pt idx="72">
                  <c:v>34.73065955</c:v>
                </c:pt>
                <c:pt idx="73">
                  <c:v>35.51083589</c:v>
                </c:pt>
                <c:pt idx="74">
                  <c:v>35.51083589</c:v>
                </c:pt>
                <c:pt idx="75">
                  <c:v>36.28115415</c:v>
                </c:pt>
                <c:pt idx="76">
                  <c:v>36.28115415</c:v>
                </c:pt>
                <c:pt idx="77">
                  <c:v>37.04162644</c:v>
                </c:pt>
                <c:pt idx="78">
                  <c:v>37.04162644</c:v>
                </c:pt>
                <c:pt idx="79">
                  <c:v>37.79226505</c:v>
                </c:pt>
                <c:pt idx="80">
                  <c:v>37.79226505</c:v>
                </c:pt>
                <c:pt idx="81">
                  <c:v>38.53308254</c:v>
                </c:pt>
                <c:pt idx="82">
                  <c:v>38.53308254</c:v>
                </c:pt>
                <c:pt idx="83">
                  <c:v>39.26409169</c:v>
                </c:pt>
                <c:pt idx="84">
                  <c:v>39.26409169</c:v>
                </c:pt>
                <c:pt idx="85">
                  <c:v>39.98530547</c:v>
                </c:pt>
                <c:pt idx="86">
                  <c:v>39.98530547</c:v>
                </c:pt>
                <c:pt idx="87">
                  <c:v>40.69673718</c:v>
                </c:pt>
                <c:pt idx="88">
                  <c:v>40.69673718</c:v>
                </c:pt>
                <c:pt idx="89">
                  <c:v>41.39840021</c:v>
                </c:pt>
                <c:pt idx="90">
                  <c:v>41.39840021</c:v>
                </c:pt>
                <c:pt idx="91">
                  <c:v>42.09030822</c:v>
                </c:pt>
                <c:pt idx="92">
                  <c:v>42.09030822</c:v>
                </c:pt>
                <c:pt idx="93">
                  <c:v>42.77247506</c:v>
                </c:pt>
                <c:pt idx="94">
                  <c:v>42.77247506</c:v>
                </c:pt>
                <c:pt idx="95">
                  <c:v>43.44491475</c:v>
                </c:pt>
                <c:pt idx="96">
                  <c:v>43.44491475</c:v>
                </c:pt>
                <c:pt idx="97">
                  <c:v>44.10764156</c:v>
                </c:pt>
                <c:pt idx="98">
                  <c:v>44.10764156</c:v>
                </c:pt>
                <c:pt idx="99">
                  <c:v>44.76066995</c:v>
                </c:pt>
                <c:pt idx="100">
                  <c:v>44.76066995</c:v>
                </c:pt>
                <c:pt idx="101">
                  <c:v>45.40401451</c:v>
                </c:pt>
                <c:pt idx="102">
                  <c:v>45.40401451</c:v>
                </c:pt>
                <c:pt idx="103">
                  <c:v>46.03769004</c:v>
                </c:pt>
                <c:pt idx="104">
                  <c:v>46.03769004</c:v>
                </c:pt>
                <c:pt idx="105">
                  <c:v>46.6617114</c:v>
                </c:pt>
                <c:pt idx="106">
                  <c:v>46.6617114</c:v>
                </c:pt>
                <c:pt idx="107">
                  <c:v>47.27609382</c:v>
                </c:pt>
                <c:pt idx="108">
                  <c:v>47.27609382</c:v>
                </c:pt>
                <c:pt idx="109">
                  <c:v>47.88085263</c:v>
                </c:pt>
                <c:pt idx="110">
                  <c:v>47.88085263</c:v>
                </c:pt>
                <c:pt idx="111">
                  <c:v>48.47600311</c:v>
                </c:pt>
                <c:pt idx="112">
                  <c:v>48.47600311</c:v>
                </c:pt>
                <c:pt idx="113">
                  <c:v>49.06156092</c:v>
                </c:pt>
                <c:pt idx="114">
                  <c:v>49.06156092</c:v>
                </c:pt>
                <c:pt idx="115">
                  <c:v>49.63754189</c:v>
                </c:pt>
                <c:pt idx="116">
                  <c:v>49.63754189</c:v>
                </c:pt>
                <c:pt idx="117">
                  <c:v>50.20396174</c:v>
                </c:pt>
                <c:pt idx="118">
                  <c:v>50.20396174</c:v>
                </c:pt>
                <c:pt idx="119">
                  <c:v>50.76083652</c:v>
                </c:pt>
                <c:pt idx="120">
                  <c:v>50.76083652</c:v>
                </c:pt>
                <c:pt idx="121">
                  <c:v>51.30818235</c:v>
                </c:pt>
                <c:pt idx="122">
                  <c:v>51.30818235</c:v>
                </c:pt>
                <c:pt idx="123">
                  <c:v>51.84601546</c:v>
                </c:pt>
                <c:pt idx="124">
                  <c:v>51.84601546</c:v>
                </c:pt>
                <c:pt idx="125">
                  <c:v>52.37435243</c:v>
                </c:pt>
                <c:pt idx="126">
                  <c:v>52.37435243</c:v>
                </c:pt>
                <c:pt idx="127">
                  <c:v>52.8932094</c:v>
                </c:pt>
                <c:pt idx="128">
                  <c:v>52.8932094</c:v>
                </c:pt>
                <c:pt idx="129">
                  <c:v>53.40260322</c:v>
                </c:pt>
                <c:pt idx="130">
                  <c:v>53.40260322</c:v>
                </c:pt>
                <c:pt idx="131">
                  <c:v>53.90255052</c:v>
                </c:pt>
                <c:pt idx="132">
                  <c:v>53.90255052</c:v>
                </c:pt>
                <c:pt idx="133">
                  <c:v>54.39306793</c:v>
                </c:pt>
                <c:pt idx="134">
                  <c:v>54.39306793</c:v>
                </c:pt>
                <c:pt idx="135">
                  <c:v>54.87417261</c:v>
                </c:pt>
                <c:pt idx="136">
                  <c:v>54.87417261</c:v>
                </c:pt>
                <c:pt idx="137">
                  <c:v>55.34588124</c:v>
                </c:pt>
                <c:pt idx="138">
                  <c:v>55.34588124</c:v>
                </c:pt>
                <c:pt idx="139">
                  <c:v>55.80821104</c:v>
                </c:pt>
                <c:pt idx="140">
                  <c:v>55.80821104</c:v>
                </c:pt>
                <c:pt idx="141">
                  <c:v>56.26117907</c:v>
                </c:pt>
                <c:pt idx="142">
                  <c:v>56.26117907</c:v>
                </c:pt>
                <c:pt idx="143">
                  <c:v>56.70480256</c:v>
                </c:pt>
                <c:pt idx="144">
                  <c:v>56.70480256</c:v>
                </c:pt>
                <c:pt idx="145">
                  <c:v>57.13909863</c:v>
                </c:pt>
                <c:pt idx="146">
                  <c:v>57.13909863</c:v>
                </c:pt>
                <c:pt idx="147">
                  <c:v>57.56408482</c:v>
                </c:pt>
                <c:pt idx="148">
                  <c:v>57.56408482</c:v>
                </c:pt>
                <c:pt idx="149">
                  <c:v>57.97977841</c:v>
                </c:pt>
                <c:pt idx="150">
                  <c:v>57.97977841</c:v>
                </c:pt>
                <c:pt idx="151">
                  <c:v>58.38619669</c:v>
                </c:pt>
                <c:pt idx="152">
                  <c:v>58.38619669</c:v>
                </c:pt>
                <c:pt idx="153">
                  <c:v>58.78335742</c:v>
                </c:pt>
                <c:pt idx="154">
                  <c:v>58.78335742</c:v>
                </c:pt>
                <c:pt idx="155">
                  <c:v>59.17127797</c:v>
                </c:pt>
                <c:pt idx="156">
                  <c:v>59.17127797</c:v>
                </c:pt>
                <c:pt idx="157">
                  <c:v>59.54997593</c:v>
                </c:pt>
                <c:pt idx="158">
                  <c:v>59.54997593</c:v>
                </c:pt>
                <c:pt idx="159">
                  <c:v>59.91946894</c:v>
                </c:pt>
                <c:pt idx="160">
                  <c:v>59.91946894</c:v>
                </c:pt>
                <c:pt idx="161">
                  <c:v>60.27977451</c:v>
                </c:pt>
                <c:pt idx="162">
                  <c:v>60.27977451</c:v>
                </c:pt>
                <c:pt idx="163">
                  <c:v>60.63091038</c:v>
                </c:pt>
                <c:pt idx="164">
                  <c:v>60.63091038</c:v>
                </c:pt>
                <c:pt idx="165">
                  <c:v>60.97289422</c:v>
                </c:pt>
                <c:pt idx="166">
                  <c:v>60.97289422</c:v>
                </c:pt>
                <c:pt idx="167">
                  <c:v>61.30574364</c:v>
                </c:pt>
                <c:pt idx="168">
                  <c:v>61.30574364</c:v>
                </c:pt>
                <c:pt idx="169">
                  <c:v>61.62947651</c:v>
                </c:pt>
                <c:pt idx="170">
                  <c:v>61.62947651</c:v>
                </c:pt>
                <c:pt idx="171">
                  <c:v>61.94411047</c:v>
                </c:pt>
                <c:pt idx="172">
                  <c:v>61.94411047</c:v>
                </c:pt>
                <c:pt idx="173">
                  <c:v>62.24966334</c:v>
                </c:pt>
                <c:pt idx="174">
                  <c:v>62.24966334</c:v>
                </c:pt>
                <c:pt idx="175">
                  <c:v>62.54615266</c:v>
                </c:pt>
                <c:pt idx="176">
                  <c:v>62.54615266</c:v>
                </c:pt>
                <c:pt idx="177">
                  <c:v>62.83359632</c:v>
                </c:pt>
                <c:pt idx="178">
                  <c:v>62.83359632</c:v>
                </c:pt>
                <c:pt idx="179">
                  <c:v>63.11201199</c:v>
                </c:pt>
                <c:pt idx="180">
                  <c:v>63.11201199</c:v>
                </c:pt>
                <c:pt idx="181">
                  <c:v>63.38141726</c:v>
                </c:pt>
                <c:pt idx="182">
                  <c:v>63.38141726</c:v>
                </c:pt>
                <c:pt idx="183">
                  <c:v>63.64183004</c:v>
                </c:pt>
                <c:pt idx="184">
                  <c:v>63.64183004</c:v>
                </c:pt>
                <c:pt idx="185">
                  <c:v>63.89326787</c:v>
                </c:pt>
                <c:pt idx="186">
                  <c:v>63.89326787</c:v>
                </c:pt>
                <c:pt idx="187">
                  <c:v>64.13574859000001</c:v>
                </c:pt>
                <c:pt idx="188">
                  <c:v>64.13574859000001</c:v>
                </c:pt>
                <c:pt idx="189">
                  <c:v>64.36928953</c:v>
                </c:pt>
                <c:pt idx="190">
                  <c:v>64.36928953</c:v>
                </c:pt>
                <c:pt idx="191">
                  <c:v>64.59390852999999</c:v>
                </c:pt>
                <c:pt idx="192">
                  <c:v>64.59390852999999</c:v>
                </c:pt>
                <c:pt idx="193">
                  <c:v>64.80962314999999</c:v>
                </c:pt>
                <c:pt idx="194">
                  <c:v>64.80962314999999</c:v>
                </c:pt>
                <c:pt idx="195">
                  <c:v>65.01645095000001</c:v>
                </c:pt>
                <c:pt idx="196">
                  <c:v>65.01645095000001</c:v>
                </c:pt>
                <c:pt idx="197">
                  <c:v>65.21440939</c:v>
                </c:pt>
                <c:pt idx="198">
                  <c:v>65.21440939</c:v>
                </c:pt>
                <c:pt idx="199">
                  <c:v>65.40351611</c:v>
                </c:pt>
                <c:pt idx="200">
                  <c:v>65.40351611</c:v>
                </c:pt>
                <c:pt idx="201">
                  <c:v>65.58378827</c:v>
                </c:pt>
                <c:pt idx="202">
                  <c:v>65.58378827</c:v>
                </c:pt>
                <c:pt idx="203">
                  <c:v>65.75524344999999</c:v>
                </c:pt>
                <c:pt idx="204">
                  <c:v>65.75524344999999</c:v>
                </c:pt>
                <c:pt idx="205">
                  <c:v>65.91789894</c:v>
                </c:pt>
                <c:pt idx="206">
                  <c:v>65.91789894</c:v>
                </c:pt>
                <c:pt idx="207">
                  <c:v>66.07177208</c:v>
                </c:pt>
                <c:pt idx="208">
                  <c:v>66.07177208</c:v>
                </c:pt>
                <c:pt idx="209">
                  <c:v>66.21688001</c:v>
                </c:pt>
                <c:pt idx="210">
                  <c:v>66.21688001</c:v>
                </c:pt>
                <c:pt idx="211">
                  <c:v>66.35324004</c:v>
                </c:pt>
                <c:pt idx="212">
                  <c:v>66.35324004</c:v>
                </c:pt>
                <c:pt idx="213">
                  <c:v>66.48086916</c:v>
                </c:pt>
                <c:pt idx="214">
                  <c:v>66.48086916</c:v>
                </c:pt>
                <c:pt idx="215">
                  <c:v>66.59978459</c:v>
                </c:pt>
                <c:pt idx="216">
                  <c:v>66.59978459</c:v>
                </c:pt>
                <c:pt idx="217">
                  <c:v>66.71000308000001</c:v>
                </c:pt>
                <c:pt idx="218">
                  <c:v>66.71000308000001</c:v>
                </c:pt>
                <c:pt idx="219">
                  <c:v>66.81154194</c:v>
                </c:pt>
                <c:pt idx="220">
                  <c:v>66.81154194</c:v>
                </c:pt>
                <c:pt idx="221">
                  <c:v>66.90441776999999</c:v>
                </c:pt>
                <c:pt idx="222">
                  <c:v>66.90441776999999</c:v>
                </c:pt>
                <c:pt idx="223">
                  <c:v>66.98864734</c:v>
                </c:pt>
                <c:pt idx="224">
                  <c:v>66.98864734</c:v>
                </c:pt>
                <c:pt idx="225">
                  <c:v>67.06424747</c:v>
                </c:pt>
                <c:pt idx="226">
                  <c:v>67.06424747</c:v>
                </c:pt>
                <c:pt idx="227">
                  <c:v>67.13123496999999</c:v>
                </c:pt>
                <c:pt idx="228">
                  <c:v>67.13123496999999</c:v>
                </c:pt>
                <c:pt idx="229">
                  <c:v>67.18962601</c:v>
                </c:pt>
                <c:pt idx="230">
                  <c:v>67.18962601</c:v>
                </c:pt>
                <c:pt idx="231">
                  <c:v>67.23943754</c:v>
                </c:pt>
                <c:pt idx="232">
                  <c:v>67.23943754</c:v>
                </c:pt>
                <c:pt idx="233">
                  <c:v>67.28068569</c:v>
                </c:pt>
                <c:pt idx="234">
                  <c:v>67.28068569</c:v>
                </c:pt>
                <c:pt idx="235">
                  <c:v>67.31338700000001</c:v>
                </c:pt>
                <c:pt idx="236">
                  <c:v>67.31338700000001</c:v>
                </c:pt>
                <c:pt idx="237">
                  <c:v>67.33755741</c:v>
                </c:pt>
                <c:pt idx="238">
                  <c:v>67.33755741</c:v>
                </c:pt>
                <c:pt idx="239">
                  <c:v>67.35321336</c:v>
                </c:pt>
                <c:pt idx="240">
                  <c:v>67.35321336</c:v>
                </c:pt>
                <c:pt idx="241">
                  <c:v>67.36037073999999</c:v>
                </c:pt>
                <c:pt idx="242">
                  <c:v>67.36037073999999</c:v>
                </c:pt>
                <c:pt idx="243">
                  <c:v>67.35904572</c:v>
                </c:pt>
                <c:pt idx="244">
                  <c:v>67.35904572</c:v>
                </c:pt>
                <c:pt idx="245">
                  <c:v>67.34925413000001</c:v>
                </c:pt>
                <c:pt idx="246">
                  <c:v>67.34925413000001</c:v>
                </c:pt>
                <c:pt idx="247">
                  <c:v>67.33101179000001</c:v>
                </c:pt>
                <c:pt idx="248">
                  <c:v>67.33101179000001</c:v>
                </c:pt>
                <c:pt idx="249">
                  <c:v>67.30433417</c:v>
                </c:pt>
                <c:pt idx="250">
                  <c:v>67.30433417</c:v>
                </c:pt>
                <c:pt idx="251">
                  <c:v>67.26923729000001</c:v>
                </c:pt>
                <c:pt idx="252">
                  <c:v>67.26923729000001</c:v>
                </c:pt>
                <c:pt idx="253">
                  <c:v>67.22573635000001</c:v>
                </c:pt>
                <c:pt idx="254">
                  <c:v>67.22573635000001</c:v>
                </c:pt>
                <c:pt idx="255">
                  <c:v>67.17384705000001</c:v>
                </c:pt>
                <c:pt idx="256">
                  <c:v>67.17384705000001</c:v>
                </c:pt>
                <c:pt idx="257">
                  <c:v>67.11358442</c:v>
                </c:pt>
                <c:pt idx="258">
                  <c:v>67.11358442</c:v>
                </c:pt>
                <c:pt idx="259">
                  <c:v>67.04496403</c:v>
                </c:pt>
                <c:pt idx="260">
                  <c:v>67.04496403</c:v>
                </c:pt>
                <c:pt idx="261">
                  <c:v>66.96800069</c:v>
                </c:pt>
                <c:pt idx="262">
                  <c:v>66.96800069</c:v>
                </c:pt>
                <c:pt idx="263">
                  <c:v>66.88270951</c:v>
                </c:pt>
                <c:pt idx="264">
                  <c:v>66.88270951</c:v>
                </c:pt>
                <c:pt idx="265">
                  <c:v>66.78910559000001</c:v>
                </c:pt>
                <c:pt idx="266">
                  <c:v>66.78910559000001</c:v>
                </c:pt>
                <c:pt idx="267">
                  <c:v>66.68720362000001</c:v>
                </c:pt>
                <c:pt idx="268">
                  <c:v>66.68720362000001</c:v>
                </c:pt>
                <c:pt idx="269">
                  <c:v>66.57701821000001</c:v>
                </c:pt>
                <c:pt idx="270">
                  <c:v>66.57701821000001</c:v>
                </c:pt>
                <c:pt idx="271">
                  <c:v>66.45856409</c:v>
                </c:pt>
                <c:pt idx="272">
                  <c:v>66.45856409</c:v>
                </c:pt>
                <c:pt idx="273">
                  <c:v>66.33185571</c:v>
                </c:pt>
                <c:pt idx="274">
                  <c:v>66.33185571</c:v>
                </c:pt>
                <c:pt idx="275">
                  <c:v>66.19690747</c:v>
                </c:pt>
                <c:pt idx="276">
                  <c:v>66.19690747</c:v>
                </c:pt>
                <c:pt idx="277">
                  <c:v>66.05373374</c:v>
                </c:pt>
                <c:pt idx="278">
                  <c:v>66.05373374</c:v>
                </c:pt>
                <c:pt idx="279">
                  <c:v>65.90234854000001</c:v>
                </c:pt>
                <c:pt idx="280">
                  <c:v>65.90234854000001</c:v>
                </c:pt>
                <c:pt idx="281">
                  <c:v>65.74276604000001</c:v>
                </c:pt>
                <c:pt idx="282">
                  <c:v>65.74276604000001</c:v>
                </c:pt>
                <c:pt idx="283">
                  <c:v>65.57500023999999</c:v>
                </c:pt>
                <c:pt idx="284">
                  <c:v>65.57500023999999</c:v>
                </c:pt>
                <c:pt idx="285">
                  <c:v>65.39906496</c:v>
                </c:pt>
                <c:pt idx="286">
                  <c:v>65.39906496</c:v>
                </c:pt>
                <c:pt idx="287">
                  <c:v>65.21497382</c:v>
                </c:pt>
                <c:pt idx="288">
                  <c:v>65.21497382</c:v>
                </c:pt>
                <c:pt idx="289">
                  <c:v>65.02274061999999</c:v>
                </c:pt>
                <c:pt idx="290">
                  <c:v>65.02274061999999</c:v>
                </c:pt>
                <c:pt idx="291">
                  <c:v>64.82237874</c:v>
                </c:pt>
                <c:pt idx="292">
                  <c:v>64.82237874</c:v>
                </c:pt>
                <c:pt idx="293">
                  <c:v>64.61390167</c:v>
                </c:pt>
                <c:pt idx="294">
                  <c:v>64.61390167</c:v>
                </c:pt>
                <c:pt idx="295">
                  <c:v>64.39732256000001</c:v>
                </c:pt>
                <c:pt idx="296">
                  <c:v>64.39732256000001</c:v>
                </c:pt>
                <c:pt idx="297">
                  <c:v>64.17265475000001</c:v>
                </c:pt>
                <c:pt idx="298">
                  <c:v>64.17265475000001</c:v>
                </c:pt>
                <c:pt idx="299">
                  <c:v>63.93991129</c:v>
                </c:pt>
                <c:pt idx="300">
                  <c:v>63.93991129</c:v>
                </c:pt>
                <c:pt idx="301">
                  <c:v>63.69910509</c:v>
                </c:pt>
                <c:pt idx="302">
                  <c:v>63.69910509</c:v>
                </c:pt>
                <c:pt idx="303">
                  <c:v>63.45024895</c:v>
                </c:pt>
                <c:pt idx="304">
                  <c:v>63.45024895</c:v>
                </c:pt>
                <c:pt idx="305">
                  <c:v>63.19335565</c:v>
                </c:pt>
                <c:pt idx="306">
                  <c:v>63.19335565</c:v>
                </c:pt>
                <c:pt idx="307">
                  <c:v>62.92843761</c:v>
                </c:pt>
                <c:pt idx="308">
                  <c:v>62.92843761</c:v>
                </c:pt>
                <c:pt idx="309">
                  <c:v>62.6555076</c:v>
                </c:pt>
                <c:pt idx="310">
                  <c:v>62.6555076</c:v>
                </c:pt>
                <c:pt idx="311">
                  <c:v>62.37457785</c:v>
                </c:pt>
                <c:pt idx="312">
                  <c:v>62.37457785</c:v>
                </c:pt>
                <c:pt idx="313">
                  <c:v>62.08566072</c:v>
                </c:pt>
                <c:pt idx="314">
                  <c:v>62.08566072</c:v>
                </c:pt>
                <c:pt idx="315">
                  <c:v>61.78876829</c:v>
                </c:pt>
                <c:pt idx="316">
                  <c:v>61.78876829</c:v>
                </c:pt>
                <c:pt idx="317">
                  <c:v>61.48391269</c:v>
                </c:pt>
                <c:pt idx="318">
                  <c:v>61.48391269</c:v>
                </c:pt>
                <c:pt idx="319">
                  <c:v>61.17110563</c:v>
                </c:pt>
                <c:pt idx="320">
                  <c:v>61.17110563</c:v>
                </c:pt>
                <c:pt idx="321">
                  <c:v>60.8503592</c:v>
                </c:pt>
                <c:pt idx="322">
                  <c:v>60.8503592</c:v>
                </c:pt>
                <c:pt idx="323">
                  <c:v>60.52168489</c:v>
                </c:pt>
                <c:pt idx="324">
                  <c:v>60.52168489</c:v>
                </c:pt>
                <c:pt idx="325">
                  <c:v>60.18509427</c:v>
                </c:pt>
                <c:pt idx="326">
                  <c:v>60.18509427</c:v>
                </c:pt>
                <c:pt idx="327">
                  <c:v>59.84059895</c:v>
                </c:pt>
                <c:pt idx="328">
                  <c:v>59.84059895</c:v>
                </c:pt>
                <c:pt idx="329">
                  <c:v>59.48821036</c:v>
                </c:pt>
                <c:pt idx="330">
                  <c:v>59.48821036</c:v>
                </c:pt>
                <c:pt idx="331">
                  <c:v>59.12793951</c:v>
                </c:pt>
                <c:pt idx="332">
                  <c:v>59.12793951</c:v>
                </c:pt>
                <c:pt idx="333">
                  <c:v>58.75979755</c:v>
                </c:pt>
                <c:pt idx="334">
                  <c:v>58.75979755</c:v>
                </c:pt>
                <c:pt idx="335">
                  <c:v>58.38379559</c:v>
                </c:pt>
                <c:pt idx="336">
                  <c:v>58.38379559</c:v>
                </c:pt>
                <c:pt idx="337">
                  <c:v>57.99994461</c:v>
                </c:pt>
                <c:pt idx="338">
                  <c:v>57.99994461</c:v>
                </c:pt>
                <c:pt idx="339">
                  <c:v>57.60825536</c:v>
                </c:pt>
                <c:pt idx="340">
                  <c:v>57.60825536</c:v>
                </c:pt>
                <c:pt idx="341">
                  <c:v>57.2087384</c:v>
                </c:pt>
                <c:pt idx="342">
                  <c:v>57.2087384</c:v>
                </c:pt>
                <c:pt idx="343">
                  <c:v>56.80140437</c:v>
                </c:pt>
                <c:pt idx="344">
                  <c:v>56.80140437</c:v>
                </c:pt>
                <c:pt idx="345">
                  <c:v>56.38626376</c:v>
                </c:pt>
                <c:pt idx="346">
                  <c:v>56.38626376</c:v>
                </c:pt>
                <c:pt idx="347">
                  <c:v>55.96332696</c:v>
                </c:pt>
                <c:pt idx="348">
                  <c:v>55.96332696</c:v>
                </c:pt>
                <c:pt idx="349">
                  <c:v>55.53260405</c:v>
                </c:pt>
                <c:pt idx="350">
                  <c:v>55.53260405</c:v>
                </c:pt>
                <c:pt idx="351">
                  <c:v>55.09410522</c:v>
                </c:pt>
                <c:pt idx="352">
                  <c:v>55.09410522</c:v>
                </c:pt>
                <c:pt idx="353">
                  <c:v>54.64784064</c:v>
                </c:pt>
                <c:pt idx="354">
                  <c:v>54.64784064</c:v>
                </c:pt>
                <c:pt idx="355">
                  <c:v>54.19382</c:v>
                </c:pt>
                <c:pt idx="356">
                  <c:v>54.19382</c:v>
                </c:pt>
                <c:pt idx="357">
                  <c:v>53.73205314</c:v>
                </c:pt>
                <c:pt idx="358">
                  <c:v>53.73205314</c:v>
                </c:pt>
                <c:pt idx="359">
                  <c:v>53.26254993</c:v>
                </c:pt>
                <c:pt idx="360">
                  <c:v>53.26254993</c:v>
                </c:pt>
                <c:pt idx="361">
                  <c:v>52.78531975</c:v>
                </c:pt>
                <c:pt idx="362">
                  <c:v>52.78531975</c:v>
                </c:pt>
                <c:pt idx="363">
                  <c:v>52.30037214</c:v>
                </c:pt>
                <c:pt idx="364">
                  <c:v>52.30037214</c:v>
                </c:pt>
                <c:pt idx="365">
                  <c:v>51.80771642</c:v>
                </c:pt>
                <c:pt idx="366">
                  <c:v>51.80771642</c:v>
                </c:pt>
                <c:pt idx="367">
                  <c:v>51.30736203</c:v>
                </c:pt>
                <c:pt idx="368">
                  <c:v>51.30736203</c:v>
                </c:pt>
                <c:pt idx="369">
                  <c:v>50.79931796</c:v>
                </c:pt>
                <c:pt idx="370">
                  <c:v>50.79931796</c:v>
                </c:pt>
                <c:pt idx="371">
                  <c:v>50.28359339</c:v>
                </c:pt>
                <c:pt idx="372">
                  <c:v>50.28359339</c:v>
                </c:pt>
                <c:pt idx="373">
                  <c:v>49.7601971</c:v>
                </c:pt>
                <c:pt idx="374">
                  <c:v>49.7601971</c:v>
                </c:pt>
                <c:pt idx="375">
                  <c:v>49.22913799</c:v>
                </c:pt>
                <c:pt idx="376">
                  <c:v>49.22913799</c:v>
                </c:pt>
                <c:pt idx="377">
                  <c:v>48.69042502</c:v>
                </c:pt>
                <c:pt idx="378">
                  <c:v>48.69042502</c:v>
                </c:pt>
                <c:pt idx="379">
                  <c:v>48.14406647</c:v>
                </c:pt>
                <c:pt idx="380">
                  <c:v>48.14406647</c:v>
                </c:pt>
                <c:pt idx="381">
                  <c:v>47.59007111</c:v>
                </c:pt>
                <c:pt idx="382">
                  <c:v>47.59007111</c:v>
                </c:pt>
                <c:pt idx="383">
                  <c:v>47.02844726</c:v>
                </c:pt>
                <c:pt idx="384">
                  <c:v>47.02844726</c:v>
                </c:pt>
                <c:pt idx="385">
                  <c:v>46.45920332</c:v>
                </c:pt>
                <c:pt idx="386">
                  <c:v>46.45920332</c:v>
                </c:pt>
                <c:pt idx="387">
                  <c:v>45.88234754</c:v>
                </c:pt>
                <c:pt idx="388">
                  <c:v>45.88234754</c:v>
                </c:pt>
                <c:pt idx="389">
                  <c:v>45.29788795</c:v>
                </c:pt>
                <c:pt idx="390">
                  <c:v>45.29788795</c:v>
                </c:pt>
                <c:pt idx="391">
                  <c:v>44.70583267</c:v>
                </c:pt>
                <c:pt idx="392">
                  <c:v>44.70583267</c:v>
                </c:pt>
                <c:pt idx="393">
                  <c:v>44.10618967</c:v>
                </c:pt>
                <c:pt idx="394">
                  <c:v>44.10618967</c:v>
                </c:pt>
                <c:pt idx="395">
                  <c:v>43.49984892</c:v>
                </c:pt>
                <c:pt idx="396">
                  <c:v>43.49984892</c:v>
                </c:pt>
                <c:pt idx="397">
                  <c:v>42.89450994</c:v>
                </c:pt>
                <c:pt idx="398">
                  <c:v>42.89450994</c:v>
                </c:pt>
                <c:pt idx="399">
                  <c:v>42.2920784</c:v>
                </c:pt>
                <c:pt idx="400">
                  <c:v>42.2920784</c:v>
                </c:pt>
                <c:pt idx="401">
                  <c:v>41.69268293</c:v>
                </c:pt>
                <c:pt idx="402">
                  <c:v>41.69268293</c:v>
                </c:pt>
                <c:pt idx="403">
                  <c:v>41.09644192</c:v>
                </c:pt>
                <c:pt idx="404">
                  <c:v>41.09644192</c:v>
                </c:pt>
                <c:pt idx="405">
                  <c:v>40.5034687</c:v>
                </c:pt>
                <c:pt idx="406">
                  <c:v>40.5034687</c:v>
                </c:pt>
                <c:pt idx="407">
                  <c:v>39.91386734</c:v>
                </c:pt>
                <c:pt idx="408">
                  <c:v>39.91386734</c:v>
                </c:pt>
                <c:pt idx="409">
                  <c:v>39.32774485</c:v>
                </c:pt>
                <c:pt idx="410">
                  <c:v>39.32774485</c:v>
                </c:pt>
                <c:pt idx="411">
                  <c:v>38.74520374</c:v>
                </c:pt>
                <c:pt idx="412">
                  <c:v>38.74520374</c:v>
                </c:pt>
                <c:pt idx="413">
                  <c:v>38.1663462</c:v>
                </c:pt>
                <c:pt idx="414">
                  <c:v>38.1663462</c:v>
                </c:pt>
                <c:pt idx="415">
                  <c:v>37.59126316</c:v>
                </c:pt>
                <c:pt idx="416">
                  <c:v>37.59126316</c:v>
                </c:pt>
                <c:pt idx="417">
                  <c:v>37.02005356</c:v>
                </c:pt>
                <c:pt idx="418">
                  <c:v>37.02005356</c:v>
                </c:pt>
                <c:pt idx="419">
                  <c:v>36.45281741</c:v>
                </c:pt>
                <c:pt idx="420">
                  <c:v>36.45281741</c:v>
                </c:pt>
                <c:pt idx="421">
                  <c:v>35.88963424</c:v>
                </c:pt>
                <c:pt idx="422">
                  <c:v>35.88963424</c:v>
                </c:pt>
                <c:pt idx="423">
                  <c:v>35.33062025</c:v>
                </c:pt>
                <c:pt idx="424">
                  <c:v>35.33062025</c:v>
                </c:pt>
                <c:pt idx="425">
                  <c:v>34.77585049</c:v>
                </c:pt>
                <c:pt idx="426">
                  <c:v>34.77585049</c:v>
                </c:pt>
                <c:pt idx="427">
                  <c:v>34.22543558</c:v>
                </c:pt>
                <c:pt idx="428">
                  <c:v>34.22543558</c:v>
                </c:pt>
                <c:pt idx="429">
                  <c:v>33.67944151</c:v>
                </c:pt>
                <c:pt idx="430">
                  <c:v>33.67944151</c:v>
                </c:pt>
                <c:pt idx="431">
                  <c:v>33.13797545</c:v>
                </c:pt>
                <c:pt idx="432">
                  <c:v>33.13797545</c:v>
                </c:pt>
                <c:pt idx="433">
                  <c:v>32.60113441</c:v>
                </c:pt>
                <c:pt idx="434">
                  <c:v>32.60113441</c:v>
                </c:pt>
                <c:pt idx="435">
                  <c:v>32.06899143</c:v>
                </c:pt>
                <c:pt idx="436">
                  <c:v>32.06899143</c:v>
                </c:pt>
                <c:pt idx="437">
                  <c:v>31.54165145</c:v>
                </c:pt>
                <c:pt idx="438">
                  <c:v>31.54165145</c:v>
                </c:pt>
                <c:pt idx="439">
                  <c:v>31.01919816</c:v>
                </c:pt>
                <c:pt idx="440">
                  <c:v>31.01919816</c:v>
                </c:pt>
                <c:pt idx="441">
                  <c:v>30.50173005</c:v>
                </c:pt>
                <c:pt idx="442">
                  <c:v>30.50173005</c:v>
                </c:pt>
                <c:pt idx="443">
                  <c:v>29.98932739</c:v>
                </c:pt>
                <c:pt idx="444">
                  <c:v>29.98932739</c:v>
                </c:pt>
                <c:pt idx="445">
                  <c:v>29.48208347</c:v>
                </c:pt>
                <c:pt idx="446">
                  <c:v>29.48208347</c:v>
                </c:pt>
                <c:pt idx="447">
                  <c:v>28.98008907</c:v>
                </c:pt>
                <c:pt idx="448">
                  <c:v>28.98008907</c:v>
                </c:pt>
                <c:pt idx="449">
                  <c:v>28.48344971</c:v>
                </c:pt>
                <c:pt idx="450">
                  <c:v>28.48344971</c:v>
                </c:pt>
                <c:pt idx="451">
                  <c:v>27.99223785</c:v>
                </c:pt>
                <c:pt idx="452">
                  <c:v>27.99223785</c:v>
                </c:pt>
                <c:pt idx="453">
                  <c:v>27.50654485</c:v>
                </c:pt>
                <c:pt idx="454">
                  <c:v>27.50654485</c:v>
                </c:pt>
                <c:pt idx="455">
                  <c:v>27.02647381</c:v>
                </c:pt>
                <c:pt idx="456">
                  <c:v>27.02647381</c:v>
                </c:pt>
                <c:pt idx="457">
                  <c:v>26.55211054</c:v>
                </c:pt>
                <c:pt idx="458">
                  <c:v>26.55211054</c:v>
                </c:pt>
                <c:pt idx="459">
                  <c:v>26.08353364</c:v>
                </c:pt>
                <c:pt idx="460">
                  <c:v>26.08353364</c:v>
                </c:pt>
                <c:pt idx="461">
                  <c:v>25.62086617</c:v>
                </c:pt>
                <c:pt idx="462">
                  <c:v>25.62086617</c:v>
                </c:pt>
                <c:pt idx="463">
                  <c:v>25.16418431</c:v>
                </c:pt>
                <c:pt idx="464">
                  <c:v>25.16418431</c:v>
                </c:pt>
                <c:pt idx="465">
                  <c:v>24.7135763</c:v>
                </c:pt>
                <c:pt idx="466">
                  <c:v>24.7135763</c:v>
                </c:pt>
                <c:pt idx="467">
                  <c:v>24.26913785</c:v>
                </c:pt>
                <c:pt idx="468">
                  <c:v>24.26913785</c:v>
                </c:pt>
                <c:pt idx="469">
                  <c:v>23.83096341</c:v>
                </c:pt>
                <c:pt idx="470">
                  <c:v>23.83096341</c:v>
                </c:pt>
                <c:pt idx="471">
                  <c:v>23.39914649</c:v>
                </c:pt>
                <c:pt idx="472">
                  <c:v>23.39914649</c:v>
                </c:pt>
                <c:pt idx="473">
                  <c:v>22.97377981</c:v>
                </c:pt>
                <c:pt idx="474">
                  <c:v>22.97377981</c:v>
                </c:pt>
                <c:pt idx="475">
                  <c:v>22.5549656</c:v>
                </c:pt>
                <c:pt idx="476">
                  <c:v>22.5549656</c:v>
                </c:pt>
                <c:pt idx="477">
                  <c:v>22.14281468</c:v>
                </c:pt>
                <c:pt idx="478">
                  <c:v>22.14281468</c:v>
                </c:pt>
                <c:pt idx="479">
                  <c:v>21.73739771</c:v>
                </c:pt>
                <c:pt idx="480">
                  <c:v>21.73739771</c:v>
                </c:pt>
                <c:pt idx="481">
                  <c:v>21.33880977</c:v>
                </c:pt>
                <c:pt idx="482">
                  <c:v>21.33880977</c:v>
                </c:pt>
                <c:pt idx="483">
                  <c:v>20.94716727</c:v>
                </c:pt>
                <c:pt idx="484">
                  <c:v>20.94716727</c:v>
                </c:pt>
                <c:pt idx="485">
                  <c:v>20.62340631</c:v>
                </c:pt>
                <c:pt idx="486">
                  <c:v>20.62340631</c:v>
                </c:pt>
                <c:pt idx="487">
                  <c:v>20.50296039</c:v>
                </c:pt>
                <c:pt idx="488">
                  <c:v>20.50296039</c:v>
                </c:pt>
                <c:pt idx="489">
                  <c:v>20.39112677</c:v>
                </c:pt>
                <c:pt idx="490">
                  <c:v>20.39112677</c:v>
                </c:pt>
                <c:pt idx="491">
                  <c:v>20.28795861</c:v>
                </c:pt>
                <c:pt idx="492">
                  <c:v>20.28795861</c:v>
                </c:pt>
                <c:pt idx="493">
                  <c:v>20.19356449</c:v>
                </c:pt>
                <c:pt idx="494">
                  <c:v>20.19356449</c:v>
                </c:pt>
                <c:pt idx="495">
                  <c:v>20.10805679</c:v>
                </c:pt>
                <c:pt idx="496">
                  <c:v>20.10805679</c:v>
                </c:pt>
                <c:pt idx="497">
                  <c:v>20.0315154</c:v>
                </c:pt>
                <c:pt idx="498">
                  <c:v>20.0315154</c:v>
                </c:pt>
                <c:pt idx="499">
                  <c:v>19.96405937</c:v>
                </c:pt>
                <c:pt idx="500">
                  <c:v>19.96405937</c:v>
                </c:pt>
                <c:pt idx="501">
                  <c:v>19.90577199</c:v>
                </c:pt>
                <c:pt idx="502">
                  <c:v>19.90577199</c:v>
                </c:pt>
                <c:pt idx="503">
                  <c:v>19.85676135</c:v>
                </c:pt>
                <c:pt idx="504">
                  <c:v>19.85676135</c:v>
                </c:pt>
                <c:pt idx="505">
                  <c:v>19.81713076</c:v>
                </c:pt>
                <c:pt idx="506">
                  <c:v>19.81713076</c:v>
                </c:pt>
                <c:pt idx="507">
                  <c:v>19.78697561</c:v>
                </c:pt>
                <c:pt idx="508">
                  <c:v>19.78697561</c:v>
                </c:pt>
                <c:pt idx="509">
                  <c:v>19.76641767</c:v>
                </c:pt>
                <c:pt idx="510">
                  <c:v>19.76641767</c:v>
                </c:pt>
                <c:pt idx="511">
                  <c:v>19.75552867</c:v>
                </c:pt>
                <c:pt idx="512">
                  <c:v>19.75552867</c:v>
                </c:pt>
                <c:pt idx="513">
                  <c:v>19.75446696</c:v>
                </c:pt>
                <c:pt idx="514">
                  <c:v>19.75446696</c:v>
                </c:pt>
                <c:pt idx="515">
                  <c:v>19.76328792</c:v>
                </c:pt>
                <c:pt idx="516">
                  <c:v>19.76328792</c:v>
                </c:pt>
                <c:pt idx="517">
                  <c:v>19.78212206</c:v>
                </c:pt>
                <c:pt idx="518">
                  <c:v>19.78212206</c:v>
                </c:pt>
                <c:pt idx="519">
                  <c:v>19.81108742</c:v>
                </c:pt>
                <c:pt idx="520">
                  <c:v>19.81108742</c:v>
                </c:pt>
                <c:pt idx="521">
                  <c:v>19.85026507</c:v>
                </c:pt>
                <c:pt idx="522">
                  <c:v>19.85026507</c:v>
                </c:pt>
                <c:pt idx="523">
                  <c:v>19.89980302</c:v>
                </c:pt>
                <c:pt idx="524">
                  <c:v>19.89980302</c:v>
                </c:pt>
                <c:pt idx="525">
                  <c:v>19.95978852</c:v>
                </c:pt>
                <c:pt idx="526">
                  <c:v>19.95978852</c:v>
                </c:pt>
                <c:pt idx="527">
                  <c:v>20.03033413</c:v>
                </c:pt>
                <c:pt idx="528">
                  <c:v>20.03033413</c:v>
                </c:pt>
                <c:pt idx="529">
                  <c:v>19.89949102</c:v>
                </c:pt>
                <c:pt idx="530">
                  <c:v>19.89949102</c:v>
                </c:pt>
                <c:pt idx="531">
                  <c:v>19.77193428</c:v>
                </c:pt>
                <c:pt idx="532">
                  <c:v>19.77193428</c:v>
                </c:pt>
                <c:pt idx="533">
                  <c:v>19.64764328</c:v>
                </c:pt>
                <c:pt idx="534">
                  <c:v>19.64764328</c:v>
                </c:pt>
                <c:pt idx="535">
                  <c:v>19.52670363</c:v>
                </c:pt>
                <c:pt idx="536">
                  <c:v>19.52670363</c:v>
                </c:pt>
                <c:pt idx="537">
                  <c:v>19.40899833</c:v>
                </c:pt>
                <c:pt idx="538">
                  <c:v>19.40899833</c:v>
                </c:pt>
                <c:pt idx="539">
                  <c:v>19.29450915</c:v>
                </c:pt>
                <c:pt idx="540">
                  <c:v>19.29450915</c:v>
                </c:pt>
                <c:pt idx="541">
                  <c:v>19.18329684</c:v>
                </c:pt>
                <c:pt idx="542">
                  <c:v>19.18329684</c:v>
                </c:pt>
                <c:pt idx="543">
                  <c:v>19.07531587</c:v>
                </c:pt>
                <c:pt idx="544">
                  <c:v>19.07531587</c:v>
                </c:pt>
                <c:pt idx="545">
                  <c:v>18.97049376</c:v>
                </c:pt>
                <c:pt idx="546">
                  <c:v>18.97049376</c:v>
                </c:pt>
                <c:pt idx="547">
                  <c:v>18.86888785</c:v>
                </c:pt>
                <c:pt idx="548">
                  <c:v>18.86888785</c:v>
                </c:pt>
                <c:pt idx="549">
                  <c:v>18.77047199</c:v>
                </c:pt>
                <c:pt idx="550">
                  <c:v>18.77047199</c:v>
                </c:pt>
                <c:pt idx="551">
                  <c:v>18.67519182</c:v>
                </c:pt>
                <c:pt idx="552">
                  <c:v>18.67519182</c:v>
                </c:pt>
                <c:pt idx="553">
                  <c:v>18.58305406</c:v>
                </c:pt>
                <c:pt idx="554">
                  <c:v>18.58305406</c:v>
                </c:pt>
                <c:pt idx="555">
                  <c:v>18.4940994</c:v>
                </c:pt>
                <c:pt idx="556">
                  <c:v>18.4940994</c:v>
                </c:pt>
                <c:pt idx="557">
                  <c:v>18.40824401</c:v>
                </c:pt>
                <c:pt idx="558">
                  <c:v>18.40824401</c:v>
                </c:pt>
                <c:pt idx="559">
                  <c:v>18.32547297</c:v>
                </c:pt>
                <c:pt idx="560">
                  <c:v>18.32547297</c:v>
                </c:pt>
                <c:pt idx="561">
                  <c:v>18.24581474</c:v>
                </c:pt>
                <c:pt idx="562">
                  <c:v>18.24581474</c:v>
                </c:pt>
                <c:pt idx="563">
                  <c:v>18.16923392</c:v>
                </c:pt>
                <c:pt idx="564">
                  <c:v>18.16923392</c:v>
                </c:pt>
                <c:pt idx="565">
                  <c:v>18.09569702</c:v>
                </c:pt>
                <c:pt idx="566">
                  <c:v>18.09569702</c:v>
                </c:pt>
                <c:pt idx="567">
                  <c:v>18.02520821</c:v>
                </c:pt>
                <c:pt idx="568">
                  <c:v>18.02520821</c:v>
                </c:pt>
                <c:pt idx="569">
                  <c:v>17.95779997</c:v>
                </c:pt>
                <c:pt idx="570">
                  <c:v>17.95779997</c:v>
                </c:pt>
                <c:pt idx="571">
                  <c:v>17.89339989</c:v>
                </c:pt>
                <c:pt idx="572">
                  <c:v>17.89339989</c:v>
                </c:pt>
                <c:pt idx="573">
                  <c:v>17.83197672</c:v>
                </c:pt>
                <c:pt idx="574">
                  <c:v>17.83197672</c:v>
                </c:pt>
                <c:pt idx="575">
                  <c:v>17.77356371</c:v>
                </c:pt>
                <c:pt idx="576">
                  <c:v>17.77356371</c:v>
                </c:pt>
                <c:pt idx="577">
                  <c:v>17.71815452</c:v>
                </c:pt>
                <c:pt idx="578">
                  <c:v>17.71815452</c:v>
                </c:pt>
                <c:pt idx="579">
                  <c:v>17.66569538</c:v>
                </c:pt>
                <c:pt idx="580">
                  <c:v>17.66569538</c:v>
                </c:pt>
                <c:pt idx="581">
                  <c:v>17.61617403</c:v>
                </c:pt>
                <c:pt idx="582">
                  <c:v>17.61617403</c:v>
                </c:pt>
                <c:pt idx="583">
                  <c:v>17.5696166</c:v>
                </c:pt>
                <c:pt idx="584">
                  <c:v>17.5696166</c:v>
                </c:pt>
                <c:pt idx="585">
                  <c:v>17.52599657</c:v>
                </c:pt>
                <c:pt idx="586">
                  <c:v>17.52599657</c:v>
                </c:pt>
                <c:pt idx="587">
                  <c:v>17.48526919</c:v>
                </c:pt>
                <c:pt idx="588">
                  <c:v>17.48526919</c:v>
                </c:pt>
                <c:pt idx="589">
                  <c:v>17.44743458</c:v>
                </c:pt>
                <c:pt idx="590">
                  <c:v>17.44743458</c:v>
                </c:pt>
                <c:pt idx="591">
                  <c:v>17.41247182</c:v>
                </c:pt>
                <c:pt idx="592">
                  <c:v>17.41247182</c:v>
                </c:pt>
                <c:pt idx="593">
                  <c:v>17.55195657</c:v>
                </c:pt>
                <c:pt idx="594">
                  <c:v>17.55195657</c:v>
                </c:pt>
                <c:pt idx="595">
                  <c:v>17.69630516</c:v>
                </c:pt>
                <c:pt idx="596">
                  <c:v>17.69630516</c:v>
                </c:pt>
                <c:pt idx="597">
                  <c:v>17.84312662</c:v>
                </c:pt>
                <c:pt idx="598">
                  <c:v>17.84312662</c:v>
                </c:pt>
                <c:pt idx="599">
                  <c:v>17.99243936</c:v>
                </c:pt>
                <c:pt idx="600">
                  <c:v>17.99243936</c:v>
                </c:pt>
                <c:pt idx="601">
                  <c:v>18.14421965</c:v>
                </c:pt>
                <c:pt idx="602">
                  <c:v>18.14421965</c:v>
                </c:pt>
                <c:pt idx="603">
                  <c:v>18.29850739</c:v>
                </c:pt>
                <c:pt idx="604">
                  <c:v>18.29850739</c:v>
                </c:pt>
                <c:pt idx="605">
                  <c:v>18.45523946</c:v>
                </c:pt>
                <c:pt idx="606">
                  <c:v>18.45523946</c:v>
                </c:pt>
                <c:pt idx="607">
                  <c:v>18.61438463</c:v>
                </c:pt>
                <c:pt idx="608">
                  <c:v>18.61438463</c:v>
                </c:pt>
                <c:pt idx="609">
                  <c:v>18.77594829</c:v>
                </c:pt>
                <c:pt idx="610">
                  <c:v>18.77594829</c:v>
                </c:pt>
                <c:pt idx="611">
                  <c:v>18.93991341</c:v>
                </c:pt>
                <c:pt idx="612">
                  <c:v>18.93991341</c:v>
                </c:pt>
                <c:pt idx="613">
                  <c:v>19.10627101</c:v>
                </c:pt>
                <c:pt idx="614">
                  <c:v>19.10627101</c:v>
                </c:pt>
                <c:pt idx="615">
                  <c:v>19.27498869</c:v>
                </c:pt>
                <c:pt idx="616">
                  <c:v>19.27498869</c:v>
                </c:pt>
                <c:pt idx="617">
                  <c:v>19.44609423</c:v>
                </c:pt>
                <c:pt idx="618">
                  <c:v>19.44609423</c:v>
                </c:pt>
                <c:pt idx="619">
                  <c:v>19.61953943</c:v>
                </c:pt>
                <c:pt idx="620">
                  <c:v>19.61953943</c:v>
                </c:pt>
                <c:pt idx="621">
                  <c:v>19.79532281</c:v>
                </c:pt>
                <c:pt idx="622">
                  <c:v>19.79532281</c:v>
                </c:pt>
                <c:pt idx="623">
                  <c:v>19.97340108</c:v>
                </c:pt>
                <c:pt idx="624">
                  <c:v>19.97340108</c:v>
                </c:pt>
                <c:pt idx="625">
                  <c:v>20.15378456</c:v>
                </c:pt>
                <c:pt idx="626">
                  <c:v>20.15378456</c:v>
                </c:pt>
                <c:pt idx="627">
                  <c:v>20.33645764</c:v>
                </c:pt>
                <c:pt idx="628">
                  <c:v>20.33645764</c:v>
                </c:pt>
                <c:pt idx="629">
                  <c:v>20.52138452</c:v>
                </c:pt>
                <c:pt idx="630">
                  <c:v>20.52138452</c:v>
                </c:pt>
                <c:pt idx="631">
                  <c:v>20.70857899</c:v>
                </c:pt>
                <c:pt idx="632">
                  <c:v>20.70857899</c:v>
                </c:pt>
                <c:pt idx="633">
                  <c:v>20.89801598</c:v>
                </c:pt>
                <c:pt idx="634">
                  <c:v>20.89801598</c:v>
                </c:pt>
                <c:pt idx="635">
                  <c:v>21.08967175</c:v>
                </c:pt>
                <c:pt idx="636">
                  <c:v>21.08967175</c:v>
                </c:pt>
                <c:pt idx="637">
                  <c:v>21.28353979</c:v>
                </c:pt>
                <c:pt idx="638">
                  <c:v>21.28353979</c:v>
                </c:pt>
                <c:pt idx="639">
                  <c:v>21.47961147</c:v>
                </c:pt>
                <c:pt idx="640">
                  <c:v>21.47961147</c:v>
                </c:pt>
                <c:pt idx="641">
                  <c:v>21.67786185</c:v>
                </c:pt>
                <c:pt idx="642">
                  <c:v>21.67786185</c:v>
                </c:pt>
                <c:pt idx="643">
                  <c:v>21.87827325</c:v>
                </c:pt>
                <c:pt idx="644">
                  <c:v>21.87827325</c:v>
                </c:pt>
                <c:pt idx="645">
                  <c:v>22.08084657</c:v>
                </c:pt>
                <c:pt idx="646">
                  <c:v>22.08084657</c:v>
                </c:pt>
                <c:pt idx="647">
                  <c:v>22.28554331</c:v>
                </c:pt>
                <c:pt idx="648">
                  <c:v>22.28554331</c:v>
                </c:pt>
                <c:pt idx="649">
                  <c:v>22.49237309</c:v>
                </c:pt>
                <c:pt idx="650">
                  <c:v>22.49237309</c:v>
                </c:pt>
                <c:pt idx="651">
                  <c:v>22.70131016</c:v>
                </c:pt>
                <c:pt idx="652">
                  <c:v>22.70131016</c:v>
                </c:pt>
                <c:pt idx="653">
                  <c:v>22.91232407</c:v>
                </c:pt>
                <c:pt idx="654">
                  <c:v>22.91232407</c:v>
                </c:pt>
                <c:pt idx="655">
                  <c:v>23.12541778</c:v>
                </c:pt>
                <c:pt idx="656">
                  <c:v>23.12541778</c:v>
                </c:pt>
                <c:pt idx="657">
                  <c:v>23.34057514</c:v>
                </c:pt>
                <c:pt idx="658">
                  <c:v>23.34057514</c:v>
                </c:pt>
                <c:pt idx="659">
                  <c:v>23.55776076</c:v>
                </c:pt>
                <c:pt idx="660">
                  <c:v>23.55776076</c:v>
                </c:pt>
                <c:pt idx="661">
                  <c:v>23.77699647</c:v>
                </c:pt>
                <c:pt idx="662">
                  <c:v>23.77699647</c:v>
                </c:pt>
                <c:pt idx="663">
                  <c:v>23.99823282</c:v>
                </c:pt>
                <c:pt idx="664">
                  <c:v>23.99823282</c:v>
                </c:pt>
                <c:pt idx="665">
                  <c:v>24.22149952</c:v>
                </c:pt>
                <c:pt idx="666">
                  <c:v>24.22149952</c:v>
                </c:pt>
                <c:pt idx="667">
                  <c:v>24.4467307</c:v>
                </c:pt>
                <c:pt idx="668">
                  <c:v>24.4467307</c:v>
                </c:pt>
                <c:pt idx="669">
                  <c:v>24.67392306</c:v>
                </c:pt>
                <c:pt idx="670">
                  <c:v>24.67392306</c:v>
                </c:pt>
                <c:pt idx="671">
                  <c:v>24.90306286</c:v>
                </c:pt>
                <c:pt idx="672">
                  <c:v>24.90306286</c:v>
                </c:pt>
                <c:pt idx="673">
                  <c:v>25.1341837</c:v>
                </c:pt>
                <c:pt idx="674">
                  <c:v>25.1341837</c:v>
                </c:pt>
                <c:pt idx="675">
                  <c:v>25.36721113</c:v>
                </c:pt>
                <c:pt idx="676">
                  <c:v>25.36721113</c:v>
                </c:pt>
                <c:pt idx="677">
                  <c:v>25.60213062</c:v>
                </c:pt>
                <c:pt idx="678">
                  <c:v>25.60213062</c:v>
                </c:pt>
                <c:pt idx="679">
                  <c:v>25.83895435</c:v>
                </c:pt>
                <c:pt idx="680">
                  <c:v>25.83895435</c:v>
                </c:pt>
                <c:pt idx="681">
                  <c:v>26.07768584</c:v>
                </c:pt>
                <c:pt idx="682">
                  <c:v>26.07768584</c:v>
                </c:pt>
                <c:pt idx="683">
                  <c:v>26.31823885</c:v>
                </c:pt>
                <c:pt idx="684">
                  <c:v>26.31823885</c:v>
                </c:pt>
                <c:pt idx="685">
                  <c:v>26.56066471</c:v>
                </c:pt>
                <c:pt idx="686">
                  <c:v>26.56066471</c:v>
                </c:pt>
                <c:pt idx="687">
                  <c:v>26.80493209</c:v>
                </c:pt>
                <c:pt idx="688">
                  <c:v>26.80493209</c:v>
                </c:pt>
                <c:pt idx="689">
                  <c:v>27.05099376</c:v>
                </c:pt>
                <c:pt idx="690">
                  <c:v>27.05099376</c:v>
                </c:pt>
                <c:pt idx="691">
                  <c:v>27.29890635</c:v>
                </c:pt>
                <c:pt idx="692">
                  <c:v>27.29890635</c:v>
                </c:pt>
                <c:pt idx="693">
                  <c:v>27.5485543</c:v>
                </c:pt>
                <c:pt idx="694">
                  <c:v>27.5485543</c:v>
                </c:pt>
                <c:pt idx="695">
                  <c:v>27.80003104</c:v>
                </c:pt>
                <c:pt idx="696">
                  <c:v>27.80003104</c:v>
                </c:pt>
                <c:pt idx="697">
                  <c:v>28.05323802</c:v>
                </c:pt>
                <c:pt idx="698">
                  <c:v>28.05323802</c:v>
                </c:pt>
                <c:pt idx="699">
                  <c:v>28.30820449</c:v>
                </c:pt>
                <c:pt idx="700">
                  <c:v>28.30820449</c:v>
                </c:pt>
                <c:pt idx="701">
                  <c:v>28.56490182</c:v>
                </c:pt>
                <c:pt idx="702">
                  <c:v>28.56490182</c:v>
                </c:pt>
                <c:pt idx="703">
                  <c:v>28.82330391</c:v>
                </c:pt>
                <c:pt idx="704">
                  <c:v>28.82330391</c:v>
                </c:pt>
                <c:pt idx="705">
                  <c:v>29.08344687</c:v>
                </c:pt>
                <c:pt idx="706">
                  <c:v>29.08344687</c:v>
                </c:pt>
                <c:pt idx="707">
                  <c:v>29.34525568</c:v>
                </c:pt>
                <c:pt idx="708">
                  <c:v>29.34525568</c:v>
                </c:pt>
                <c:pt idx="709">
                  <c:v>29.60872506</c:v>
                </c:pt>
                <c:pt idx="710">
                  <c:v>29.60872506</c:v>
                </c:pt>
                <c:pt idx="711">
                  <c:v>29.87388687</c:v>
                </c:pt>
                <c:pt idx="712">
                  <c:v>29.87388687</c:v>
                </c:pt>
                <c:pt idx="713">
                  <c:v>30.14070061</c:v>
                </c:pt>
                <c:pt idx="714">
                  <c:v>30.14070061</c:v>
                </c:pt>
                <c:pt idx="715">
                  <c:v>30.40914405</c:v>
                </c:pt>
                <c:pt idx="716">
                  <c:v>30.40914405</c:v>
                </c:pt>
                <c:pt idx="717">
                  <c:v>30.67920862</c:v>
                </c:pt>
                <c:pt idx="718">
                  <c:v>30.67920862</c:v>
                </c:pt>
                <c:pt idx="719">
                  <c:v>30.95088474</c:v>
                </c:pt>
                <c:pt idx="720">
                  <c:v>30.95088474</c:v>
                </c:pt>
                <c:pt idx="721">
                  <c:v>31.22416203</c:v>
                </c:pt>
                <c:pt idx="722">
                  <c:v>31.22416203</c:v>
                </c:pt>
                <c:pt idx="723">
                  <c:v>31.49902887</c:v>
                </c:pt>
                <c:pt idx="724">
                  <c:v>31.49902887</c:v>
                </c:pt>
                <c:pt idx="725">
                  <c:v>31.77547266</c:v>
                </c:pt>
                <c:pt idx="726">
                  <c:v>31.77547266</c:v>
                </c:pt>
                <c:pt idx="727">
                  <c:v>32.05347962</c:v>
                </c:pt>
                <c:pt idx="728">
                  <c:v>32.05347962</c:v>
                </c:pt>
                <c:pt idx="729">
                  <c:v>32.33303497</c:v>
                </c:pt>
                <c:pt idx="730">
                  <c:v>32.33303497</c:v>
                </c:pt>
                <c:pt idx="731">
                  <c:v>32.61412259</c:v>
                </c:pt>
                <c:pt idx="732">
                  <c:v>32.61412259</c:v>
                </c:pt>
                <c:pt idx="733">
                  <c:v>32.89678228</c:v>
                </c:pt>
                <c:pt idx="734">
                  <c:v>32.89678228</c:v>
                </c:pt>
                <c:pt idx="735">
                  <c:v>33.18094826</c:v>
                </c:pt>
                <c:pt idx="736">
                  <c:v>33.18094826</c:v>
                </c:pt>
                <c:pt idx="737">
                  <c:v>33.46660777</c:v>
                </c:pt>
                <c:pt idx="738">
                  <c:v>33.46660777</c:v>
                </c:pt>
                <c:pt idx="739">
                  <c:v>33.75381246</c:v>
                </c:pt>
                <c:pt idx="740">
                  <c:v>33.75381246</c:v>
                </c:pt>
                <c:pt idx="741">
                  <c:v>34.04249583</c:v>
                </c:pt>
                <c:pt idx="742">
                  <c:v>34.04249583</c:v>
                </c:pt>
                <c:pt idx="743">
                  <c:v>34.33268185</c:v>
                </c:pt>
                <c:pt idx="744">
                  <c:v>34.33268185</c:v>
                </c:pt>
                <c:pt idx="745">
                  <c:v>34.62436116</c:v>
                </c:pt>
                <c:pt idx="746">
                  <c:v>34.62436116</c:v>
                </c:pt>
                <c:pt idx="747">
                  <c:v>34.91750937</c:v>
                </c:pt>
                <c:pt idx="748">
                  <c:v>34.91750937</c:v>
                </c:pt>
                <c:pt idx="749">
                  <c:v>35.21215138</c:v>
                </c:pt>
                <c:pt idx="750">
                  <c:v>35.21215138</c:v>
                </c:pt>
                <c:pt idx="751">
                  <c:v>35.50825975</c:v>
                </c:pt>
                <c:pt idx="752">
                  <c:v>35.50825975</c:v>
                </c:pt>
                <c:pt idx="753">
                  <c:v>35.80586046</c:v>
                </c:pt>
                <c:pt idx="754">
                  <c:v>35.80586046</c:v>
                </c:pt>
                <c:pt idx="755">
                  <c:v>36.10494474</c:v>
                </c:pt>
                <c:pt idx="756">
                  <c:v>36.10494474</c:v>
                </c:pt>
                <c:pt idx="757">
                  <c:v>36.40551494</c:v>
                </c:pt>
                <c:pt idx="758">
                  <c:v>36.40551494</c:v>
                </c:pt>
                <c:pt idx="759">
                  <c:v>36.70755108</c:v>
                </c:pt>
                <c:pt idx="760">
                  <c:v>36.70755108</c:v>
                </c:pt>
                <c:pt idx="761">
                  <c:v>37.01109441</c:v>
                </c:pt>
                <c:pt idx="762">
                  <c:v>37.01109441</c:v>
                </c:pt>
                <c:pt idx="763">
                  <c:v>37.31612579</c:v>
                </c:pt>
                <c:pt idx="764">
                  <c:v>37.31612579</c:v>
                </c:pt>
                <c:pt idx="765">
                  <c:v>37.62267603</c:v>
                </c:pt>
                <c:pt idx="766">
                  <c:v>37.62267603</c:v>
                </c:pt>
                <c:pt idx="767">
                  <c:v>37.93074279</c:v>
                </c:pt>
                <c:pt idx="768">
                  <c:v>37.93074279</c:v>
                </c:pt>
                <c:pt idx="769">
                  <c:v>38.2403465</c:v>
                </c:pt>
                <c:pt idx="770">
                  <c:v>38.2403465</c:v>
                </c:pt>
                <c:pt idx="771">
                  <c:v>38.55150329</c:v>
                </c:pt>
                <c:pt idx="772">
                  <c:v>38.55150329</c:v>
                </c:pt>
                <c:pt idx="773">
                  <c:v>38.86424204</c:v>
                </c:pt>
                <c:pt idx="774">
                  <c:v>38.86424204</c:v>
                </c:pt>
                <c:pt idx="775">
                  <c:v>39.1785743</c:v>
                </c:pt>
                <c:pt idx="776">
                  <c:v>39.1785743</c:v>
                </c:pt>
                <c:pt idx="777">
                  <c:v>39.49453956</c:v>
                </c:pt>
                <c:pt idx="778">
                  <c:v>39.49453956</c:v>
                </c:pt>
                <c:pt idx="779">
                  <c:v>39.81215414</c:v>
                </c:pt>
                <c:pt idx="780">
                  <c:v>39.81215414</c:v>
                </c:pt>
                <c:pt idx="781">
                  <c:v>40.13144841</c:v>
                </c:pt>
                <c:pt idx="782">
                  <c:v>40.13144841</c:v>
                </c:pt>
                <c:pt idx="783">
                  <c:v>40.45247298</c:v>
                </c:pt>
                <c:pt idx="784">
                  <c:v>40.45247298</c:v>
                </c:pt>
                <c:pt idx="785">
                  <c:v>40.77523935</c:v>
                </c:pt>
                <c:pt idx="786">
                  <c:v>40.77523935</c:v>
                </c:pt>
                <c:pt idx="787">
                  <c:v>41.09980642</c:v>
                </c:pt>
                <c:pt idx="788">
                  <c:v>41.09980642</c:v>
                </c:pt>
                <c:pt idx="789">
                  <c:v>41.42621275</c:v>
                </c:pt>
                <c:pt idx="790">
                  <c:v>41.42621275</c:v>
                </c:pt>
                <c:pt idx="791">
                  <c:v>41.75449347</c:v>
                </c:pt>
                <c:pt idx="792">
                  <c:v>41.75449347</c:v>
                </c:pt>
                <c:pt idx="793">
                  <c:v>42.08470668</c:v>
                </c:pt>
                <c:pt idx="794">
                  <c:v>42.08470668</c:v>
                </c:pt>
                <c:pt idx="795">
                  <c:v>42.41689671</c:v>
                </c:pt>
                <c:pt idx="796">
                  <c:v>42.41689671</c:v>
                </c:pt>
                <c:pt idx="797">
                  <c:v>42.75113195</c:v>
                </c:pt>
                <c:pt idx="798">
                  <c:v>42.75113195</c:v>
                </c:pt>
                <c:pt idx="799">
                  <c:v>43.08746988</c:v>
                </c:pt>
                <c:pt idx="800">
                  <c:v>43.08746988</c:v>
                </c:pt>
                <c:pt idx="801">
                  <c:v>43.42597096</c:v>
                </c:pt>
                <c:pt idx="802">
                  <c:v>43.42597096</c:v>
                </c:pt>
                <c:pt idx="803">
                  <c:v>43.76671363</c:v>
                </c:pt>
                <c:pt idx="804">
                  <c:v>43.76671363</c:v>
                </c:pt>
                <c:pt idx="805">
                  <c:v>44.10977035</c:v>
                </c:pt>
                <c:pt idx="806">
                  <c:v>44.10977035</c:v>
                </c:pt>
                <c:pt idx="807">
                  <c:v>44.45523683</c:v>
                </c:pt>
                <c:pt idx="808">
                  <c:v>44.45523683</c:v>
                </c:pt>
                <c:pt idx="809">
                  <c:v>44.80319865</c:v>
                </c:pt>
                <c:pt idx="810">
                  <c:v>44.80319865</c:v>
                </c:pt>
                <c:pt idx="811">
                  <c:v>45.15376663</c:v>
                </c:pt>
                <c:pt idx="812">
                  <c:v>45.15376663</c:v>
                </c:pt>
                <c:pt idx="813">
                  <c:v>45.50705592</c:v>
                </c:pt>
                <c:pt idx="814">
                  <c:v>45.50705592</c:v>
                </c:pt>
                <c:pt idx="815">
                  <c:v>45.86320211</c:v>
                </c:pt>
                <c:pt idx="816">
                  <c:v>45.86320211</c:v>
                </c:pt>
                <c:pt idx="817">
                  <c:v>46.22235223</c:v>
                </c:pt>
                <c:pt idx="818">
                  <c:v>46.22235223</c:v>
                </c:pt>
                <c:pt idx="819">
                  <c:v>46.58468692</c:v>
                </c:pt>
                <c:pt idx="820">
                  <c:v>46.58468692</c:v>
                </c:pt>
                <c:pt idx="821">
                  <c:v>46.95041217</c:v>
                </c:pt>
                <c:pt idx="822">
                  <c:v>46.95041217</c:v>
                </c:pt>
                <c:pt idx="823">
                  <c:v>47.31978228</c:v>
                </c:pt>
                <c:pt idx="824">
                  <c:v>47.31978228</c:v>
                </c:pt>
                <c:pt idx="825">
                  <c:v>47.69312031</c:v>
                </c:pt>
                <c:pt idx="826">
                  <c:v>47.69312031</c:v>
                </c:pt>
                <c:pt idx="827">
                  <c:v>48.07086701</c:v>
                </c:pt>
                <c:pt idx="828">
                  <c:v>48.07086701</c:v>
                </c:pt>
                <c:pt idx="829">
                  <c:v>48.45372267</c:v>
                </c:pt>
                <c:pt idx="830">
                  <c:v>48.45372267</c:v>
                </c:pt>
                <c:pt idx="831">
                  <c:v>48.9180952</c:v>
                </c:pt>
                <c:pt idx="832">
                  <c:v>48.9180952</c:v>
                </c:pt>
                <c:pt idx="833">
                  <c:v>49.39034319</c:v>
                </c:pt>
                <c:pt idx="834">
                  <c:v>49.39034318</c:v>
                </c:pt>
                <c:pt idx="835">
                  <c:v>49.8557533</c:v>
                </c:pt>
                <c:pt idx="836">
                  <c:v>49.8557533</c:v>
                </c:pt>
                <c:pt idx="837">
                  <c:v>50.31431912</c:v>
                </c:pt>
                <c:pt idx="838">
                  <c:v>50.31431912</c:v>
                </c:pt>
                <c:pt idx="839">
                  <c:v>50.76603404</c:v>
                </c:pt>
                <c:pt idx="840">
                  <c:v>50.76603404</c:v>
                </c:pt>
                <c:pt idx="841">
                  <c:v>51.21089204</c:v>
                </c:pt>
                <c:pt idx="842">
                  <c:v>51.21089204</c:v>
                </c:pt>
                <c:pt idx="843">
                  <c:v>51.64888653</c:v>
                </c:pt>
                <c:pt idx="844">
                  <c:v>51.64888653</c:v>
                </c:pt>
                <c:pt idx="845">
                  <c:v>52.08001121</c:v>
                </c:pt>
                <c:pt idx="846">
                  <c:v>52.08001121</c:v>
                </c:pt>
                <c:pt idx="847">
                  <c:v>52.50425998</c:v>
                </c:pt>
                <c:pt idx="848">
                  <c:v>52.50425998</c:v>
                </c:pt>
                <c:pt idx="849">
                  <c:v>52.92162654</c:v>
                </c:pt>
                <c:pt idx="850">
                  <c:v>52.92162654</c:v>
                </c:pt>
                <c:pt idx="851">
                  <c:v>53.33210467</c:v>
                </c:pt>
                <c:pt idx="852">
                  <c:v>53.33210467</c:v>
                </c:pt>
                <c:pt idx="853">
                  <c:v>53.73568838</c:v>
                </c:pt>
                <c:pt idx="854">
                  <c:v>53.73568838</c:v>
                </c:pt>
                <c:pt idx="855">
                  <c:v>54.13237149</c:v>
                </c:pt>
                <c:pt idx="856">
                  <c:v>54.13237149</c:v>
                </c:pt>
                <c:pt idx="857">
                  <c:v>54.52214794</c:v>
                </c:pt>
                <c:pt idx="858">
                  <c:v>54.52214794</c:v>
                </c:pt>
                <c:pt idx="859">
                  <c:v>54.90501208</c:v>
                </c:pt>
                <c:pt idx="860">
                  <c:v>54.90501208</c:v>
                </c:pt>
                <c:pt idx="861">
                  <c:v>55.28095783</c:v>
                </c:pt>
                <c:pt idx="862">
                  <c:v>55.28095783</c:v>
                </c:pt>
                <c:pt idx="863">
                  <c:v>55.64997941</c:v>
                </c:pt>
                <c:pt idx="864">
                  <c:v>55.64997941</c:v>
                </c:pt>
                <c:pt idx="865">
                  <c:v>56.01207116</c:v>
                </c:pt>
                <c:pt idx="866">
                  <c:v>56.01207116</c:v>
                </c:pt>
                <c:pt idx="867">
                  <c:v>56.36722733</c:v>
                </c:pt>
                <c:pt idx="868">
                  <c:v>56.36722732</c:v>
                </c:pt>
                <c:pt idx="869">
                  <c:v>56.71544224</c:v>
                </c:pt>
                <c:pt idx="870">
                  <c:v>56.71544224</c:v>
                </c:pt>
                <c:pt idx="871">
                  <c:v>57.05671055</c:v>
                </c:pt>
                <c:pt idx="872">
                  <c:v>57.05671055</c:v>
                </c:pt>
                <c:pt idx="873">
                  <c:v>57.39102684</c:v>
                </c:pt>
                <c:pt idx="874">
                  <c:v>57.39102684</c:v>
                </c:pt>
                <c:pt idx="875">
                  <c:v>57.71838578</c:v>
                </c:pt>
                <c:pt idx="876">
                  <c:v>57.71838578</c:v>
                </c:pt>
                <c:pt idx="877">
                  <c:v>58.03878185</c:v>
                </c:pt>
                <c:pt idx="878">
                  <c:v>58.03878185</c:v>
                </c:pt>
                <c:pt idx="879">
                  <c:v>58.35221026</c:v>
                </c:pt>
                <c:pt idx="880">
                  <c:v>58.35221026</c:v>
                </c:pt>
                <c:pt idx="881">
                  <c:v>58.65866584</c:v>
                </c:pt>
                <c:pt idx="882">
                  <c:v>58.65866584</c:v>
                </c:pt>
                <c:pt idx="883">
                  <c:v>58.95814344</c:v>
                </c:pt>
                <c:pt idx="884">
                  <c:v>58.95814344</c:v>
                </c:pt>
                <c:pt idx="885">
                  <c:v>59.25063826</c:v>
                </c:pt>
                <c:pt idx="886">
                  <c:v>59.25063826</c:v>
                </c:pt>
                <c:pt idx="887">
                  <c:v>59.5361456</c:v>
                </c:pt>
                <c:pt idx="888">
                  <c:v>59.5361456</c:v>
                </c:pt>
                <c:pt idx="889">
                  <c:v>59.81466088</c:v>
                </c:pt>
                <c:pt idx="890">
                  <c:v>59.81466088</c:v>
                </c:pt>
                <c:pt idx="891">
                  <c:v>60.08617936</c:v>
                </c:pt>
                <c:pt idx="892">
                  <c:v>60.08617936</c:v>
                </c:pt>
                <c:pt idx="893">
                  <c:v>60.35069667</c:v>
                </c:pt>
                <c:pt idx="894">
                  <c:v>60.35069667</c:v>
                </c:pt>
                <c:pt idx="895">
                  <c:v>60.60820863</c:v>
                </c:pt>
                <c:pt idx="896">
                  <c:v>60.60820863</c:v>
                </c:pt>
                <c:pt idx="897">
                  <c:v>60.85871078</c:v>
                </c:pt>
                <c:pt idx="898">
                  <c:v>60.85871078</c:v>
                </c:pt>
                <c:pt idx="899">
                  <c:v>61.10219917</c:v>
                </c:pt>
                <c:pt idx="900">
                  <c:v>61.10219917</c:v>
                </c:pt>
                <c:pt idx="901">
                  <c:v>61.33866988</c:v>
                </c:pt>
                <c:pt idx="902">
                  <c:v>61.33866988</c:v>
                </c:pt>
                <c:pt idx="903">
                  <c:v>61.56811893</c:v>
                </c:pt>
                <c:pt idx="904">
                  <c:v>61.56811893</c:v>
                </c:pt>
                <c:pt idx="905">
                  <c:v>61.79054277</c:v>
                </c:pt>
                <c:pt idx="906">
                  <c:v>61.79054277</c:v>
                </c:pt>
                <c:pt idx="907">
                  <c:v>62.00593761</c:v>
                </c:pt>
                <c:pt idx="908">
                  <c:v>62.00593761</c:v>
                </c:pt>
                <c:pt idx="909">
                  <c:v>62.2143002</c:v>
                </c:pt>
                <c:pt idx="910">
                  <c:v>62.2143002</c:v>
                </c:pt>
                <c:pt idx="911">
                  <c:v>62.41562698</c:v>
                </c:pt>
                <c:pt idx="912">
                  <c:v>62.41562698</c:v>
                </c:pt>
                <c:pt idx="913">
                  <c:v>62.60991495</c:v>
                </c:pt>
                <c:pt idx="914">
                  <c:v>62.60991495</c:v>
                </c:pt>
                <c:pt idx="915">
                  <c:v>62.79716091</c:v>
                </c:pt>
                <c:pt idx="916">
                  <c:v>62.79716091</c:v>
                </c:pt>
                <c:pt idx="917">
                  <c:v>62.97736207</c:v>
                </c:pt>
                <c:pt idx="918">
                  <c:v>62.97736207</c:v>
                </c:pt>
                <c:pt idx="919">
                  <c:v>63.15051551</c:v>
                </c:pt>
                <c:pt idx="920">
                  <c:v>63.15051551</c:v>
                </c:pt>
                <c:pt idx="921">
                  <c:v>63.31661883</c:v>
                </c:pt>
                <c:pt idx="922">
                  <c:v>63.31661883</c:v>
                </c:pt>
                <c:pt idx="923">
                  <c:v>63.47566906</c:v>
                </c:pt>
                <c:pt idx="924">
                  <c:v>63.47566906</c:v>
                </c:pt>
                <c:pt idx="925">
                  <c:v>63.62766462</c:v>
                </c:pt>
                <c:pt idx="926">
                  <c:v>63.62766462</c:v>
                </c:pt>
                <c:pt idx="927">
                  <c:v>63.77260232</c:v>
                </c:pt>
                <c:pt idx="928">
                  <c:v>63.77260232</c:v>
                </c:pt>
                <c:pt idx="929">
                  <c:v>63.91048072</c:v>
                </c:pt>
                <c:pt idx="930">
                  <c:v>63.91048072</c:v>
                </c:pt>
                <c:pt idx="931">
                  <c:v>64.04129793</c:v>
                </c:pt>
                <c:pt idx="932">
                  <c:v>64.04129793</c:v>
                </c:pt>
                <c:pt idx="933">
                  <c:v>64.16505173</c:v>
                </c:pt>
                <c:pt idx="934">
                  <c:v>64.16505173</c:v>
                </c:pt>
                <c:pt idx="935">
                  <c:v>64.28174091</c:v>
                </c:pt>
                <c:pt idx="936">
                  <c:v>64.28174091</c:v>
                </c:pt>
                <c:pt idx="937">
                  <c:v>64.39136357</c:v>
                </c:pt>
                <c:pt idx="938">
                  <c:v>64.39136357</c:v>
                </c:pt>
                <c:pt idx="939">
                  <c:v>64.49391871</c:v>
                </c:pt>
                <c:pt idx="940">
                  <c:v>64.49391871</c:v>
                </c:pt>
                <c:pt idx="941">
                  <c:v>64.58940486</c:v>
                </c:pt>
                <c:pt idx="942">
                  <c:v>64.58940486</c:v>
                </c:pt>
                <c:pt idx="943">
                  <c:v>64.67782099999999</c:v>
                </c:pt>
                <c:pt idx="944">
                  <c:v>64.67782099999999</c:v>
                </c:pt>
                <c:pt idx="945">
                  <c:v>64.75916642</c:v>
                </c:pt>
                <c:pt idx="946">
                  <c:v>64.75916642</c:v>
                </c:pt>
                <c:pt idx="947">
                  <c:v>64.83343972</c:v>
                </c:pt>
                <c:pt idx="948">
                  <c:v>64.83343972</c:v>
                </c:pt>
                <c:pt idx="949">
                  <c:v>64.90064089000001</c:v>
                </c:pt>
                <c:pt idx="950">
                  <c:v>64.90064089000001</c:v>
                </c:pt>
                <c:pt idx="951">
                  <c:v>64.96076892000001</c:v>
                </c:pt>
                <c:pt idx="952">
                  <c:v>64.96076892000001</c:v>
                </c:pt>
                <c:pt idx="953">
                  <c:v>65.01382348999999</c:v>
                </c:pt>
                <c:pt idx="954">
                  <c:v>65.01382348999999</c:v>
                </c:pt>
                <c:pt idx="955">
                  <c:v>65.05980432</c:v>
                </c:pt>
                <c:pt idx="956">
                  <c:v>65.05980432</c:v>
                </c:pt>
                <c:pt idx="957">
                  <c:v>65.09871115</c:v>
                </c:pt>
                <c:pt idx="958">
                  <c:v>65.09871115</c:v>
                </c:pt>
                <c:pt idx="959">
                  <c:v>65.13054400999999</c:v>
                </c:pt>
                <c:pt idx="960">
                  <c:v>65.13054400999999</c:v>
                </c:pt>
                <c:pt idx="961">
                  <c:v>65.15530275</c:v>
                </c:pt>
                <c:pt idx="962">
                  <c:v>65.15530275</c:v>
                </c:pt>
                <c:pt idx="963">
                  <c:v>65.17298719</c:v>
                </c:pt>
                <c:pt idx="964">
                  <c:v>65.17298719</c:v>
                </c:pt>
                <c:pt idx="965">
                  <c:v>65.18359791</c:v>
                </c:pt>
                <c:pt idx="966">
                  <c:v>65.18359791</c:v>
                </c:pt>
                <c:pt idx="967">
                  <c:v>65.18713461999999</c:v>
                </c:pt>
                <c:pt idx="968">
                  <c:v>65.18713461999999</c:v>
                </c:pt>
                <c:pt idx="969">
                  <c:v>65.18359796999999</c:v>
                </c:pt>
                <c:pt idx="970">
                  <c:v>65.18359796999999</c:v>
                </c:pt>
                <c:pt idx="971">
                  <c:v>65.17298714</c:v>
                </c:pt>
                <c:pt idx="972">
                  <c:v>65.17298714</c:v>
                </c:pt>
                <c:pt idx="973">
                  <c:v>65.15530262999999</c:v>
                </c:pt>
                <c:pt idx="974">
                  <c:v>65.15530262999999</c:v>
                </c:pt>
                <c:pt idx="975">
                  <c:v>65.13054393</c:v>
                </c:pt>
                <c:pt idx="976">
                  <c:v>65.13054393</c:v>
                </c:pt>
                <c:pt idx="977">
                  <c:v>65.09871112</c:v>
                </c:pt>
                <c:pt idx="978">
                  <c:v>65.09871112</c:v>
                </c:pt>
                <c:pt idx="979">
                  <c:v>65.05980425</c:v>
                </c:pt>
                <c:pt idx="980">
                  <c:v>65.05980424000001</c:v>
                </c:pt>
                <c:pt idx="981">
                  <c:v>65.01382362</c:v>
                </c:pt>
                <c:pt idx="982">
                  <c:v>65.01382362</c:v>
                </c:pt>
                <c:pt idx="983">
                  <c:v>64.96076882</c:v>
                </c:pt>
                <c:pt idx="984">
                  <c:v>64.96076882</c:v>
                </c:pt>
                <c:pt idx="985">
                  <c:v>64.90064087</c:v>
                </c:pt>
                <c:pt idx="986">
                  <c:v>64.90064087</c:v>
                </c:pt>
                <c:pt idx="987">
                  <c:v>64.83343983</c:v>
                </c:pt>
                <c:pt idx="988">
                  <c:v>64.83343983</c:v>
                </c:pt>
                <c:pt idx="989">
                  <c:v>64.75916625000001</c:v>
                </c:pt>
                <c:pt idx="990">
                  <c:v>64.75916625000001</c:v>
                </c:pt>
                <c:pt idx="991">
                  <c:v>64.67782090999999</c:v>
                </c:pt>
                <c:pt idx="992">
                  <c:v>64.67782090999999</c:v>
                </c:pt>
                <c:pt idx="993">
                  <c:v>64.58940478</c:v>
                </c:pt>
                <c:pt idx="994">
                  <c:v>64.58940478</c:v>
                </c:pt>
                <c:pt idx="995">
                  <c:v>64.49391874</c:v>
                </c:pt>
                <c:pt idx="996">
                  <c:v>64.49391874</c:v>
                </c:pt>
                <c:pt idx="997">
                  <c:v>64.39136362000001</c:v>
                </c:pt>
                <c:pt idx="998">
                  <c:v>64.39136362000001</c:v>
                </c:pt>
                <c:pt idx="999">
                  <c:v>64.28174074</c:v>
                </c:pt>
                <c:pt idx="1000">
                  <c:v>64.28174074</c:v>
                </c:pt>
                <c:pt idx="1001">
                  <c:v>64.16505171</c:v>
                </c:pt>
                <c:pt idx="1002">
                  <c:v>64.16505171</c:v>
                </c:pt>
                <c:pt idx="1003">
                  <c:v>64.04129777</c:v>
                </c:pt>
                <c:pt idx="1004">
                  <c:v>64.04129777</c:v>
                </c:pt>
                <c:pt idx="1005">
                  <c:v>63.91048078</c:v>
                </c:pt>
                <c:pt idx="1006">
                  <c:v>63.91048078</c:v>
                </c:pt>
                <c:pt idx="1007">
                  <c:v>63.77260233</c:v>
                </c:pt>
                <c:pt idx="1008">
                  <c:v>63.77260233</c:v>
                </c:pt>
                <c:pt idx="1009">
                  <c:v>63.62766431</c:v>
                </c:pt>
                <c:pt idx="1010">
                  <c:v>63.62766431</c:v>
                </c:pt>
                <c:pt idx="1011">
                  <c:v>63.47566902</c:v>
                </c:pt>
                <c:pt idx="1012">
                  <c:v>63.47566902</c:v>
                </c:pt>
                <c:pt idx="1013">
                  <c:v>63.31661866</c:v>
                </c:pt>
                <c:pt idx="1014">
                  <c:v>63.31661866</c:v>
                </c:pt>
                <c:pt idx="1015">
                  <c:v>63.15051535</c:v>
                </c:pt>
                <c:pt idx="1016">
                  <c:v>63.15051535</c:v>
                </c:pt>
                <c:pt idx="1017">
                  <c:v>62.97736199</c:v>
                </c:pt>
                <c:pt idx="1018">
                  <c:v>62.97736199</c:v>
                </c:pt>
                <c:pt idx="1019">
                  <c:v>62.79716082</c:v>
                </c:pt>
                <c:pt idx="1020">
                  <c:v>62.79716082</c:v>
                </c:pt>
                <c:pt idx="1021">
                  <c:v>62.6099148</c:v>
                </c:pt>
                <c:pt idx="1022">
                  <c:v>62.6099148</c:v>
                </c:pt>
                <c:pt idx="1023">
                  <c:v>62.41562687</c:v>
                </c:pt>
                <c:pt idx="1024">
                  <c:v>62.41562687</c:v>
                </c:pt>
                <c:pt idx="1025">
                  <c:v>62.21430004</c:v>
                </c:pt>
                <c:pt idx="1026">
                  <c:v>62.21430004</c:v>
                </c:pt>
                <c:pt idx="1027">
                  <c:v>62.00593749</c:v>
                </c:pt>
                <c:pt idx="1028">
                  <c:v>62.00593749</c:v>
                </c:pt>
                <c:pt idx="1029">
                  <c:v>61.79054265</c:v>
                </c:pt>
                <c:pt idx="1030">
                  <c:v>61.79054265</c:v>
                </c:pt>
                <c:pt idx="1031">
                  <c:v>61.56811888</c:v>
                </c:pt>
                <c:pt idx="1032">
                  <c:v>61.56811888</c:v>
                </c:pt>
                <c:pt idx="1033">
                  <c:v>61.33866973</c:v>
                </c:pt>
                <c:pt idx="1034">
                  <c:v>61.33866973</c:v>
                </c:pt>
                <c:pt idx="1035">
                  <c:v>61.10219909</c:v>
                </c:pt>
                <c:pt idx="1036">
                  <c:v>61.10219909</c:v>
                </c:pt>
                <c:pt idx="1037">
                  <c:v>60.85871057</c:v>
                </c:pt>
                <c:pt idx="1038">
                  <c:v>60.85871057</c:v>
                </c:pt>
                <c:pt idx="1039">
                  <c:v>60.60820854</c:v>
                </c:pt>
                <c:pt idx="1040">
                  <c:v>60.60820854</c:v>
                </c:pt>
                <c:pt idx="1041">
                  <c:v>60.35069645</c:v>
                </c:pt>
                <c:pt idx="1042">
                  <c:v>60.35069645</c:v>
                </c:pt>
                <c:pt idx="1043">
                  <c:v>60.08617927</c:v>
                </c:pt>
                <c:pt idx="1044">
                  <c:v>60.08617927</c:v>
                </c:pt>
                <c:pt idx="1045">
                  <c:v>59.81466074</c:v>
                </c:pt>
                <c:pt idx="1046">
                  <c:v>59.81466074</c:v>
                </c:pt>
                <c:pt idx="1047">
                  <c:v>59.53614532</c:v>
                </c:pt>
                <c:pt idx="1048">
                  <c:v>59.53614532</c:v>
                </c:pt>
                <c:pt idx="1049">
                  <c:v>59.25063806</c:v>
                </c:pt>
                <c:pt idx="1050">
                  <c:v>59.25063806</c:v>
                </c:pt>
                <c:pt idx="1051">
                  <c:v>58.95814336</c:v>
                </c:pt>
                <c:pt idx="1052">
                  <c:v>58.95814336</c:v>
                </c:pt>
                <c:pt idx="1053">
                  <c:v>58.65866556</c:v>
                </c:pt>
                <c:pt idx="1054">
                  <c:v>58.65866556</c:v>
                </c:pt>
                <c:pt idx="1055">
                  <c:v>58.35221014</c:v>
                </c:pt>
                <c:pt idx="1056">
                  <c:v>58.35221014</c:v>
                </c:pt>
                <c:pt idx="1057">
                  <c:v>58.03878176</c:v>
                </c:pt>
                <c:pt idx="1058">
                  <c:v>58.03878176</c:v>
                </c:pt>
                <c:pt idx="1059">
                  <c:v>57.7183855</c:v>
                </c:pt>
                <c:pt idx="1060">
                  <c:v>57.7183855</c:v>
                </c:pt>
                <c:pt idx="1061">
                  <c:v>57.39102677</c:v>
                </c:pt>
                <c:pt idx="1062">
                  <c:v>57.39102677</c:v>
                </c:pt>
                <c:pt idx="1063">
                  <c:v>57.05671046</c:v>
                </c:pt>
                <c:pt idx="1064">
                  <c:v>57.05671046</c:v>
                </c:pt>
                <c:pt idx="1065">
                  <c:v>56.71544213</c:v>
                </c:pt>
                <c:pt idx="1066">
                  <c:v>56.71544213</c:v>
                </c:pt>
                <c:pt idx="1067">
                  <c:v>56.36722707</c:v>
                </c:pt>
                <c:pt idx="1068">
                  <c:v>56.36722707</c:v>
                </c:pt>
                <c:pt idx="1069">
                  <c:v>56.01207095</c:v>
                </c:pt>
                <c:pt idx="1070">
                  <c:v>56.01207095</c:v>
                </c:pt>
                <c:pt idx="1071">
                  <c:v>55.64997925</c:v>
                </c:pt>
                <c:pt idx="1072">
                  <c:v>55.64997925</c:v>
                </c:pt>
                <c:pt idx="1073">
                  <c:v>55.28095767</c:v>
                </c:pt>
                <c:pt idx="1074">
                  <c:v>55.28095767</c:v>
                </c:pt>
                <c:pt idx="1075">
                  <c:v>54.90501213</c:v>
                </c:pt>
                <c:pt idx="1076">
                  <c:v>54.90501213</c:v>
                </c:pt>
                <c:pt idx="1077">
                  <c:v>54.52214799</c:v>
                </c:pt>
                <c:pt idx="1078">
                  <c:v>54.52214799</c:v>
                </c:pt>
                <c:pt idx="1079">
                  <c:v>54.13237128</c:v>
                </c:pt>
                <c:pt idx="1080">
                  <c:v>54.13237128</c:v>
                </c:pt>
                <c:pt idx="1081">
                  <c:v>53.73568815</c:v>
                </c:pt>
                <c:pt idx="1082">
                  <c:v>53.73568816</c:v>
                </c:pt>
                <c:pt idx="1083">
                  <c:v>53.33210454</c:v>
                </c:pt>
                <c:pt idx="1084">
                  <c:v>53.33210454</c:v>
                </c:pt>
                <c:pt idx="1085">
                  <c:v>52.9216264</c:v>
                </c:pt>
                <c:pt idx="1086">
                  <c:v>52.9216264</c:v>
                </c:pt>
                <c:pt idx="1087">
                  <c:v>52.50425989</c:v>
                </c:pt>
                <c:pt idx="1088">
                  <c:v>52.50425989</c:v>
                </c:pt>
                <c:pt idx="1089">
                  <c:v>52.08001107</c:v>
                </c:pt>
                <c:pt idx="1090">
                  <c:v>52.08001107</c:v>
                </c:pt>
                <c:pt idx="1091">
                  <c:v>51.6488863</c:v>
                </c:pt>
                <c:pt idx="1092">
                  <c:v>51.6488863</c:v>
                </c:pt>
                <c:pt idx="1093">
                  <c:v>51.21089184</c:v>
                </c:pt>
                <c:pt idx="1094">
                  <c:v>51.21089184</c:v>
                </c:pt>
                <c:pt idx="1095">
                  <c:v>50.76603397</c:v>
                </c:pt>
                <c:pt idx="1096">
                  <c:v>50.76603397</c:v>
                </c:pt>
                <c:pt idx="1097">
                  <c:v>50.31431881</c:v>
                </c:pt>
                <c:pt idx="1098">
                  <c:v>50.31431881</c:v>
                </c:pt>
                <c:pt idx="1099">
                  <c:v>49.85575304</c:v>
                </c:pt>
                <c:pt idx="1100">
                  <c:v>49.85575304</c:v>
                </c:pt>
                <c:pt idx="1101">
                  <c:v>49.39034295</c:v>
                </c:pt>
                <c:pt idx="1102">
                  <c:v>49.39034295</c:v>
                </c:pt>
                <c:pt idx="1103">
                  <c:v>48.91809495</c:v>
                </c:pt>
                <c:pt idx="1104">
                  <c:v>48.91809495</c:v>
                </c:pt>
                <c:pt idx="1105">
                  <c:v>48.45372241</c:v>
                </c:pt>
                <c:pt idx="1106">
                  <c:v>48.45372241</c:v>
                </c:pt>
                <c:pt idx="1107">
                  <c:v>48.07086675</c:v>
                </c:pt>
                <c:pt idx="1108">
                  <c:v>48.07086675</c:v>
                </c:pt>
                <c:pt idx="1109">
                  <c:v>47.69312022</c:v>
                </c:pt>
                <c:pt idx="1110">
                  <c:v>47.69312022</c:v>
                </c:pt>
                <c:pt idx="1111">
                  <c:v>47.31978204</c:v>
                </c:pt>
                <c:pt idx="1112">
                  <c:v>47.31978204</c:v>
                </c:pt>
                <c:pt idx="1113">
                  <c:v>46.95041182</c:v>
                </c:pt>
                <c:pt idx="1114">
                  <c:v>46.95041182</c:v>
                </c:pt>
                <c:pt idx="1115">
                  <c:v>46.5846867</c:v>
                </c:pt>
                <c:pt idx="1116">
                  <c:v>46.5846867</c:v>
                </c:pt>
                <c:pt idx="1117">
                  <c:v>46.22235216</c:v>
                </c:pt>
                <c:pt idx="1118">
                  <c:v>46.22235216</c:v>
                </c:pt>
                <c:pt idx="1119">
                  <c:v>45.86320199</c:v>
                </c:pt>
                <c:pt idx="1120">
                  <c:v>45.86320199</c:v>
                </c:pt>
                <c:pt idx="1121">
                  <c:v>45.50705577</c:v>
                </c:pt>
                <c:pt idx="1122">
                  <c:v>45.50705577</c:v>
                </c:pt>
                <c:pt idx="1123">
                  <c:v>45.15376632</c:v>
                </c:pt>
                <c:pt idx="1124">
                  <c:v>45.15376632</c:v>
                </c:pt>
                <c:pt idx="1125">
                  <c:v>44.80319838</c:v>
                </c:pt>
                <c:pt idx="1126">
                  <c:v>44.80319838</c:v>
                </c:pt>
                <c:pt idx="1127">
                  <c:v>44.45523673</c:v>
                </c:pt>
                <c:pt idx="1128">
                  <c:v>44.45523673</c:v>
                </c:pt>
                <c:pt idx="1129">
                  <c:v>44.10977009</c:v>
                </c:pt>
                <c:pt idx="1130">
                  <c:v>44.10977009</c:v>
                </c:pt>
                <c:pt idx="1131">
                  <c:v>43.76671349</c:v>
                </c:pt>
                <c:pt idx="1132">
                  <c:v>43.76671349</c:v>
                </c:pt>
                <c:pt idx="1133">
                  <c:v>43.42597069</c:v>
                </c:pt>
                <c:pt idx="1134">
                  <c:v>43.42597069</c:v>
                </c:pt>
                <c:pt idx="1135">
                  <c:v>43.08746975</c:v>
                </c:pt>
                <c:pt idx="1136">
                  <c:v>43.08746975</c:v>
                </c:pt>
                <c:pt idx="1137">
                  <c:v>42.75113177</c:v>
                </c:pt>
                <c:pt idx="1138">
                  <c:v>42.75113177</c:v>
                </c:pt>
                <c:pt idx="1139">
                  <c:v>42.41689657</c:v>
                </c:pt>
                <c:pt idx="1140">
                  <c:v>42.41689657</c:v>
                </c:pt>
                <c:pt idx="1141">
                  <c:v>42.08470659</c:v>
                </c:pt>
                <c:pt idx="1142">
                  <c:v>42.08470659</c:v>
                </c:pt>
                <c:pt idx="1143">
                  <c:v>41.75449333</c:v>
                </c:pt>
                <c:pt idx="1144">
                  <c:v>41.75449333</c:v>
                </c:pt>
                <c:pt idx="1145">
                  <c:v>41.4262125</c:v>
                </c:pt>
                <c:pt idx="1146">
                  <c:v>41.4262125</c:v>
                </c:pt>
                <c:pt idx="1147">
                  <c:v>41.09980626</c:v>
                </c:pt>
                <c:pt idx="1148">
                  <c:v>41.09980626</c:v>
                </c:pt>
                <c:pt idx="1149">
                  <c:v>40.77523925</c:v>
                </c:pt>
                <c:pt idx="1150">
                  <c:v>40.77523925</c:v>
                </c:pt>
                <c:pt idx="1151">
                  <c:v>40.45247276</c:v>
                </c:pt>
                <c:pt idx="1152">
                  <c:v>40.45247276</c:v>
                </c:pt>
                <c:pt idx="1153">
                  <c:v>40.13144831</c:v>
                </c:pt>
                <c:pt idx="1154">
                  <c:v>40.13144831</c:v>
                </c:pt>
                <c:pt idx="1155">
                  <c:v>39.8121541</c:v>
                </c:pt>
                <c:pt idx="1156">
                  <c:v>39.8121541</c:v>
                </c:pt>
                <c:pt idx="1157">
                  <c:v>39.49453936</c:v>
                </c:pt>
                <c:pt idx="1158">
                  <c:v>39.49453936</c:v>
                </c:pt>
                <c:pt idx="1159">
                  <c:v>39.1785742</c:v>
                </c:pt>
                <c:pt idx="1160">
                  <c:v>39.1785742</c:v>
                </c:pt>
                <c:pt idx="1161">
                  <c:v>38.86424181</c:v>
                </c:pt>
                <c:pt idx="1162">
                  <c:v>38.86424181</c:v>
                </c:pt>
                <c:pt idx="1163">
                  <c:v>38.55150316</c:v>
                </c:pt>
                <c:pt idx="1164">
                  <c:v>38.55150316</c:v>
                </c:pt>
                <c:pt idx="1165">
                  <c:v>38.24034634</c:v>
                </c:pt>
                <c:pt idx="1166">
                  <c:v>38.24034634</c:v>
                </c:pt>
                <c:pt idx="1167">
                  <c:v>37.93074269</c:v>
                </c:pt>
                <c:pt idx="1168">
                  <c:v>37.93074269</c:v>
                </c:pt>
                <c:pt idx="1169">
                  <c:v>37.62267594</c:v>
                </c:pt>
                <c:pt idx="1170">
                  <c:v>37.62267594</c:v>
                </c:pt>
                <c:pt idx="1171">
                  <c:v>37.3161257</c:v>
                </c:pt>
                <c:pt idx="1172">
                  <c:v>37.3161257</c:v>
                </c:pt>
                <c:pt idx="1173">
                  <c:v>37.01109424</c:v>
                </c:pt>
                <c:pt idx="1174">
                  <c:v>37.01109424</c:v>
                </c:pt>
                <c:pt idx="1175">
                  <c:v>36.70755098</c:v>
                </c:pt>
                <c:pt idx="1176">
                  <c:v>36.70755098</c:v>
                </c:pt>
                <c:pt idx="1177">
                  <c:v>36.40551481</c:v>
                </c:pt>
                <c:pt idx="1178">
                  <c:v>36.40551481</c:v>
                </c:pt>
                <c:pt idx="1179">
                  <c:v>36.10494468</c:v>
                </c:pt>
                <c:pt idx="1180">
                  <c:v>36.10494468</c:v>
                </c:pt>
                <c:pt idx="1181">
                  <c:v>35.80586036</c:v>
                </c:pt>
                <c:pt idx="1182">
                  <c:v>35.80586036</c:v>
                </c:pt>
                <c:pt idx="1183">
                  <c:v>35.50825958</c:v>
                </c:pt>
                <c:pt idx="1184">
                  <c:v>35.50825958</c:v>
                </c:pt>
                <c:pt idx="1185">
                  <c:v>35.21215136</c:v>
                </c:pt>
                <c:pt idx="1186">
                  <c:v>35.21215136</c:v>
                </c:pt>
                <c:pt idx="1187">
                  <c:v>34.9175093</c:v>
                </c:pt>
                <c:pt idx="1188">
                  <c:v>34.9175093</c:v>
                </c:pt>
                <c:pt idx="1189">
                  <c:v>34.62436104</c:v>
                </c:pt>
                <c:pt idx="1190">
                  <c:v>34.62436104</c:v>
                </c:pt>
                <c:pt idx="1191">
                  <c:v>34.33268178</c:v>
                </c:pt>
                <c:pt idx="1192">
                  <c:v>34.33268178</c:v>
                </c:pt>
                <c:pt idx="1193">
                  <c:v>34.04249564</c:v>
                </c:pt>
                <c:pt idx="1194">
                  <c:v>34.04249564</c:v>
                </c:pt>
                <c:pt idx="1195">
                  <c:v>33.75381242</c:v>
                </c:pt>
                <c:pt idx="1196">
                  <c:v>33.75381242</c:v>
                </c:pt>
                <c:pt idx="1197">
                  <c:v>33.46660763</c:v>
                </c:pt>
                <c:pt idx="1198">
                  <c:v>33.46660763</c:v>
                </c:pt>
                <c:pt idx="1199">
                  <c:v>33.18094814</c:v>
                </c:pt>
                <c:pt idx="1200">
                  <c:v>33.18094814</c:v>
                </c:pt>
                <c:pt idx="1201">
                  <c:v>32.89678209</c:v>
                </c:pt>
                <c:pt idx="1202">
                  <c:v>32.89678209</c:v>
                </c:pt>
                <c:pt idx="1203">
                  <c:v>32.61412244</c:v>
                </c:pt>
                <c:pt idx="1204">
                  <c:v>32.61412244</c:v>
                </c:pt>
                <c:pt idx="1205">
                  <c:v>32.33303489</c:v>
                </c:pt>
                <c:pt idx="1206">
                  <c:v>32.33303489</c:v>
                </c:pt>
                <c:pt idx="1207">
                  <c:v>32.0534796</c:v>
                </c:pt>
                <c:pt idx="1208">
                  <c:v>32.0534796</c:v>
                </c:pt>
                <c:pt idx="1209">
                  <c:v>31.77547256</c:v>
                </c:pt>
                <c:pt idx="1210">
                  <c:v>31.77547256</c:v>
                </c:pt>
                <c:pt idx="1211">
                  <c:v>31.49902878</c:v>
                </c:pt>
                <c:pt idx="1212">
                  <c:v>31.49902878</c:v>
                </c:pt>
                <c:pt idx="1213">
                  <c:v>31.22416196</c:v>
                </c:pt>
                <c:pt idx="1214">
                  <c:v>31.22416196</c:v>
                </c:pt>
                <c:pt idx="1215">
                  <c:v>30.9508847</c:v>
                </c:pt>
                <c:pt idx="1216">
                  <c:v>30.9508847</c:v>
                </c:pt>
                <c:pt idx="1217">
                  <c:v>30.67920856</c:v>
                </c:pt>
                <c:pt idx="1218">
                  <c:v>30.67920856</c:v>
                </c:pt>
                <c:pt idx="1219">
                  <c:v>30.40914402</c:v>
                </c:pt>
                <c:pt idx="1220">
                  <c:v>30.40914402</c:v>
                </c:pt>
                <c:pt idx="1221">
                  <c:v>30.14070056</c:v>
                </c:pt>
                <c:pt idx="1222">
                  <c:v>30.14070056</c:v>
                </c:pt>
                <c:pt idx="1223">
                  <c:v>29.87388681</c:v>
                </c:pt>
                <c:pt idx="1224">
                  <c:v>29.87388681</c:v>
                </c:pt>
                <c:pt idx="1225">
                  <c:v>29.60872508</c:v>
                </c:pt>
                <c:pt idx="1226">
                  <c:v>29.60872508</c:v>
                </c:pt>
                <c:pt idx="1227">
                  <c:v>29.34525564</c:v>
                </c:pt>
                <c:pt idx="1228">
                  <c:v>29.34525564</c:v>
                </c:pt>
                <c:pt idx="1229">
                  <c:v>29.08344684</c:v>
                </c:pt>
                <c:pt idx="1230">
                  <c:v>29.08344684</c:v>
                </c:pt>
                <c:pt idx="1231">
                  <c:v>28.82330386</c:v>
                </c:pt>
                <c:pt idx="1232">
                  <c:v>28.82330386</c:v>
                </c:pt>
                <c:pt idx="1233">
                  <c:v>28.56490175</c:v>
                </c:pt>
                <c:pt idx="1234">
                  <c:v>28.56490175</c:v>
                </c:pt>
                <c:pt idx="1235">
                  <c:v>28.30820447</c:v>
                </c:pt>
                <c:pt idx="1236">
                  <c:v>28.30820447</c:v>
                </c:pt>
                <c:pt idx="1237">
                  <c:v>28.05323795</c:v>
                </c:pt>
                <c:pt idx="1238">
                  <c:v>28.05323795</c:v>
                </c:pt>
                <c:pt idx="1239">
                  <c:v>27.80003103</c:v>
                </c:pt>
                <c:pt idx="1240">
                  <c:v>27.80003103</c:v>
                </c:pt>
                <c:pt idx="1241">
                  <c:v>27.54855425</c:v>
                </c:pt>
                <c:pt idx="1242">
                  <c:v>27.54855425</c:v>
                </c:pt>
                <c:pt idx="1243">
                  <c:v>27.29890633</c:v>
                </c:pt>
                <c:pt idx="1244">
                  <c:v>27.29890633</c:v>
                </c:pt>
                <c:pt idx="1245">
                  <c:v>27.05099361</c:v>
                </c:pt>
                <c:pt idx="1246">
                  <c:v>27.05099361</c:v>
                </c:pt>
                <c:pt idx="1247">
                  <c:v>26.80493206</c:v>
                </c:pt>
                <c:pt idx="1248">
                  <c:v>26.80493206</c:v>
                </c:pt>
                <c:pt idx="1249">
                  <c:v>26.56066468</c:v>
                </c:pt>
                <c:pt idx="1250">
                  <c:v>26.56066468</c:v>
                </c:pt>
                <c:pt idx="1251">
                  <c:v>26.31823884</c:v>
                </c:pt>
                <c:pt idx="1252">
                  <c:v>26.31823884</c:v>
                </c:pt>
                <c:pt idx="1253">
                  <c:v>26.07768582</c:v>
                </c:pt>
                <c:pt idx="1254">
                  <c:v>26.07768582</c:v>
                </c:pt>
                <c:pt idx="1255">
                  <c:v>25.83895436</c:v>
                </c:pt>
                <c:pt idx="1256">
                  <c:v>25.83895436</c:v>
                </c:pt>
                <c:pt idx="1257">
                  <c:v>25.6021306</c:v>
                </c:pt>
                <c:pt idx="1258">
                  <c:v>25.6021306</c:v>
                </c:pt>
                <c:pt idx="1259">
                  <c:v>25.36721106</c:v>
                </c:pt>
                <c:pt idx="1260">
                  <c:v>25.36721106</c:v>
                </c:pt>
                <c:pt idx="1261">
                  <c:v>25.13418371</c:v>
                </c:pt>
                <c:pt idx="1262">
                  <c:v>25.13418371</c:v>
                </c:pt>
                <c:pt idx="1263">
                  <c:v>24.90306287</c:v>
                </c:pt>
                <c:pt idx="1264">
                  <c:v>24.90306287</c:v>
                </c:pt>
                <c:pt idx="1265">
                  <c:v>24.67392305</c:v>
                </c:pt>
                <c:pt idx="1266">
                  <c:v>24.67392305</c:v>
                </c:pt>
                <c:pt idx="1267">
                  <c:v>24.44673074</c:v>
                </c:pt>
                <c:pt idx="1268">
                  <c:v>24.44673074</c:v>
                </c:pt>
                <c:pt idx="1269">
                  <c:v>24.2214995</c:v>
                </c:pt>
                <c:pt idx="1270">
                  <c:v>24.2214995</c:v>
                </c:pt>
                <c:pt idx="1271">
                  <c:v>23.99823274</c:v>
                </c:pt>
                <c:pt idx="1272">
                  <c:v>23.99823274</c:v>
                </c:pt>
                <c:pt idx="1273">
                  <c:v>23.77699647</c:v>
                </c:pt>
                <c:pt idx="1274">
                  <c:v>23.77699647</c:v>
                </c:pt>
                <c:pt idx="1275">
                  <c:v>23.5577608</c:v>
                </c:pt>
                <c:pt idx="1276">
                  <c:v>23.5577608</c:v>
                </c:pt>
                <c:pt idx="1277">
                  <c:v>23.3405752</c:v>
                </c:pt>
                <c:pt idx="1278">
                  <c:v>23.3405752</c:v>
                </c:pt>
                <c:pt idx="1279">
                  <c:v>23.12541777</c:v>
                </c:pt>
                <c:pt idx="1280">
                  <c:v>23.12541777</c:v>
                </c:pt>
                <c:pt idx="1281">
                  <c:v>22.91232408</c:v>
                </c:pt>
                <c:pt idx="1282">
                  <c:v>22.91232408</c:v>
                </c:pt>
                <c:pt idx="1283">
                  <c:v>22.70131014</c:v>
                </c:pt>
                <c:pt idx="1284">
                  <c:v>22.70131014</c:v>
                </c:pt>
                <c:pt idx="1285">
                  <c:v>22.49237314</c:v>
                </c:pt>
                <c:pt idx="1286">
                  <c:v>22.49237314</c:v>
                </c:pt>
                <c:pt idx="1287">
                  <c:v>22.28554332</c:v>
                </c:pt>
                <c:pt idx="1288">
                  <c:v>22.28554332</c:v>
                </c:pt>
                <c:pt idx="1289">
                  <c:v>22.0808466</c:v>
                </c:pt>
                <c:pt idx="1290">
                  <c:v>22.0808466</c:v>
                </c:pt>
                <c:pt idx="1291">
                  <c:v>21.87827329</c:v>
                </c:pt>
                <c:pt idx="1292">
                  <c:v>21.87827329</c:v>
                </c:pt>
                <c:pt idx="1293">
                  <c:v>21.67786191</c:v>
                </c:pt>
                <c:pt idx="1294">
                  <c:v>21.67786191</c:v>
                </c:pt>
                <c:pt idx="1295">
                  <c:v>21.47961152</c:v>
                </c:pt>
                <c:pt idx="1296">
                  <c:v>21.47961152</c:v>
                </c:pt>
                <c:pt idx="1297">
                  <c:v>21.28353982</c:v>
                </c:pt>
                <c:pt idx="1298">
                  <c:v>21.28353982</c:v>
                </c:pt>
                <c:pt idx="1299">
                  <c:v>21.08967176</c:v>
                </c:pt>
                <c:pt idx="1300">
                  <c:v>21.08967176</c:v>
                </c:pt>
                <c:pt idx="1301">
                  <c:v>20.89801599</c:v>
                </c:pt>
                <c:pt idx="1302">
                  <c:v>20.89801599</c:v>
                </c:pt>
                <c:pt idx="1303">
                  <c:v>20.70857902</c:v>
                </c:pt>
                <c:pt idx="1304">
                  <c:v>20.70857902</c:v>
                </c:pt>
                <c:pt idx="1305">
                  <c:v>20.52138454</c:v>
                </c:pt>
                <c:pt idx="1306">
                  <c:v>20.52138454</c:v>
                </c:pt>
                <c:pt idx="1307">
                  <c:v>20.3364577</c:v>
                </c:pt>
                <c:pt idx="1308">
                  <c:v>20.3364577</c:v>
                </c:pt>
                <c:pt idx="1309">
                  <c:v>20.15378456</c:v>
                </c:pt>
                <c:pt idx="1310">
                  <c:v>20.15378456</c:v>
                </c:pt>
                <c:pt idx="1311">
                  <c:v>19.97340113</c:v>
                </c:pt>
                <c:pt idx="1312">
                  <c:v>19.97340113</c:v>
                </c:pt>
                <c:pt idx="1313">
                  <c:v>19.79532287</c:v>
                </c:pt>
                <c:pt idx="1314">
                  <c:v>19.79532287</c:v>
                </c:pt>
                <c:pt idx="1315">
                  <c:v>19.61953949</c:v>
                </c:pt>
                <c:pt idx="1316">
                  <c:v>19.61953949</c:v>
                </c:pt>
                <c:pt idx="1317">
                  <c:v>19.4460943</c:v>
                </c:pt>
                <c:pt idx="1318">
                  <c:v>19.4460943</c:v>
                </c:pt>
                <c:pt idx="1319">
                  <c:v>19.27498869</c:v>
                </c:pt>
                <c:pt idx="1320">
                  <c:v>19.27498869</c:v>
                </c:pt>
                <c:pt idx="1321">
                  <c:v>19.10627105</c:v>
                </c:pt>
                <c:pt idx="1322">
                  <c:v>19.10627105</c:v>
                </c:pt>
                <c:pt idx="1323">
                  <c:v>18.93991345</c:v>
                </c:pt>
                <c:pt idx="1324">
                  <c:v>18.93991345</c:v>
                </c:pt>
                <c:pt idx="1325">
                  <c:v>18.77594833</c:v>
                </c:pt>
                <c:pt idx="1326">
                  <c:v>18.77594833</c:v>
                </c:pt>
                <c:pt idx="1327">
                  <c:v>18.61438472</c:v>
                </c:pt>
                <c:pt idx="1328">
                  <c:v>18.61438472</c:v>
                </c:pt>
                <c:pt idx="1329">
                  <c:v>18.45523953</c:v>
                </c:pt>
                <c:pt idx="1330">
                  <c:v>18.45523953</c:v>
                </c:pt>
                <c:pt idx="1331">
                  <c:v>18.29850741</c:v>
                </c:pt>
                <c:pt idx="1332">
                  <c:v>18.29850741</c:v>
                </c:pt>
                <c:pt idx="1333">
                  <c:v>18.14421968</c:v>
                </c:pt>
                <c:pt idx="1334">
                  <c:v>18.14421968</c:v>
                </c:pt>
                <c:pt idx="1335">
                  <c:v>17.99243943</c:v>
                </c:pt>
                <c:pt idx="1336">
                  <c:v>17.99243943</c:v>
                </c:pt>
                <c:pt idx="1337">
                  <c:v>17.84312669</c:v>
                </c:pt>
                <c:pt idx="1338">
                  <c:v>17.84312669</c:v>
                </c:pt>
                <c:pt idx="1339">
                  <c:v>17.69630521</c:v>
                </c:pt>
                <c:pt idx="1340">
                  <c:v>17.69630521</c:v>
                </c:pt>
                <c:pt idx="1341">
                  <c:v>17.55195664</c:v>
                </c:pt>
                <c:pt idx="1342">
                  <c:v>17.55195664</c:v>
                </c:pt>
                <c:pt idx="1343">
                  <c:v>17.41247199</c:v>
                </c:pt>
                <c:pt idx="1344">
                  <c:v>17.41247199</c:v>
                </c:pt>
                <c:pt idx="1345">
                  <c:v>17.44743475</c:v>
                </c:pt>
                <c:pt idx="1346">
                  <c:v>17.44743475</c:v>
                </c:pt>
                <c:pt idx="1347">
                  <c:v>17.48526937</c:v>
                </c:pt>
                <c:pt idx="1348">
                  <c:v>17.48526937</c:v>
                </c:pt>
                <c:pt idx="1349">
                  <c:v>17.52599674</c:v>
                </c:pt>
                <c:pt idx="1350">
                  <c:v>17.52599674</c:v>
                </c:pt>
                <c:pt idx="1351">
                  <c:v>17.56961678</c:v>
                </c:pt>
                <c:pt idx="1352">
                  <c:v>17.56961678</c:v>
                </c:pt>
                <c:pt idx="1353">
                  <c:v>17.61617421</c:v>
                </c:pt>
                <c:pt idx="1354">
                  <c:v>17.61617421</c:v>
                </c:pt>
                <c:pt idx="1355">
                  <c:v>17.66569556</c:v>
                </c:pt>
                <c:pt idx="1356">
                  <c:v>17.66569556</c:v>
                </c:pt>
                <c:pt idx="1357">
                  <c:v>17.7181547</c:v>
                </c:pt>
                <c:pt idx="1358">
                  <c:v>17.7181547</c:v>
                </c:pt>
                <c:pt idx="1359">
                  <c:v>17.77356389</c:v>
                </c:pt>
                <c:pt idx="1360">
                  <c:v>17.77356389</c:v>
                </c:pt>
                <c:pt idx="1361">
                  <c:v>17.8319769</c:v>
                </c:pt>
                <c:pt idx="1362">
                  <c:v>17.8319769</c:v>
                </c:pt>
                <c:pt idx="1363">
                  <c:v>17.89340008</c:v>
                </c:pt>
                <c:pt idx="1364">
                  <c:v>17.89340008</c:v>
                </c:pt>
                <c:pt idx="1365">
                  <c:v>17.95780016</c:v>
                </c:pt>
                <c:pt idx="1366">
                  <c:v>17.95780016</c:v>
                </c:pt>
                <c:pt idx="1367">
                  <c:v>18.0252084</c:v>
                </c:pt>
                <c:pt idx="1368">
                  <c:v>18.0252084</c:v>
                </c:pt>
                <c:pt idx="1369">
                  <c:v>18.09569721</c:v>
                </c:pt>
                <c:pt idx="1370">
                  <c:v>18.09569721</c:v>
                </c:pt>
                <c:pt idx="1371">
                  <c:v>18.16923411</c:v>
                </c:pt>
                <c:pt idx="1372">
                  <c:v>18.16923411</c:v>
                </c:pt>
                <c:pt idx="1373">
                  <c:v>18.24581493</c:v>
                </c:pt>
                <c:pt idx="1374">
                  <c:v>18.24581493</c:v>
                </c:pt>
                <c:pt idx="1375">
                  <c:v>18.32547317</c:v>
                </c:pt>
                <c:pt idx="1376">
                  <c:v>18.32547317</c:v>
                </c:pt>
                <c:pt idx="1377">
                  <c:v>18.40824421</c:v>
                </c:pt>
                <c:pt idx="1378">
                  <c:v>18.40824421</c:v>
                </c:pt>
                <c:pt idx="1379">
                  <c:v>18.4940996</c:v>
                </c:pt>
                <c:pt idx="1380">
                  <c:v>18.4940996</c:v>
                </c:pt>
                <c:pt idx="1381">
                  <c:v>18.58305426</c:v>
                </c:pt>
                <c:pt idx="1382">
                  <c:v>18.58305426</c:v>
                </c:pt>
                <c:pt idx="1383">
                  <c:v>18.67519202</c:v>
                </c:pt>
                <c:pt idx="1384">
                  <c:v>18.67519202</c:v>
                </c:pt>
                <c:pt idx="1385">
                  <c:v>18.7704722</c:v>
                </c:pt>
                <c:pt idx="1386">
                  <c:v>18.7704722</c:v>
                </c:pt>
                <c:pt idx="1387">
                  <c:v>18.86888805</c:v>
                </c:pt>
                <c:pt idx="1388">
                  <c:v>18.86888805</c:v>
                </c:pt>
                <c:pt idx="1389">
                  <c:v>18.97049397</c:v>
                </c:pt>
                <c:pt idx="1390">
                  <c:v>18.97049397</c:v>
                </c:pt>
                <c:pt idx="1391">
                  <c:v>19.07531608</c:v>
                </c:pt>
                <c:pt idx="1392">
                  <c:v>19.07531608</c:v>
                </c:pt>
                <c:pt idx="1393">
                  <c:v>19.18329705</c:v>
                </c:pt>
                <c:pt idx="1394">
                  <c:v>19.18329705</c:v>
                </c:pt>
                <c:pt idx="1395">
                  <c:v>19.29450936</c:v>
                </c:pt>
                <c:pt idx="1396">
                  <c:v>19.29450936</c:v>
                </c:pt>
                <c:pt idx="1397">
                  <c:v>19.40899855</c:v>
                </c:pt>
                <c:pt idx="1398">
                  <c:v>19.40899855</c:v>
                </c:pt>
                <c:pt idx="1399">
                  <c:v>19.52670385</c:v>
                </c:pt>
                <c:pt idx="1400">
                  <c:v>19.52670385</c:v>
                </c:pt>
                <c:pt idx="1401">
                  <c:v>19.6476435</c:v>
                </c:pt>
                <c:pt idx="1402">
                  <c:v>19.6476435</c:v>
                </c:pt>
                <c:pt idx="1403">
                  <c:v>19.7719345</c:v>
                </c:pt>
                <c:pt idx="1404">
                  <c:v>19.7719345</c:v>
                </c:pt>
                <c:pt idx="1405">
                  <c:v>19.89949125</c:v>
                </c:pt>
                <c:pt idx="1406">
                  <c:v>19.89949125</c:v>
                </c:pt>
                <c:pt idx="1407">
                  <c:v>20.03033435</c:v>
                </c:pt>
                <c:pt idx="1408">
                  <c:v>20.03033435</c:v>
                </c:pt>
                <c:pt idx="1409">
                  <c:v>19.95978874</c:v>
                </c:pt>
                <c:pt idx="1410">
                  <c:v>19.95978874</c:v>
                </c:pt>
                <c:pt idx="1411">
                  <c:v>19.89980323</c:v>
                </c:pt>
                <c:pt idx="1412">
                  <c:v>19.89980323</c:v>
                </c:pt>
                <c:pt idx="1413">
                  <c:v>19.85026529</c:v>
                </c:pt>
                <c:pt idx="1414">
                  <c:v>19.85026529</c:v>
                </c:pt>
                <c:pt idx="1415">
                  <c:v>19.81108763</c:v>
                </c:pt>
                <c:pt idx="1416">
                  <c:v>19.81108763</c:v>
                </c:pt>
                <c:pt idx="1417">
                  <c:v>19.78212227</c:v>
                </c:pt>
                <c:pt idx="1418">
                  <c:v>19.78212227</c:v>
                </c:pt>
                <c:pt idx="1419">
                  <c:v>19.76328813</c:v>
                </c:pt>
                <c:pt idx="1420">
                  <c:v>19.76328813</c:v>
                </c:pt>
                <c:pt idx="1421">
                  <c:v>19.75446717</c:v>
                </c:pt>
                <c:pt idx="1422">
                  <c:v>19.75446717</c:v>
                </c:pt>
                <c:pt idx="1423">
                  <c:v>19.75552887</c:v>
                </c:pt>
                <c:pt idx="1424">
                  <c:v>19.75552887</c:v>
                </c:pt>
                <c:pt idx="1425">
                  <c:v>19.76641787</c:v>
                </c:pt>
                <c:pt idx="1426">
                  <c:v>19.76641787</c:v>
                </c:pt>
                <c:pt idx="1427">
                  <c:v>19.7869758</c:v>
                </c:pt>
                <c:pt idx="1428">
                  <c:v>19.7869758</c:v>
                </c:pt>
                <c:pt idx="1429">
                  <c:v>19.81713095</c:v>
                </c:pt>
                <c:pt idx="1430">
                  <c:v>19.81713095</c:v>
                </c:pt>
                <c:pt idx="1431">
                  <c:v>19.85676154</c:v>
                </c:pt>
                <c:pt idx="1432">
                  <c:v>19.85676154</c:v>
                </c:pt>
                <c:pt idx="1433">
                  <c:v>19.90577218</c:v>
                </c:pt>
                <c:pt idx="1434">
                  <c:v>19.90577218</c:v>
                </c:pt>
                <c:pt idx="1435">
                  <c:v>19.96405955</c:v>
                </c:pt>
                <c:pt idx="1436">
                  <c:v>19.96405955</c:v>
                </c:pt>
                <c:pt idx="1437">
                  <c:v>20.03151558</c:v>
                </c:pt>
                <c:pt idx="1438">
                  <c:v>20.03151558</c:v>
                </c:pt>
                <c:pt idx="1439">
                  <c:v>20.10805697</c:v>
                </c:pt>
                <c:pt idx="1440">
                  <c:v>20.10805697</c:v>
                </c:pt>
                <c:pt idx="1441">
                  <c:v>20.19356466</c:v>
                </c:pt>
                <c:pt idx="1442">
                  <c:v>20.19356466</c:v>
                </c:pt>
                <c:pt idx="1443">
                  <c:v>20.28795878</c:v>
                </c:pt>
                <c:pt idx="1444">
                  <c:v>20.28795878</c:v>
                </c:pt>
                <c:pt idx="1445">
                  <c:v>20.39112694</c:v>
                </c:pt>
                <c:pt idx="1446">
                  <c:v>20.39112694</c:v>
                </c:pt>
                <c:pt idx="1447">
                  <c:v>20.50296055</c:v>
                </c:pt>
                <c:pt idx="1448">
                  <c:v>20.50296055</c:v>
                </c:pt>
                <c:pt idx="1449">
                  <c:v>20.62340647</c:v>
                </c:pt>
                <c:pt idx="1450">
                  <c:v>20.62340647</c:v>
                </c:pt>
                <c:pt idx="1451">
                  <c:v>20.94716731</c:v>
                </c:pt>
                <c:pt idx="1452">
                  <c:v>20.94716731</c:v>
                </c:pt>
                <c:pt idx="1453">
                  <c:v>21.33880984</c:v>
                </c:pt>
                <c:pt idx="1454">
                  <c:v>21.33880984</c:v>
                </c:pt>
                <c:pt idx="1455">
                  <c:v>21.73739777</c:v>
                </c:pt>
                <c:pt idx="1456">
                  <c:v>21.73739777</c:v>
                </c:pt>
                <c:pt idx="1457">
                  <c:v>22.14281473</c:v>
                </c:pt>
                <c:pt idx="1458">
                  <c:v>22.14281473</c:v>
                </c:pt>
                <c:pt idx="1459">
                  <c:v>22.55496563</c:v>
                </c:pt>
                <c:pt idx="1460">
                  <c:v>22.55496563</c:v>
                </c:pt>
                <c:pt idx="1461">
                  <c:v>22.97377986</c:v>
                </c:pt>
                <c:pt idx="1462">
                  <c:v>22.97377986</c:v>
                </c:pt>
                <c:pt idx="1463">
                  <c:v>23.39914652</c:v>
                </c:pt>
                <c:pt idx="1464">
                  <c:v>23.39914652</c:v>
                </c:pt>
                <c:pt idx="1465">
                  <c:v>23.83096343</c:v>
                </c:pt>
                <c:pt idx="1466">
                  <c:v>23.83096343</c:v>
                </c:pt>
                <c:pt idx="1467">
                  <c:v>24.26913786</c:v>
                </c:pt>
                <c:pt idx="1468">
                  <c:v>24.26913786</c:v>
                </c:pt>
                <c:pt idx="1469">
                  <c:v>24.7135763</c:v>
                </c:pt>
                <c:pt idx="1470">
                  <c:v>24.7135763</c:v>
                </c:pt>
                <c:pt idx="1471">
                  <c:v>25.16418432</c:v>
                </c:pt>
                <c:pt idx="1472">
                  <c:v>25.16418432</c:v>
                </c:pt>
                <c:pt idx="1473">
                  <c:v>25.62086617</c:v>
                </c:pt>
                <c:pt idx="1474">
                  <c:v>25.62086617</c:v>
                </c:pt>
                <c:pt idx="1475">
                  <c:v>26.08353361</c:v>
                </c:pt>
                <c:pt idx="1476">
                  <c:v>26.08353361</c:v>
                </c:pt>
                <c:pt idx="1477">
                  <c:v>26.55211048</c:v>
                </c:pt>
                <c:pt idx="1478">
                  <c:v>26.55211048</c:v>
                </c:pt>
                <c:pt idx="1479">
                  <c:v>27.02647378</c:v>
                </c:pt>
                <c:pt idx="1480">
                  <c:v>27.02647378</c:v>
                </c:pt>
                <c:pt idx="1481">
                  <c:v>27.50654482</c:v>
                </c:pt>
                <c:pt idx="1482">
                  <c:v>27.50654482</c:v>
                </c:pt>
                <c:pt idx="1483">
                  <c:v>27.99223779</c:v>
                </c:pt>
                <c:pt idx="1484">
                  <c:v>27.99223779</c:v>
                </c:pt>
                <c:pt idx="1485">
                  <c:v>28.48344966</c:v>
                </c:pt>
                <c:pt idx="1486">
                  <c:v>28.48344966</c:v>
                </c:pt>
                <c:pt idx="1487">
                  <c:v>28.98008896</c:v>
                </c:pt>
                <c:pt idx="1488">
                  <c:v>28.98008896</c:v>
                </c:pt>
                <c:pt idx="1489">
                  <c:v>29.48208341</c:v>
                </c:pt>
                <c:pt idx="1490">
                  <c:v>29.48208341</c:v>
                </c:pt>
                <c:pt idx="1491">
                  <c:v>29.98932732</c:v>
                </c:pt>
                <c:pt idx="1492">
                  <c:v>29.98932732</c:v>
                </c:pt>
                <c:pt idx="1493">
                  <c:v>30.50172991</c:v>
                </c:pt>
                <c:pt idx="1494">
                  <c:v>30.50172991</c:v>
                </c:pt>
                <c:pt idx="1495">
                  <c:v>31.01919818</c:v>
                </c:pt>
                <c:pt idx="1496">
                  <c:v>31.01919818</c:v>
                </c:pt>
                <c:pt idx="1497">
                  <c:v>31.54165135</c:v>
                </c:pt>
                <c:pt idx="1498">
                  <c:v>31.54165135</c:v>
                </c:pt>
                <c:pt idx="1499">
                  <c:v>32.06899132</c:v>
                </c:pt>
                <c:pt idx="1500">
                  <c:v>32.06899132</c:v>
                </c:pt>
                <c:pt idx="1501">
                  <c:v>32.6011343</c:v>
                </c:pt>
                <c:pt idx="1502">
                  <c:v>32.6011343</c:v>
                </c:pt>
                <c:pt idx="1503">
                  <c:v>33.13797536</c:v>
                </c:pt>
                <c:pt idx="1504">
                  <c:v>33.13797536</c:v>
                </c:pt>
                <c:pt idx="1505">
                  <c:v>33.67944137</c:v>
                </c:pt>
                <c:pt idx="1506">
                  <c:v>33.67944137</c:v>
                </c:pt>
                <c:pt idx="1507">
                  <c:v>34.22543541</c:v>
                </c:pt>
                <c:pt idx="1508">
                  <c:v>34.22543541</c:v>
                </c:pt>
                <c:pt idx="1509">
                  <c:v>34.77585032</c:v>
                </c:pt>
                <c:pt idx="1510">
                  <c:v>34.77585032</c:v>
                </c:pt>
                <c:pt idx="1511">
                  <c:v>35.33061999</c:v>
                </c:pt>
                <c:pt idx="1512">
                  <c:v>35.33061999</c:v>
                </c:pt>
                <c:pt idx="1513">
                  <c:v>35.88963409</c:v>
                </c:pt>
                <c:pt idx="1514">
                  <c:v>35.88963409</c:v>
                </c:pt>
                <c:pt idx="1515">
                  <c:v>36.45281727</c:v>
                </c:pt>
                <c:pt idx="1516">
                  <c:v>36.45281727</c:v>
                </c:pt>
                <c:pt idx="1517">
                  <c:v>37.02005341</c:v>
                </c:pt>
                <c:pt idx="1518">
                  <c:v>37.02005341</c:v>
                </c:pt>
                <c:pt idx="1519">
                  <c:v>37.59126298</c:v>
                </c:pt>
                <c:pt idx="1520">
                  <c:v>37.59126298</c:v>
                </c:pt>
                <c:pt idx="1521">
                  <c:v>38.16634597</c:v>
                </c:pt>
                <c:pt idx="1522">
                  <c:v>38.16634597</c:v>
                </c:pt>
                <c:pt idx="1523">
                  <c:v>38.74520353</c:v>
                </c:pt>
                <c:pt idx="1524">
                  <c:v>38.74520353</c:v>
                </c:pt>
                <c:pt idx="1525">
                  <c:v>39.32774454</c:v>
                </c:pt>
                <c:pt idx="1526">
                  <c:v>39.32774454</c:v>
                </c:pt>
                <c:pt idx="1527">
                  <c:v>39.91386704</c:v>
                </c:pt>
                <c:pt idx="1528">
                  <c:v>39.91386704</c:v>
                </c:pt>
                <c:pt idx="1529">
                  <c:v>40.50346837</c:v>
                </c:pt>
                <c:pt idx="1530">
                  <c:v>40.50346837</c:v>
                </c:pt>
                <c:pt idx="1531">
                  <c:v>41.09644157</c:v>
                </c:pt>
                <c:pt idx="1532">
                  <c:v>41.09644157</c:v>
                </c:pt>
                <c:pt idx="1533">
                  <c:v>41.69268264</c:v>
                </c:pt>
                <c:pt idx="1534">
                  <c:v>41.69268264</c:v>
                </c:pt>
                <c:pt idx="1535">
                  <c:v>42.29207811</c:v>
                </c:pt>
                <c:pt idx="1536">
                  <c:v>42.29207811</c:v>
                </c:pt>
                <c:pt idx="1537">
                  <c:v>42.89450958</c:v>
                </c:pt>
                <c:pt idx="1538">
                  <c:v>42.89450958</c:v>
                </c:pt>
                <c:pt idx="1539">
                  <c:v>43.49984853</c:v>
                </c:pt>
                <c:pt idx="1540">
                  <c:v>43.49984853</c:v>
                </c:pt>
                <c:pt idx="1541">
                  <c:v>44.10618932</c:v>
                </c:pt>
                <c:pt idx="1542">
                  <c:v>44.10618932</c:v>
                </c:pt>
                <c:pt idx="1543">
                  <c:v>44.70583234</c:v>
                </c:pt>
                <c:pt idx="1544">
                  <c:v>44.70583234</c:v>
                </c:pt>
                <c:pt idx="1545">
                  <c:v>45.29788756</c:v>
                </c:pt>
                <c:pt idx="1546">
                  <c:v>45.29788756</c:v>
                </c:pt>
                <c:pt idx="1547">
                  <c:v>45.88234715</c:v>
                </c:pt>
                <c:pt idx="1548">
                  <c:v>45.88234715</c:v>
                </c:pt>
                <c:pt idx="1549">
                  <c:v>46.45920295</c:v>
                </c:pt>
                <c:pt idx="1550">
                  <c:v>46.45920295</c:v>
                </c:pt>
                <c:pt idx="1551">
                  <c:v>47.02844692</c:v>
                </c:pt>
                <c:pt idx="1552">
                  <c:v>47.02844692</c:v>
                </c:pt>
                <c:pt idx="1553">
                  <c:v>47.59007065</c:v>
                </c:pt>
                <c:pt idx="1554">
                  <c:v>47.59007065</c:v>
                </c:pt>
                <c:pt idx="1555">
                  <c:v>48.14406607</c:v>
                </c:pt>
                <c:pt idx="1556">
                  <c:v>48.14406607</c:v>
                </c:pt>
                <c:pt idx="1557">
                  <c:v>48.69042458</c:v>
                </c:pt>
                <c:pt idx="1558">
                  <c:v>48.69042458</c:v>
                </c:pt>
                <c:pt idx="1559">
                  <c:v>49.22913767</c:v>
                </c:pt>
                <c:pt idx="1560">
                  <c:v>49.22913767</c:v>
                </c:pt>
                <c:pt idx="1561">
                  <c:v>49.76019668</c:v>
                </c:pt>
                <c:pt idx="1562">
                  <c:v>49.76019668</c:v>
                </c:pt>
                <c:pt idx="1563">
                  <c:v>50.28359299</c:v>
                </c:pt>
                <c:pt idx="1564">
                  <c:v>50.28359299</c:v>
                </c:pt>
                <c:pt idx="1565">
                  <c:v>50.79931773</c:v>
                </c:pt>
                <c:pt idx="1566">
                  <c:v>50.79931773</c:v>
                </c:pt>
                <c:pt idx="1567">
                  <c:v>51.30736165</c:v>
                </c:pt>
                <c:pt idx="1568">
                  <c:v>51.30736165</c:v>
                </c:pt>
                <c:pt idx="1569">
                  <c:v>51.80771617</c:v>
                </c:pt>
                <c:pt idx="1570">
                  <c:v>51.80771617</c:v>
                </c:pt>
                <c:pt idx="1571">
                  <c:v>52.30037171</c:v>
                </c:pt>
                <c:pt idx="1572">
                  <c:v>52.30037171</c:v>
                </c:pt>
                <c:pt idx="1573">
                  <c:v>52.78531923</c:v>
                </c:pt>
                <c:pt idx="1574">
                  <c:v>52.78531923</c:v>
                </c:pt>
                <c:pt idx="1575">
                  <c:v>53.26254949</c:v>
                </c:pt>
                <c:pt idx="1576">
                  <c:v>53.26254949</c:v>
                </c:pt>
                <c:pt idx="1577">
                  <c:v>53.73205279</c:v>
                </c:pt>
                <c:pt idx="1578">
                  <c:v>53.73205279</c:v>
                </c:pt>
                <c:pt idx="1579">
                  <c:v>54.19381957</c:v>
                </c:pt>
                <c:pt idx="1580">
                  <c:v>54.19381957</c:v>
                </c:pt>
                <c:pt idx="1581">
                  <c:v>54.64784009</c:v>
                </c:pt>
                <c:pt idx="1582">
                  <c:v>54.64784009</c:v>
                </c:pt>
                <c:pt idx="1583">
                  <c:v>55.09410487</c:v>
                </c:pt>
                <c:pt idx="1584">
                  <c:v>55.09410487</c:v>
                </c:pt>
                <c:pt idx="1585">
                  <c:v>55.53260354</c:v>
                </c:pt>
                <c:pt idx="1586">
                  <c:v>55.53260354</c:v>
                </c:pt>
                <c:pt idx="1587">
                  <c:v>55.96332648</c:v>
                </c:pt>
                <c:pt idx="1588">
                  <c:v>55.96332648</c:v>
                </c:pt>
                <c:pt idx="1589">
                  <c:v>56.38626338</c:v>
                </c:pt>
                <c:pt idx="1590">
                  <c:v>56.38626338</c:v>
                </c:pt>
                <c:pt idx="1591">
                  <c:v>56.80140397</c:v>
                </c:pt>
                <c:pt idx="1592">
                  <c:v>56.80140397</c:v>
                </c:pt>
                <c:pt idx="1593">
                  <c:v>57.20873792</c:v>
                </c:pt>
                <c:pt idx="1594">
                  <c:v>57.20873792</c:v>
                </c:pt>
                <c:pt idx="1595">
                  <c:v>57.60825485</c:v>
                </c:pt>
                <c:pt idx="1596">
                  <c:v>57.60825485</c:v>
                </c:pt>
                <c:pt idx="1597">
                  <c:v>57.99994426</c:v>
                </c:pt>
                <c:pt idx="1598">
                  <c:v>57.99994426</c:v>
                </c:pt>
                <c:pt idx="1599">
                  <c:v>58.38379532</c:v>
                </c:pt>
                <c:pt idx="1600">
                  <c:v>58.38379532</c:v>
                </c:pt>
                <c:pt idx="1601">
                  <c:v>58.75979715</c:v>
                </c:pt>
                <c:pt idx="1602">
                  <c:v>58.75979715</c:v>
                </c:pt>
                <c:pt idx="1603">
                  <c:v>59.12793904</c:v>
                </c:pt>
                <c:pt idx="1604">
                  <c:v>59.12793904</c:v>
                </c:pt>
                <c:pt idx="1605">
                  <c:v>59.4882099</c:v>
                </c:pt>
                <c:pt idx="1606">
                  <c:v>59.4882099</c:v>
                </c:pt>
                <c:pt idx="1607">
                  <c:v>59.84059861</c:v>
                </c:pt>
                <c:pt idx="1608">
                  <c:v>59.84059861</c:v>
                </c:pt>
                <c:pt idx="1609">
                  <c:v>60.18509381</c:v>
                </c:pt>
                <c:pt idx="1610">
                  <c:v>60.18509381</c:v>
                </c:pt>
                <c:pt idx="1611">
                  <c:v>60.52168434</c:v>
                </c:pt>
                <c:pt idx="1612">
                  <c:v>60.52168434</c:v>
                </c:pt>
                <c:pt idx="1613">
                  <c:v>60.85035869</c:v>
                </c:pt>
                <c:pt idx="1614">
                  <c:v>60.85035869</c:v>
                </c:pt>
                <c:pt idx="1615">
                  <c:v>61.17110531</c:v>
                </c:pt>
                <c:pt idx="1616">
                  <c:v>61.17110531</c:v>
                </c:pt>
                <c:pt idx="1617">
                  <c:v>61.48391228</c:v>
                </c:pt>
                <c:pt idx="1618">
                  <c:v>61.48391228</c:v>
                </c:pt>
                <c:pt idx="1619">
                  <c:v>61.78876796</c:v>
                </c:pt>
                <c:pt idx="1620">
                  <c:v>61.78876796</c:v>
                </c:pt>
                <c:pt idx="1621">
                  <c:v>62.08566037</c:v>
                </c:pt>
                <c:pt idx="1622">
                  <c:v>62.08566037</c:v>
                </c:pt>
                <c:pt idx="1623">
                  <c:v>62.37457751</c:v>
                </c:pt>
                <c:pt idx="1624">
                  <c:v>62.37457751</c:v>
                </c:pt>
                <c:pt idx="1625">
                  <c:v>62.65550711</c:v>
                </c:pt>
                <c:pt idx="1626">
                  <c:v>62.65550711</c:v>
                </c:pt>
                <c:pt idx="1627">
                  <c:v>62.92843712</c:v>
                </c:pt>
                <c:pt idx="1628">
                  <c:v>62.92843712</c:v>
                </c:pt>
                <c:pt idx="1629">
                  <c:v>63.19335517</c:v>
                </c:pt>
                <c:pt idx="1630">
                  <c:v>63.19335517</c:v>
                </c:pt>
                <c:pt idx="1631">
                  <c:v>63.45024857</c:v>
                </c:pt>
                <c:pt idx="1632">
                  <c:v>63.45024857</c:v>
                </c:pt>
                <c:pt idx="1633">
                  <c:v>63.69910471</c:v>
                </c:pt>
                <c:pt idx="1634">
                  <c:v>63.69910471</c:v>
                </c:pt>
                <c:pt idx="1635">
                  <c:v>63.93991096</c:v>
                </c:pt>
                <c:pt idx="1636">
                  <c:v>63.93991096</c:v>
                </c:pt>
                <c:pt idx="1637">
                  <c:v>64.17265447</c:v>
                </c:pt>
                <c:pt idx="1638">
                  <c:v>64.17265447</c:v>
                </c:pt>
                <c:pt idx="1639">
                  <c:v>64.39732223</c:v>
                </c:pt>
                <c:pt idx="1640">
                  <c:v>64.39732223</c:v>
                </c:pt>
                <c:pt idx="1641">
                  <c:v>64.61390124</c:v>
                </c:pt>
                <c:pt idx="1642">
                  <c:v>64.61390124</c:v>
                </c:pt>
                <c:pt idx="1643">
                  <c:v>64.82237842000001</c:v>
                </c:pt>
                <c:pt idx="1644">
                  <c:v>64.82237842000001</c:v>
                </c:pt>
                <c:pt idx="1645">
                  <c:v>65.02274033</c:v>
                </c:pt>
                <c:pt idx="1646">
                  <c:v>65.02274033</c:v>
                </c:pt>
                <c:pt idx="1647">
                  <c:v>65.21497354</c:v>
                </c:pt>
                <c:pt idx="1648">
                  <c:v>65.21497354</c:v>
                </c:pt>
                <c:pt idx="1649">
                  <c:v>65.39906463</c:v>
                </c:pt>
                <c:pt idx="1650">
                  <c:v>65.39906463</c:v>
                </c:pt>
                <c:pt idx="1651">
                  <c:v>65.57499996</c:v>
                </c:pt>
                <c:pt idx="1652">
                  <c:v>65.57499996</c:v>
                </c:pt>
                <c:pt idx="1653">
                  <c:v>65.74276584</c:v>
                </c:pt>
                <c:pt idx="1654">
                  <c:v>65.74276584</c:v>
                </c:pt>
                <c:pt idx="1655">
                  <c:v>65.90234818</c:v>
                </c:pt>
                <c:pt idx="1656">
                  <c:v>65.90234818</c:v>
                </c:pt>
                <c:pt idx="1657">
                  <c:v>66.05373341000001</c:v>
                </c:pt>
                <c:pt idx="1658">
                  <c:v>66.05373341000001</c:v>
                </c:pt>
                <c:pt idx="1659">
                  <c:v>66.19690722999999</c:v>
                </c:pt>
                <c:pt idx="1660">
                  <c:v>66.19690722999999</c:v>
                </c:pt>
                <c:pt idx="1661">
                  <c:v>66.33185539</c:v>
                </c:pt>
                <c:pt idx="1662">
                  <c:v>66.33185539</c:v>
                </c:pt>
                <c:pt idx="1663">
                  <c:v>66.45856388</c:v>
                </c:pt>
                <c:pt idx="1664">
                  <c:v>66.45856388</c:v>
                </c:pt>
                <c:pt idx="1665">
                  <c:v>66.57701788999999</c:v>
                </c:pt>
                <c:pt idx="1666">
                  <c:v>66.57701788999999</c:v>
                </c:pt>
                <c:pt idx="1667">
                  <c:v>66.68720324</c:v>
                </c:pt>
                <c:pt idx="1668">
                  <c:v>66.68720324</c:v>
                </c:pt>
                <c:pt idx="1669">
                  <c:v>66.78910534000001</c:v>
                </c:pt>
                <c:pt idx="1670">
                  <c:v>66.78910534000001</c:v>
                </c:pt>
                <c:pt idx="1671">
                  <c:v>66.88270931</c:v>
                </c:pt>
                <c:pt idx="1672">
                  <c:v>66.88270931</c:v>
                </c:pt>
                <c:pt idx="1673">
                  <c:v>66.96800052</c:v>
                </c:pt>
                <c:pt idx="1674">
                  <c:v>66.96800052</c:v>
                </c:pt>
                <c:pt idx="1675">
                  <c:v>67.0449637</c:v>
                </c:pt>
                <c:pt idx="1676">
                  <c:v>67.0449637</c:v>
                </c:pt>
                <c:pt idx="1677">
                  <c:v>67.11358421</c:v>
                </c:pt>
                <c:pt idx="1678">
                  <c:v>67.11358421</c:v>
                </c:pt>
                <c:pt idx="1679">
                  <c:v>67.1738469</c:v>
                </c:pt>
                <c:pt idx="1680">
                  <c:v>67.1738469</c:v>
                </c:pt>
                <c:pt idx="1681">
                  <c:v>67.22573617</c:v>
                </c:pt>
                <c:pt idx="1682">
                  <c:v>67.22573617</c:v>
                </c:pt>
                <c:pt idx="1683">
                  <c:v>67.2692371</c:v>
                </c:pt>
                <c:pt idx="1684">
                  <c:v>67.2692371</c:v>
                </c:pt>
                <c:pt idx="1685">
                  <c:v>67.30433388</c:v>
                </c:pt>
                <c:pt idx="1686">
                  <c:v>67.30433388</c:v>
                </c:pt>
                <c:pt idx="1687">
                  <c:v>67.33101157999999</c:v>
                </c:pt>
                <c:pt idx="1688">
                  <c:v>67.33101157999999</c:v>
                </c:pt>
                <c:pt idx="1689">
                  <c:v>67.34925385</c:v>
                </c:pt>
                <c:pt idx="1690">
                  <c:v>67.34925385</c:v>
                </c:pt>
                <c:pt idx="1691">
                  <c:v>67.35904556</c:v>
                </c:pt>
                <c:pt idx="1692">
                  <c:v>67.35904556</c:v>
                </c:pt>
                <c:pt idx="1693">
                  <c:v>67.36037051</c:v>
                </c:pt>
                <c:pt idx="1694">
                  <c:v>67.36037051</c:v>
                </c:pt>
                <c:pt idx="1695">
                  <c:v>67.35321313</c:v>
                </c:pt>
                <c:pt idx="1696">
                  <c:v>67.35321313</c:v>
                </c:pt>
                <c:pt idx="1697">
                  <c:v>67.33755719</c:v>
                </c:pt>
                <c:pt idx="1698">
                  <c:v>67.33755719</c:v>
                </c:pt>
                <c:pt idx="1699">
                  <c:v>67.3133868</c:v>
                </c:pt>
                <c:pt idx="1700">
                  <c:v>67.3133868</c:v>
                </c:pt>
                <c:pt idx="1701">
                  <c:v>67.28068557</c:v>
                </c:pt>
                <c:pt idx="1702">
                  <c:v>67.28068557</c:v>
                </c:pt>
                <c:pt idx="1703">
                  <c:v>67.23943737</c:v>
                </c:pt>
                <c:pt idx="1704">
                  <c:v>67.23943737</c:v>
                </c:pt>
                <c:pt idx="1705">
                  <c:v>67.18962596999999</c:v>
                </c:pt>
                <c:pt idx="1706">
                  <c:v>67.18962596999999</c:v>
                </c:pt>
                <c:pt idx="1707">
                  <c:v>67.13123475</c:v>
                </c:pt>
                <c:pt idx="1708">
                  <c:v>67.13123475</c:v>
                </c:pt>
                <c:pt idx="1709">
                  <c:v>67.06424736</c:v>
                </c:pt>
                <c:pt idx="1710">
                  <c:v>67.06424736</c:v>
                </c:pt>
                <c:pt idx="1711">
                  <c:v>66.98864716</c:v>
                </c:pt>
                <c:pt idx="1712">
                  <c:v>66.98864716</c:v>
                </c:pt>
                <c:pt idx="1713">
                  <c:v>66.90441758999999</c:v>
                </c:pt>
                <c:pt idx="1714">
                  <c:v>66.90441758999999</c:v>
                </c:pt>
                <c:pt idx="1715">
                  <c:v>66.81154173</c:v>
                </c:pt>
                <c:pt idx="1716">
                  <c:v>66.81154173</c:v>
                </c:pt>
                <c:pt idx="1717">
                  <c:v>66.71000304</c:v>
                </c:pt>
                <c:pt idx="1718">
                  <c:v>66.71000304</c:v>
                </c:pt>
                <c:pt idx="1719">
                  <c:v>66.59978436999999</c:v>
                </c:pt>
                <c:pt idx="1720">
                  <c:v>66.59978436999999</c:v>
                </c:pt>
                <c:pt idx="1721">
                  <c:v>66.480869</c:v>
                </c:pt>
                <c:pt idx="1722">
                  <c:v>66.480869</c:v>
                </c:pt>
                <c:pt idx="1723">
                  <c:v>66.35323986</c:v>
                </c:pt>
                <c:pt idx="1724">
                  <c:v>66.35323986</c:v>
                </c:pt>
                <c:pt idx="1725">
                  <c:v>66.21687996</c:v>
                </c:pt>
                <c:pt idx="1726">
                  <c:v>66.21687996</c:v>
                </c:pt>
                <c:pt idx="1727">
                  <c:v>66.07177188999999</c:v>
                </c:pt>
                <c:pt idx="1728">
                  <c:v>66.07177188999999</c:v>
                </c:pt>
                <c:pt idx="1729">
                  <c:v>65.91789885</c:v>
                </c:pt>
                <c:pt idx="1730">
                  <c:v>65.91789885</c:v>
                </c:pt>
                <c:pt idx="1731">
                  <c:v>65.75524333</c:v>
                </c:pt>
                <c:pt idx="1732">
                  <c:v>65.75524333</c:v>
                </c:pt>
                <c:pt idx="1733">
                  <c:v>65.58378815</c:v>
                </c:pt>
                <c:pt idx="1734">
                  <c:v>65.58378815</c:v>
                </c:pt>
                <c:pt idx="1735">
                  <c:v>65.40351588</c:v>
                </c:pt>
                <c:pt idx="1736">
                  <c:v>65.40351588</c:v>
                </c:pt>
                <c:pt idx="1737">
                  <c:v>65.21440942</c:v>
                </c:pt>
                <c:pt idx="1738">
                  <c:v>65.21440942</c:v>
                </c:pt>
                <c:pt idx="1739">
                  <c:v>65.01645094</c:v>
                </c:pt>
                <c:pt idx="1740">
                  <c:v>65.01645094</c:v>
                </c:pt>
                <c:pt idx="1741">
                  <c:v>64.80962307</c:v>
                </c:pt>
                <c:pt idx="1742">
                  <c:v>64.80962307</c:v>
                </c:pt>
                <c:pt idx="1743">
                  <c:v>64.5939085</c:v>
                </c:pt>
                <c:pt idx="1744">
                  <c:v>64.5939085</c:v>
                </c:pt>
                <c:pt idx="1745">
                  <c:v>64.36928942</c:v>
                </c:pt>
                <c:pt idx="1746">
                  <c:v>64.36928942</c:v>
                </c:pt>
                <c:pt idx="1747">
                  <c:v>64.13574844999999</c:v>
                </c:pt>
                <c:pt idx="1748">
                  <c:v>64.13574844999999</c:v>
                </c:pt>
                <c:pt idx="1749">
                  <c:v>63.89326783</c:v>
                </c:pt>
                <c:pt idx="1750">
                  <c:v>63.89326783</c:v>
                </c:pt>
                <c:pt idx="1751">
                  <c:v>63.64182996</c:v>
                </c:pt>
                <c:pt idx="1752">
                  <c:v>63.64182996</c:v>
                </c:pt>
                <c:pt idx="1753">
                  <c:v>63.38141722</c:v>
                </c:pt>
                <c:pt idx="1754">
                  <c:v>63.38141722</c:v>
                </c:pt>
                <c:pt idx="1755">
                  <c:v>63.11201187</c:v>
                </c:pt>
                <c:pt idx="1756">
                  <c:v>63.11201187</c:v>
                </c:pt>
                <c:pt idx="1757">
                  <c:v>62.83359621</c:v>
                </c:pt>
                <c:pt idx="1758">
                  <c:v>62.83359621</c:v>
                </c:pt>
                <c:pt idx="1759">
                  <c:v>62.54615265</c:v>
                </c:pt>
                <c:pt idx="1760">
                  <c:v>62.54615265</c:v>
                </c:pt>
                <c:pt idx="1761">
                  <c:v>62.24966326</c:v>
                </c:pt>
                <c:pt idx="1762">
                  <c:v>62.24966326</c:v>
                </c:pt>
                <c:pt idx="1763">
                  <c:v>61.94411053</c:v>
                </c:pt>
                <c:pt idx="1764">
                  <c:v>61.94411053</c:v>
                </c:pt>
                <c:pt idx="1765">
                  <c:v>61.62947648</c:v>
                </c:pt>
                <c:pt idx="1766">
                  <c:v>61.62947648</c:v>
                </c:pt>
                <c:pt idx="1767">
                  <c:v>61.30574366</c:v>
                </c:pt>
                <c:pt idx="1768">
                  <c:v>61.30574366</c:v>
                </c:pt>
                <c:pt idx="1769">
                  <c:v>60.97289411</c:v>
                </c:pt>
                <c:pt idx="1770">
                  <c:v>60.97289411</c:v>
                </c:pt>
                <c:pt idx="1771">
                  <c:v>60.63091029</c:v>
                </c:pt>
                <c:pt idx="1772">
                  <c:v>60.63091029</c:v>
                </c:pt>
                <c:pt idx="1773">
                  <c:v>60.27977443</c:v>
                </c:pt>
                <c:pt idx="1774">
                  <c:v>60.27977443</c:v>
                </c:pt>
                <c:pt idx="1775">
                  <c:v>59.91946879</c:v>
                </c:pt>
                <c:pt idx="1776">
                  <c:v>59.91946879</c:v>
                </c:pt>
                <c:pt idx="1777">
                  <c:v>59.54997592</c:v>
                </c:pt>
                <c:pt idx="1778">
                  <c:v>59.54997592</c:v>
                </c:pt>
                <c:pt idx="1779">
                  <c:v>59.17127796</c:v>
                </c:pt>
                <c:pt idx="1780">
                  <c:v>59.17127796</c:v>
                </c:pt>
                <c:pt idx="1781">
                  <c:v>58.78335737</c:v>
                </c:pt>
                <c:pt idx="1782">
                  <c:v>58.78335737</c:v>
                </c:pt>
                <c:pt idx="1783">
                  <c:v>58.38619671</c:v>
                </c:pt>
                <c:pt idx="1784">
                  <c:v>58.38619671</c:v>
                </c:pt>
                <c:pt idx="1785">
                  <c:v>57.97977832</c:v>
                </c:pt>
                <c:pt idx="1786">
                  <c:v>57.97977832</c:v>
                </c:pt>
                <c:pt idx="1787">
                  <c:v>57.56408479</c:v>
                </c:pt>
                <c:pt idx="1788">
                  <c:v>57.56408479</c:v>
                </c:pt>
                <c:pt idx="1789">
                  <c:v>57.13909859</c:v>
                </c:pt>
                <c:pt idx="1790">
                  <c:v>57.13909859</c:v>
                </c:pt>
                <c:pt idx="1791">
                  <c:v>56.70480241</c:v>
                </c:pt>
                <c:pt idx="1792">
                  <c:v>56.70480241</c:v>
                </c:pt>
                <c:pt idx="1793">
                  <c:v>56.261179</c:v>
                </c:pt>
                <c:pt idx="1794">
                  <c:v>56.261179</c:v>
                </c:pt>
                <c:pt idx="1795">
                  <c:v>55.80821093</c:v>
                </c:pt>
                <c:pt idx="1796">
                  <c:v>55.80821093</c:v>
                </c:pt>
                <c:pt idx="1797">
                  <c:v>55.34588114</c:v>
                </c:pt>
                <c:pt idx="1798">
                  <c:v>55.34588114</c:v>
                </c:pt>
                <c:pt idx="1799">
                  <c:v>54.87417255</c:v>
                </c:pt>
                <c:pt idx="1800">
                  <c:v>54.87417255</c:v>
                </c:pt>
                <c:pt idx="1801">
                  <c:v>54.39306795</c:v>
                </c:pt>
                <c:pt idx="1802">
                  <c:v>54.39306795</c:v>
                </c:pt>
                <c:pt idx="1803">
                  <c:v>53.90255043</c:v>
                </c:pt>
                <c:pt idx="1804">
                  <c:v>53.90255043</c:v>
                </c:pt>
                <c:pt idx="1805">
                  <c:v>53.40260315</c:v>
                </c:pt>
                <c:pt idx="1806">
                  <c:v>53.40260315</c:v>
                </c:pt>
                <c:pt idx="1807">
                  <c:v>52.89320944</c:v>
                </c:pt>
                <c:pt idx="1808">
                  <c:v>52.89320944</c:v>
                </c:pt>
                <c:pt idx="1809">
                  <c:v>52.37435233</c:v>
                </c:pt>
                <c:pt idx="1810">
                  <c:v>52.37435233</c:v>
                </c:pt>
                <c:pt idx="1811">
                  <c:v>51.84601549</c:v>
                </c:pt>
                <c:pt idx="1812">
                  <c:v>51.84601549</c:v>
                </c:pt>
                <c:pt idx="1813">
                  <c:v>51.30818235</c:v>
                </c:pt>
                <c:pt idx="1814">
                  <c:v>51.30818235</c:v>
                </c:pt>
                <c:pt idx="1815">
                  <c:v>50.76083642</c:v>
                </c:pt>
                <c:pt idx="1816">
                  <c:v>50.76083642</c:v>
                </c:pt>
                <c:pt idx="1817">
                  <c:v>50.20396164</c:v>
                </c:pt>
                <c:pt idx="1818">
                  <c:v>50.20396163</c:v>
                </c:pt>
                <c:pt idx="1819">
                  <c:v>49.63754183</c:v>
                </c:pt>
                <c:pt idx="1820">
                  <c:v>49.63754183</c:v>
                </c:pt>
                <c:pt idx="1821">
                  <c:v>49.06156086</c:v>
                </c:pt>
                <c:pt idx="1822">
                  <c:v>49.06156086</c:v>
                </c:pt>
                <c:pt idx="1823">
                  <c:v>48.47600308</c:v>
                </c:pt>
                <c:pt idx="1824">
                  <c:v>48.47600308</c:v>
                </c:pt>
                <c:pt idx="1825">
                  <c:v>47.88085256</c:v>
                </c:pt>
                <c:pt idx="1826">
                  <c:v>47.88085256</c:v>
                </c:pt>
                <c:pt idx="1827">
                  <c:v>47.27609381</c:v>
                </c:pt>
                <c:pt idx="1828">
                  <c:v>47.27609381</c:v>
                </c:pt>
                <c:pt idx="1829">
                  <c:v>46.66171139</c:v>
                </c:pt>
                <c:pt idx="1830">
                  <c:v>46.66171139</c:v>
                </c:pt>
                <c:pt idx="1831">
                  <c:v>46.03768994</c:v>
                </c:pt>
                <c:pt idx="1832">
                  <c:v>46.03768994</c:v>
                </c:pt>
                <c:pt idx="1833">
                  <c:v>45.40401446</c:v>
                </c:pt>
                <c:pt idx="1834">
                  <c:v>45.40401446</c:v>
                </c:pt>
                <c:pt idx="1835">
                  <c:v>44.76066993</c:v>
                </c:pt>
                <c:pt idx="1836">
                  <c:v>44.76066993</c:v>
                </c:pt>
                <c:pt idx="1837">
                  <c:v>44.10764154</c:v>
                </c:pt>
                <c:pt idx="1838">
                  <c:v>44.10764154</c:v>
                </c:pt>
                <c:pt idx="1839">
                  <c:v>43.44491469</c:v>
                </c:pt>
                <c:pt idx="1840">
                  <c:v>43.44491469</c:v>
                </c:pt>
                <c:pt idx="1841">
                  <c:v>42.77247502</c:v>
                </c:pt>
                <c:pt idx="1842">
                  <c:v>42.77247502</c:v>
                </c:pt>
                <c:pt idx="1843">
                  <c:v>42.09030815</c:v>
                </c:pt>
                <c:pt idx="1844">
                  <c:v>42.09030815</c:v>
                </c:pt>
                <c:pt idx="1845">
                  <c:v>41.39840017</c:v>
                </c:pt>
                <c:pt idx="1846">
                  <c:v>41.39840017</c:v>
                </c:pt>
                <c:pt idx="1847">
                  <c:v>40.69673716</c:v>
                </c:pt>
                <c:pt idx="1848">
                  <c:v>40.69673716</c:v>
                </c:pt>
                <c:pt idx="1849">
                  <c:v>39.98530545</c:v>
                </c:pt>
                <c:pt idx="1850">
                  <c:v>39.98530545</c:v>
                </c:pt>
                <c:pt idx="1851">
                  <c:v>39.26409166</c:v>
                </c:pt>
                <c:pt idx="1852">
                  <c:v>39.26409166</c:v>
                </c:pt>
                <c:pt idx="1853">
                  <c:v>38.5330825</c:v>
                </c:pt>
                <c:pt idx="1854">
                  <c:v>38.5330825</c:v>
                </c:pt>
                <c:pt idx="1855">
                  <c:v>37.79226503</c:v>
                </c:pt>
                <c:pt idx="1856">
                  <c:v>37.79226503</c:v>
                </c:pt>
                <c:pt idx="1857">
                  <c:v>37.04162642</c:v>
                </c:pt>
                <c:pt idx="1858">
                  <c:v>37.04162642</c:v>
                </c:pt>
                <c:pt idx="1859">
                  <c:v>36.28115412</c:v>
                </c:pt>
                <c:pt idx="1860">
                  <c:v>36.28115412</c:v>
                </c:pt>
                <c:pt idx="1861">
                  <c:v>35.51083585</c:v>
                </c:pt>
                <c:pt idx="1862">
                  <c:v>35.51083585</c:v>
                </c:pt>
                <c:pt idx="1863">
                  <c:v>34.73065951</c:v>
                </c:pt>
                <c:pt idx="1864">
                  <c:v>34.73065951</c:v>
                </c:pt>
                <c:pt idx="1865">
                  <c:v>33.94061329</c:v>
                </c:pt>
                <c:pt idx="1866">
                  <c:v>33.94061329</c:v>
                </c:pt>
                <c:pt idx="1867">
                  <c:v>33.14068562</c:v>
                </c:pt>
                <c:pt idx="1868">
                  <c:v>33.14068562</c:v>
                </c:pt>
                <c:pt idx="1869">
                  <c:v>32.33086515</c:v>
                </c:pt>
                <c:pt idx="1870">
                  <c:v>32.33086515</c:v>
                </c:pt>
                <c:pt idx="1871">
                  <c:v>31.51114081</c:v>
                </c:pt>
                <c:pt idx="1872">
                  <c:v>31.51114081</c:v>
                </c:pt>
                <c:pt idx="1873">
                  <c:v>30.68150185</c:v>
                </c:pt>
                <c:pt idx="1874">
                  <c:v>30.68150185</c:v>
                </c:pt>
                <c:pt idx="1875">
                  <c:v>29.84193775</c:v>
                </c:pt>
                <c:pt idx="1876">
                  <c:v>29.84193775</c:v>
                </c:pt>
                <c:pt idx="1877">
                  <c:v>28.99243825</c:v>
                </c:pt>
                <c:pt idx="1878">
                  <c:v>28.99243825</c:v>
                </c:pt>
                <c:pt idx="1879">
                  <c:v>28.13299339</c:v>
                </c:pt>
                <c:pt idx="1880">
                  <c:v>28.13299339</c:v>
                </c:pt>
                <c:pt idx="1881">
                  <c:v>27.26359347</c:v>
                </c:pt>
                <c:pt idx="1882">
                  <c:v>27.26359347</c:v>
                </c:pt>
                <c:pt idx="1883">
                  <c:v>26.38422914</c:v>
                </c:pt>
                <c:pt idx="1884">
                  <c:v>26.38422914</c:v>
                </c:pt>
                <c:pt idx="1885">
                  <c:v>25.49489131</c:v>
                </c:pt>
                <c:pt idx="1886">
                  <c:v>25.49489131</c:v>
                </c:pt>
                <c:pt idx="1887">
                  <c:v>24.59557117</c:v>
                </c:pt>
                <c:pt idx="1888">
                  <c:v>24.59557117</c:v>
                </c:pt>
                <c:pt idx="1889">
                  <c:v>23.68626024</c:v>
                </c:pt>
                <c:pt idx="1890">
                  <c:v>23.68626024</c:v>
                </c:pt>
                <c:pt idx="1891">
                  <c:v>22.76695037</c:v>
                </c:pt>
                <c:pt idx="1892">
                  <c:v>22.76695037</c:v>
                </c:pt>
                <c:pt idx="1893">
                  <c:v>21.83763365</c:v>
                </c:pt>
                <c:pt idx="1894">
                  <c:v>21.83763365</c:v>
                </c:pt>
                <c:pt idx="1895">
                  <c:v>20.89830257</c:v>
                </c:pt>
                <c:pt idx="1896">
                  <c:v>20.89830257</c:v>
                </c:pt>
                <c:pt idx="1897">
                  <c:v>19.94894988</c:v>
                </c:pt>
                <c:pt idx="1898">
                  <c:v>19.94894988</c:v>
                </c:pt>
                <c:pt idx="1899">
                  <c:v>18.9895687</c:v>
                </c:pt>
                <c:pt idx="1900">
                  <c:v>18.9895687</c:v>
                </c:pt>
                <c:pt idx="1901">
                  <c:v>18.02015244</c:v>
                </c:pt>
                <c:pt idx="1902">
                  <c:v>18.02015244</c:v>
                </c:pt>
                <c:pt idx="1903">
                  <c:v>17.04069487</c:v>
                </c:pt>
                <c:pt idx="1904">
                  <c:v>17.04069487</c:v>
                </c:pt>
                <c:pt idx="1905">
                  <c:v>16.05119008</c:v>
                </c:pt>
                <c:pt idx="1906">
                  <c:v>16.05119008</c:v>
                </c:pt>
                <c:pt idx="1907">
                  <c:v>15.05163252</c:v>
                </c:pt>
                <c:pt idx="1908">
                  <c:v>15.05163252</c:v>
                </c:pt>
                <c:pt idx="1909">
                  <c:v>14.04201695</c:v>
                </c:pt>
                <c:pt idx="1910">
                  <c:v>14.04201695</c:v>
                </c:pt>
                <c:pt idx="1911">
                  <c:v>13.0223385</c:v>
                </c:pt>
                <c:pt idx="1912">
                  <c:v>13.0223385</c:v>
                </c:pt>
                <c:pt idx="1913">
                  <c:v>11.99259264</c:v>
                </c:pt>
                <c:pt idx="1914">
                  <c:v>11.99259264</c:v>
                </c:pt>
                <c:pt idx="1915">
                  <c:v>10.95277519</c:v>
                </c:pt>
                <c:pt idx="1916">
                  <c:v>10.95277519</c:v>
                </c:pt>
                <c:pt idx="1917">
                  <c:v>9.90288232</c:v>
                </c:pt>
                <c:pt idx="1918">
                  <c:v>9.90288232</c:v>
                </c:pt>
                <c:pt idx="1919">
                  <c:v>8.842910590000001</c:v>
                </c:pt>
                <c:pt idx="1920">
                  <c:v>8.842910590000001</c:v>
                </c:pt>
                <c:pt idx="1921">
                  <c:v>7.77285686</c:v>
                </c:pt>
                <c:pt idx="1922">
                  <c:v>7.77285686</c:v>
                </c:pt>
                <c:pt idx="1923">
                  <c:v>6.69271839</c:v>
                </c:pt>
                <c:pt idx="1924">
                  <c:v>6.69271839</c:v>
                </c:pt>
                <c:pt idx="1925">
                  <c:v>5.60249279</c:v>
                </c:pt>
                <c:pt idx="1926">
                  <c:v>5.60249279</c:v>
                </c:pt>
                <c:pt idx="1927">
                  <c:v>4.50217806</c:v>
                </c:pt>
                <c:pt idx="1928">
                  <c:v>4.50217806</c:v>
                </c:pt>
                <c:pt idx="1929">
                  <c:v>3.39177251</c:v>
                </c:pt>
                <c:pt idx="1930">
                  <c:v>3.39177251</c:v>
                </c:pt>
                <c:pt idx="1931">
                  <c:v>2.27127488</c:v>
                </c:pt>
                <c:pt idx="1932">
                  <c:v>2.27127488</c:v>
                </c:pt>
                <c:pt idx="1933">
                  <c:v>1.14068422</c:v>
                </c:pt>
                <c:pt idx="1934">
                  <c:v>1.14068422</c:v>
                </c:pt>
                <c:pt idx="1935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Sheet1!$B$1939</c:f>
              <c:strCache>
                <c:ptCount val="1"/>
                <c:pt idx="0">
                  <c:v>最小值</c:v>
                </c:pt>
              </c:strCache>
            </c:strRef>
          </c:tx>
          <c:spPr>
            <a:ln w="21590">
              <a:solidFill>
                <a:srgbClr val="9E2A2B"/>
              </a:solidFill>
            </a:ln>
          </c:spPr>
          <c:marker>
            <c:symbol val="none"/>
          </c:marker>
          <c:xVal>
            <c:numRef>
              <c:f>Sheet1!$A$1940:$A$3875</c:f>
              <c:numCache>
                <c:formatCode>General</c:formatCode>
                <c:ptCount val="1936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  <c:pt idx="880">
                  <c:v>220</c:v>
                </c:pt>
                <c:pt idx="881">
                  <c:v>220.5</c:v>
                </c:pt>
                <c:pt idx="882">
                  <c:v>220.5</c:v>
                </c:pt>
                <c:pt idx="883">
                  <c:v>221</c:v>
                </c:pt>
                <c:pt idx="884">
                  <c:v>221</c:v>
                </c:pt>
                <c:pt idx="885">
                  <c:v>221.5</c:v>
                </c:pt>
                <c:pt idx="886">
                  <c:v>221.5</c:v>
                </c:pt>
                <c:pt idx="887">
                  <c:v>222</c:v>
                </c:pt>
                <c:pt idx="888">
                  <c:v>222</c:v>
                </c:pt>
                <c:pt idx="889">
                  <c:v>222.5</c:v>
                </c:pt>
                <c:pt idx="890">
                  <c:v>222.5</c:v>
                </c:pt>
                <c:pt idx="891">
                  <c:v>223</c:v>
                </c:pt>
                <c:pt idx="892">
                  <c:v>223</c:v>
                </c:pt>
                <c:pt idx="893">
                  <c:v>223.5</c:v>
                </c:pt>
                <c:pt idx="894">
                  <c:v>223.5</c:v>
                </c:pt>
                <c:pt idx="895">
                  <c:v>224</c:v>
                </c:pt>
                <c:pt idx="896">
                  <c:v>224</c:v>
                </c:pt>
                <c:pt idx="897">
                  <c:v>224.5</c:v>
                </c:pt>
                <c:pt idx="898">
                  <c:v>224.5</c:v>
                </c:pt>
                <c:pt idx="899">
                  <c:v>225</c:v>
                </c:pt>
                <c:pt idx="900">
                  <c:v>225</c:v>
                </c:pt>
                <c:pt idx="901">
                  <c:v>225.5</c:v>
                </c:pt>
                <c:pt idx="902">
                  <c:v>225.5</c:v>
                </c:pt>
                <c:pt idx="903">
                  <c:v>226</c:v>
                </c:pt>
                <c:pt idx="904">
                  <c:v>226</c:v>
                </c:pt>
                <c:pt idx="905">
                  <c:v>226.5</c:v>
                </c:pt>
                <c:pt idx="906">
                  <c:v>226.5</c:v>
                </c:pt>
                <c:pt idx="907">
                  <c:v>227</c:v>
                </c:pt>
                <c:pt idx="908">
                  <c:v>227</c:v>
                </c:pt>
                <c:pt idx="909">
                  <c:v>227.5</c:v>
                </c:pt>
                <c:pt idx="910">
                  <c:v>227.5</c:v>
                </c:pt>
                <c:pt idx="911">
                  <c:v>228</c:v>
                </c:pt>
                <c:pt idx="912">
                  <c:v>228</c:v>
                </c:pt>
                <c:pt idx="913">
                  <c:v>228.5</c:v>
                </c:pt>
                <c:pt idx="914">
                  <c:v>228.5</c:v>
                </c:pt>
                <c:pt idx="915">
                  <c:v>229</c:v>
                </c:pt>
                <c:pt idx="916">
                  <c:v>229</c:v>
                </c:pt>
                <c:pt idx="917">
                  <c:v>229.5</c:v>
                </c:pt>
                <c:pt idx="918">
                  <c:v>229.5</c:v>
                </c:pt>
                <c:pt idx="919">
                  <c:v>230</c:v>
                </c:pt>
                <c:pt idx="920">
                  <c:v>230</c:v>
                </c:pt>
                <c:pt idx="921">
                  <c:v>230.5</c:v>
                </c:pt>
                <c:pt idx="922">
                  <c:v>230.5</c:v>
                </c:pt>
                <c:pt idx="923">
                  <c:v>231</c:v>
                </c:pt>
                <c:pt idx="924">
                  <c:v>231</c:v>
                </c:pt>
                <c:pt idx="925">
                  <c:v>231.5</c:v>
                </c:pt>
                <c:pt idx="926">
                  <c:v>231.5</c:v>
                </c:pt>
                <c:pt idx="927">
                  <c:v>232</c:v>
                </c:pt>
                <c:pt idx="928">
                  <c:v>232</c:v>
                </c:pt>
                <c:pt idx="929">
                  <c:v>232.5</c:v>
                </c:pt>
                <c:pt idx="930">
                  <c:v>232.5</c:v>
                </c:pt>
                <c:pt idx="931">
                  <c:v>233</c:v>
                </c:pt>
                <c:pt idx="932">
                  <c:v>233</c:v>
                </c:pt>
                <c:pt idx="933">
                  <c:v>233.5</c:v>
                </c:pt>
                <c:pt idx="934">
                  <c:v>233.5</c:v>
                </c:pt>
                <c:pt idx="935">
                  <c:v>234</c:v>
                </c:pt>
                <c:pt idx="936">
                  <c:v>234</c:v>
                </c:pt>
                <c:pt idx="937">
                  <c:v>234.5</c:v>
                </c:pt>
                <c:pt idx="938">
                  <c:v>234.5</c:v>
                </c:pt>
                <c:pt idx="939">
                  <c:v>235</c:v>
                </c:pt>
                <c:pt idx="940">
                  <c:v>235</c:v>
                </c:pt>
                <c:pt idx="941">
                  <c:v>235.5</c:v>
                </c:pt>
                <c:pt idx="942">
                  <c:v>235.5</c:v>
                </c:pt>
                <c:pt idx="943">
                  <c:v>236</c:v>
                </c:pt>
                <c:pt idx="944">
                  <c:v>236</c:v>
                </c:pt>
                <c:pt idx="945">
                  <c:v>236.5</c:v>
                </c:pt>
                <c:pt idx="946">
                  <c:v>236.5</c:v>
                </c:pt>
                <c:pt idx="947">
                  <c:v>237</c:v>
                </c:pt>
                <c:pt idx="948">
                  <c:v>237</c:v>
                </c:pt>
                <c:pt idx="949">
                  <c:v>237.5</c:v>
                </c:pt>
                <c:pt idx="950">
                  <c:v>237.5</c:v>
                </c:pt>
                <c:pt idx="951">
                  <c:v>238</c:v>
                </c:pt>
                <c:pt idx="952">
                  <c:v>238</c:v>
                </c:pt>
                <c:pt idx="953">
                  <c:v>238.5</c:v>
                </c:pt>
                <c:pt idx="954">
                  <c:v>238.5</c:v>
                </c:pt>
                <c:pt idx="955">
                  <c:v>239</c:v>
                </c:pt>
                <c:pt idx="956">
                  <c:v>239</c:v>
                </c:pt>
                <c:pt idx="957">
                  <c:v>239.5</c:v>
                </c:pt>
                <c:pt idx="958">
                  <c:v>239.5</c:v>
                </c:pt>
                <c:pt idx="959">
                  <c:v>240</c:v>
                </c:pt>
                <c:pt idx="960">
                  <c:v>240</c:v>
                </c:pt>
                <c:pt idx="961">
                  <c:v>240.5</c:v>
                </c:pt>
                <c:pt idx="962">
                  <c:v>240.5</c:v>
                </c:pt>
                <c:pt idx="963">
                  <c:v>241</c:v>
                </c:pt>
                <c:pt idx="964">
                  <c:v>241</c:v>
                </c:pt>
                <c:pt idx="965">
                  <c:v>241.5</c:v>
                </c:pt>
                <c:pt idx="966">
                  <c:v>241.5</c:v>
                </c:pt>
                <c:pt idx="967">
                  <c:v>242</c:v>
                </c:pt>
                <c:pt idx="968">
                  <c:v>242</c:v>
                </c:pt>
                <c:pt idx="969">
                  <c:v>242.5</c:v>
                </c:pt>
                <c:pt idx="970">
                  <c:v>242.5</c:v>
                </c:pt>
                <c:pt idx="971">
                  <c:v>243</c:v>
                </c:pt>
                <c:pt idx="972">
                  <c:v>243</c:v>
                </c:pt>
                <c:pt idx="973">
                  <c:v>243.5</c:v>
                </c:pt>
                <c:pt idx="974">
                  <c:v>243.5</c:v>
                </c:pt>
                <c:pt idx="975">
                  <c:v>244</c:v>
                </c:pt>
                <c:pt idx="976">
                  <c:v>244</c:v>
                </c:pt>
                <c:pt idx="977">
                  <c:v>244.5</c:v>
                </c:pt>
                <c:pt idx="978">
                  <c:v>244.5</c:v>
                </c:pt>
                <c:pt idx="979">
                  <c:v>245</c:v>
                </c:pt>
                <c:pt idx="980">
                  <c:v>245</c:v>
                </c:pt>
                <c:pt idx="981">
                  <c:v>245.5</c:v>
                </c:pt>
                <c:pt idx="982">
                  <c:v>245.5</c:v>
                </c:pt>
                <c:pt idx="983">
                  <c:v>246</c:v>
                </c:pt>
                <c:pt idx="984">
                  <c:v>246</c:v>
                </c:pt>
                <c:pt idx="985">
                  <c:v>246.5</c:v>
                </c:pt>
                <c:pt idx="986">
                  <c:v>246.5</c:v>
                </c:pt>
                <c:pt idx="987">
                  <c:v>247</c:v>
                </c:pt>
                <c:pt idx="988">
                  <c:v>247</c:v>
                </c:pt>
                <c:pt idx="989">
                  <c:v>247.5</c:v>
                </c:pt>
                <c:pt idx="990">
                  <c:v>247.5</c:v>
                </c:pt>
                <c:pt idx="991">
                  <c:v>248</c:v>
                </c:pt>
                <c:pt idx="992">
                  <c:v>248</c:v>
                </c:pt>
                <c:pt idx="993">
                  <c:v>248.5</c:v>
                </c:pt>
                <c:pt idx="994">
                  <c:v>248.5</c:v>
                </c:pt>
                <c:pt idx="995">
                  <c:v>249</c:v>
                </c:pt>
                <c:pt idx="996">
                  <c:v>249</c:v>
                </c:pt>
                <c:pt idx="997">
                  <c:v>249.5</c:v>
                </c:pt>
                <c:pt idx="998">
                  <c:v>249.5</c:v>
                </c:pt>
                <c:pt idx="999">
                  <c:v>250</c:v>
                </c:pt>
                <c:pt idx="1000">
                  <c:v>250</c:v>
                </c:pt>
                <c:pt idx="1001">
                  <c:v>250.5</c:v>
                </c:pt>
                <c:pt idx="1002">
                  <c:v>250.5</c:v>
                </c:pt>
                <c:pt idx="1003">
                  <c:v>251</c:v>
                </c:pt>
                <c:pt idx="1004">
                  <c:v>251</c:v>
                </c:pt>
                <c:pt idx="1005">
                  <c:v>251.5</c:v>
                </c:pt>
                <c:pt idx="1006">
                  <c:v>251.5</c:v>
                </c:pt>
                <c:pt idx="1007">
                  <c:v>252</c:v>
                </c:pt>
                <c:pt idx="1008">
                  <c:v>252</c:v>
                </c:pt>
                <c:pt idx="1009">
                  <c:v>252.5</c:v>
                </c:pt>
                <c:pt idx="1010">
                  <c:v>252.5</c:v>
                </c:pt>
                <c:pt idx="1011">
                  <c:v>253</c:v>
                </c:pt>
                <c:pt idx="1012">
                  <c:v>253</c:v>
                </c:pt>
                <c:pt idx="1013">
                  <c:v>253.5</c:v>
                </c:pt>
                <c:pt idx="1014">
                  <c:v>253.5</c:v>
                </c:pt>
                <c:pt idx="1015">
                  <c:v>254</c:v>
                </c:pt>
                <c:pt idx="1016">
                  <c:v>254</c:v>
                </c:pt>
                <c:pt idx="1017">
                  <c:v>254.5</c:v>
                </c:pt>
                <c:pt idx="1018">
                  <c:v>254.5</c:v>
                </c:pt>
                <c:pt idx="1019">
                  <c:v>255</c:v>
                </c:pt>
                <c:pt idx="1020">
                  <c:v>255</c:v>
                </c:pt>
                <c:pt idx="1021">
                  <c:v>255.5</c:v>
                </c:pt>
                <c:pt idx="1022">
                  <c:v>255.5</c:v>
                </c:pt>
                <c:pt idx="1023">
                  <c:v>256</c:v>
                </c:pt>
                <c:pt idx="1024">
                  <c:v>256</c:v>
                </c:pt>
                <c:pt idx="1025">
                  <c:v>256.5</c:v>
                </c:pt>
                <c:pt idx="1026">
                  <c:v>256.5</c:v>
                </c:pt>
                <c:pt idx="1027">
                  <c:v>257</c:v>
                </c:pt>
                <c:pt idx="1028">
                  <c:v>257</c:v>
                </c:pt>
                <c:pt idx="1029">
                  <c:v>257.5</c:v>
                </c:pt>
                <c:pt idx="1030">
                  <c:v>257.5</c:v>
                </c:pt>
                <c:pt idx="1031">
                  <c:v>258</c:v>
                </c:pt>
                <c:pt idx="1032">
                  <c:v>258</c:v>
                </c:pt>
                <c:pt idx="1033">
                  <c:v>258.5</c:v>
                </c:pt>
                <c:pt idx="1034">
                  <c:v>258.5</c:v>
                </c:pt>
                <c:pt idx="1035">
                  <c:v>259</c:v>
                </c:pt>
                <c:pt idx="1036">
                  <c:v>259</c:v>
                </c:pt>
                <c:pt idx="1037">
                  <c:v>259.5</c:v>
                </c:pt>
                <c:pt idx="1038">
                  <c:v>259.5</c:v>
                </c:pt>
                <c:pt idx="1039">
                  <c:v>260</c:v>
                </c:pt>
                <c:pt idx="1040">
                  <c:v>260</c:v>
                </c:pt>
                <c:pt idx="1041">
                  <c:v>260.5</c:v>
                </c:pt>
                <c:pt idx="1042">
                  <c:v>260.5</c:v>
                </c:pt>
                <c:pt idx="1043">
                  <c:v>261</c:v>
                </c:pt>
                <c:pt idx="1044">
                  <c:v>261</c:v>
                </c:pt>
                <c:pt idx="1045">
                  <c:v>261.5</c:v>
                </c:pt>
                <c:pt idx="1046">
                  <c:v>261.5</c:v>
                </c:pt>
                <c:pt idx="1047">
                  <c:v>262</c:v>
                </c:pt>
                <c:pt idx="1048">
                  <c:v>262</c:v>
                </c:pt>
                <c:pt idx="1049">
                  <c:v>262.5</c:v>
                </c:pt>
                <c:pt idx="1050">
                  <c:v>262.5</c:v>
                </c:pt>
                <c:pt idx="1051">
                  <c:v>263</c:v>
                </c:pt>
                <c:pt idx="1052">
                  <c:v>263</c:v>
                </c:pt>
                <c:pt idx="1053">
                  <c:v>263.5</c:v>
                </c:pt>
                <c:pt idx="1054">
                  <c:v>263.5</c:v>
                </c:pt>
                <c:pt idx="1055">
                  <c:v>264</c:v>
                </c:pt>
                <c:pt idx="1056">
                  <c:v>264</c:v>
                </c:pt>
                <c:pt idx="1057">
                  <c:v>264.5</c:v>
                </c:pt>
                <c:pt idx="1058">
                  <c:v>264.5</c:v>
                </c:pt>
                <c:pt idx="1059">
                  <c:v>265</c:v>
                </c:pt>
                <c:pt idx="1060">
                  <c:v>265</c:v>
                </c:pt>
                <c:pt idx="1061">
                  <c:v>265.5</c:v>
                </c:pt>
                <c:pt idx="1062">
                  <c:v>265.5</c:v>
                </c:pt>
                <c:pt idx="1063">
                  <c:v>266</c:v>
                </c:pt>
                <c:pt idx="1064">
                  <c:v>266</c:v>
                </c:pt>
                <c:pt idx="1065">
                  <c:v>266.5</c:v>
                </c:pt>
                <c:pt idx="1066">
                  <c:v>266.5</c:v>
                </c:pt>
                <c:pt idx="1067">
                  <c:v>267</c:v>
                </c:pt>
                <c:pt idx="1068">
                  <c:v>267</c:v>
                </c:pt>
                <c:pt idx="1069">
                  <c:v>267.5</c:v>
                </c:pt>
                <c:pt idx="1070">
                  <c:v>267.5</c:v>
                </c:pt>
                <c:pt idx="1071">
                  <c:v>268</c:v>
                </c:pt>
                <c:pt idx="1072">
                  <c:v>268</c:v>
                </c:pt>
                <c:pt idx="1073">
                  <c:v>268.5</c:v>
                </c:pt>
                <c:pt idx="1074">
                  <c:v>268.5</c:v>
                </c:pt>
                <c:pt idx="1075">
                  <c:v>269</c:v>
                </c:pt>
                <c:pt idx="1076">
                  <c:v>269</c:v>
                </c:pt>
                <c:pt idx="1077">
                  <c:v>269.5</c:v>
                </c:pt>
                <c:pt idx="1078">
                  <c:v>269.5</c:v>
                </c:pt>
                <c:pt idx="1079">
                  <c:v>270</c:v>
                </c:pt>
                <c:pt idx="1080">
                  <c:v>270</c:v>
                </c:pt>
                <c:pt idx="1081">
                  <c:v>270.5</c:v>
                </c:pt>
                <c:pt idx="1082">
                  <c:v>270.5</c:v>
                </c:pt>
                <c:pt idx="1083">
                  <c:v>271</c:v>
                </c:pt>
                <c:pt idx="1084">
                  <c:v>271</c:v>
                </c:pt>
                <c:pt idx="1085">
                  <c:v>271.5</c:v>
                </c:pt>
                <c:pt idx="1086">
                  <c:v>271.5</c:v>
                </c:pt>
                <c:pt idx="1087">
                  <c:v>272</c:v>
                </c:pt>
                <c:pt idx="1088">
                  <c:v>272</c:v>
                </c:pt>
                <c:pt idx="1089">
                  <c:v>272.5</c:v>
                </c:pt>
                <c:pt idx="1090">
                  <c:v>272.5</c:v>
                </c:pt>
                <c:pt idx="1091">
                  <c:v>273</c:v>
                </c:pt>
                <c:pt idx="1092">
                  <c:v>273</c:v>
                </c:pt>
                <c:pt idx="1093">
                  <c:v>273.5</c:v>
                </c:pt>
                <c:pt idx="1094">
                  <c:v>273.5</c:v>
                </c:pt>
                <c:pt idx="1095">
                  <c:v>274</c:v>
                </c:pt>
                <c:pt idx="1096">
                  <c:v>274</c:v>
                </c:pt>
                <c:pt idx="1097">
                  <c:v>274.5</c:v>
                </c:pt>
                <c:pt idx="1098">
                  <c:v>274.5</c:v>
                </c:pt>
                <c:pt idx="1099">
                  <c:v>275</c:v>
                </c:pt>
                <c:pt idx="1100">
                  <c:v>275</c:v>
                </c:pt>
                <c:pt idx="1101">
                  <c:v>275.5</c:v>
                </c:pt>
                <c:pt idx="1102">
                  <c:v>275.5</c:v>
                </c:pt>
                <c:pt idx="1103">
                  <c:v>276</c:v>
                </c:pt>
                <c:pt idx="1104">
                  <c:v>276</c:v>
                </c:pt>
                <c:pt idx="1105">
                  <c:v>276.5</c:v>
                </c:pt>
                <c:pt idx="1106">
                  <c:v>276.5</c:v>
                </c:pt>
                <c:pt idx="1107">
                  <c:v>277</c:v>
                </c:pt>
                <c:pt idx="1108">
                  <c:v>277</c:v>
                </c:pt>
                <c:pt idx="1109">
                  <c:v>277.5</c:v>
                </c:pt>
                <c:pt idx="1110">
                  <c:v>277.5</c:v>
                </c:pt>
                <c:pt idx="1111">
                  <c:v>278</c:v>
                </c:pt>
                <c:pt idx="1112">
                  <c:v>278</c:v>
                </c:pt>
                <c:pt idx="1113">
                  <c:v>278.5</c:v>
                </c:pt>
                <c:pt idx="1114">
                  <c:v>278.5</c:v>
                </c:pt>
                <c:pt idx="1115">
                  <c:v>279</c:v>
                </c:pt>
                <c:pt idx="1116">
                  <c:v>279</c:v>
                </c:pt>
                <c:pt idx="1117">
                  <c:v>279.5</c:v>
                </c:pt>
                <c:pt idx="1118">
                  <c:v>279.5</c:v>
                </c:pt>
                <c:pt idx="1119">
                  <c:v>280</c:v>
                </c:pt>
                <c:pt idx="1120">
                  <c:v>280</c:v>
                </c:pt>
                <c:pt idx="1121">
                  <c:v>280.5</c:v>
                </c:pt>
                <c:pt idx="1122">
                  <c:v>280.5</c:v>
                </c:pt>
                <c:pt idx="1123">
                  <c:v>281</c:v>
                </c:pt>
                <c:pt idx="1124">
                  <c:v>281</c:v>
                </c:pt>
                <c:pt idx="1125">
                  <c:v>281.5</c:v>
                </c:pt>
                <c:pt idx="1126">
                  <c:v>281.5</c:v>
                </c:pt>
                <c:pt idx="1127">
                  <c:v>282</c:v>
                </c:pt>
                <c:pt idx="1128">
                  <c:v>282</c:v>
                </c:pt>
                <c:pt idx="1129">
                  <c:v>282.5</c:v>
                </c:pt>
                <c:pt idx="1130">
                  <c:v>282.5</c:v>
                </c:pt>
                <c:pt idx="1131">
                  <c:v>283</c:v>
                </c:pt>
                <c:pt idx="1132">
                  <c:v>283</c:v>
                </c:pt>
                <c:pt idx="1133">
                  <c:v>283.5</c:v>
                </c:pt>
                <c:pt idx="1134">
                  <c:v>283.5</c:v>
                </c:pt>
                <c:pt idx="1135">
                  <c:v>284</c:v>
                </c:pt>
                <c:pt idx="1136">
                  <c:v>284</c:v>
                </c:pt>
                <c:pt idx="1137">
                  <c:v>284.5</c:v>
                </c:pt>
                <c:pt idx="1138">
                  <c:v>284.5</c:v>
                </c:pt>
                <c:pt idx="1139">
                  <c:v>285</c:v>
                </c:pt>
                <c:pt idx="1140">
                  <c:v>285</c:v>
                </c:pt>
                <c:pt idx="1141">
                  <c:v>285.5</c:v>
                </c:pt>
                <c:pt idx="1142">
                  <c:v>285.5</c:v>
                </c:pt>
                <c:pt idx="1143">
                  <c:v>286</c:v>
                </c:pt>
                <c:pt idx="1144">
                  <c:v>286</c:v>
                </c:pt>
                <c:pt idx="1145">
                  <c:v>286.5</c:v>
                </c:pt>
                <c:pt idx="1146">
                  <c:v>286.5</c:v>
                </c:pt>
                <c:pt idx="1147">
                  <c:v>287</c:v>
                </c:pt>
                <c:pt idx="1148">
                  <c:v>287</c:v>
                </c:pt>
                <c:pt idx="1149">
                  <c:v>287.5</c:v>
                </c:pt>
                <c:pt idx="1150">
                  <c:v>287.5</c:v>
                </c:pt>
                <c:pt idx="1151">
                  <c:v>288</c:v>
                </c:pt>
                <c:pt idx="1152">
                  <c:v>288</c:v>
                </c:pt>
                <c:pt idx="1153">
                  <c:v>288.5</c:v>
                </c:pt>
                <c:pt idx="1154">
                  <c:v>288.5</c:v>
                </c:pt>
                <c:pt idx="1155">
                  <c:v>289</c:v>
                </c:pt>
                <c:pt idx="1156">
                  <c:v>289</c:v>
                </c:pt>
                <c:pt idx="1157">
                  <c:v>289.5</c:v>
                </c:pt>
                <c:pt idx="1158">
                  <c:v>289.5</c:v>
                </c:pt>
                <c:pt idx="1159">
                  <c:v>290</c:v>
                </c:pt>
                <c:pt idx="1160">
                  <c:v>290</c:v>
                </c:pt>
                <c:pt idx="1161">
                  <c:v>290.5</c:v>
                </c:pt>
                <c:pt idx="1162">
                  <c:v>290.5</c:v>
                </c:pt>
                <c:pt idx="1163">
                  <c:v>291</c:v>
                </c:pt>
                <c:pt idx="1164">
                  <c:v>291</c:v>
                </c:pt>
                <c:pt idx="1165">
                  <c:v>291.5</c:v>
                </c:pt>
                <c:pt idx="1166">
                  <c:v>291.5</c:v>
                </c:pt>
                <c:pt idx="1167">
                  <c:v>292</c:v>
                </c:pt>
                <c:pt idx="1168">
                  <c:v>292</c:v>
                </c:pt>
                <c:pt idx="1169">
                  <c:v>292.5</c:v>
                </c:pt>
                <c:pt idx="1170">
                  <c:v>292.5</c:v>
                </c:pt>
                <c:pt idx="1171">
                  <c:v>293</c:v>
                </c:pt>
                <c:pt idx="1172">
                  <c:v>293</c:v>
                </c:pt>
                <c:pt idx="1173">
                  <c:v>293.5</c:v>
                </c:pt>
                <c:pt idx="1174">
                  <c:v>293.5</c:v>
                </c:pt>
                <c:pt idx="1175">
                  <c:v>294</c:v>
                </c:pt>
                <c:pt idx="1176">
                  <c:v>294</c:v>
                </c:pt>
                <c:pt idx="1177">
                  <c:v>294.5</c:v>
                </c:pt>
                <c:pt idx="1178">
                  <c:v>294.5</c:v>
                </c:pt>
                <c:pt idx="1179">
                  <c:v>295</c:v>
                </c:pt>
                <c:pt idx="1180">
                  <c:v>295</c:v>
                </c:pt>
                <c:pt idx="1181">
                  <c:v>295.5</c:v>
                </c:pt>
                <c:pt idx="1182">
                  <c:v>295.5</c:v>
                </c:pt>
                <c:pt idx="1183">
                  <c:v>296</c:v>
                </c:pt>
                <c:pt idx="1184">
                  <c:v>296</c:v>
                </c:pt>
                <c:pt idx="1185">
                  <c:v>296.5</c:v>
                </c:pt>
                <c:pt idx="1186">
                  <c:v>296.5</c:v>
                </c:pt>
                <c:pt idx="1187">
                  <c:v>297</c:v>
                </c:pt>
                <c:pt idx="1188">
                  <c:v>297</c:v>
                </c:pt>
                <c:pt idx="1189">
                  <c:v>297.5</c:v>
                </c:pt>
                <c:pt idx="1190">
                  <c:v>297.5</c:v>
                </c:pt>
                <c:pt idx="1191">
                  <c:v>298</c:v>
                </c:pt>
                <c:pt idx="1192">
                  <c:v>298</c:v>
                </c:pt>
                <c:pt idx="1193">
                  <c:v>298.5</c:v>
                </c:pt>
                <c:pt idx="1194">
                  <c:v>298.5</c:v>
                </c:pt>
                <c:pt idx="1195">
                  <c:v>299</c:v>
                </c:pt>
                <c:pt idx="1196">
                  <c:v>299</c:v>
                </c:pt>
                <c:pt idx="1197">
                  <c:v>299.5</c:v>
                </c:pt>
                <c:pt idx="1198">
                  <c:v>299.5</c:v>
                </c:pt>
                <c:pt idx="1199">
                  <c:v>300</c:v>
                </c:pt>
                <c:pt idx="1200">
                  <c:v>300</c:v>
                </c:pt>
                <c:pt idx="1201">
                  <c:v>300.5</c:v>
                </c:pt>
                <c:pt idx="1202">
                  <c:v>300.5</c:v>
                </c:pt>
                <c:pt idx="1203">
                  <c:v>301</c:v>
                </c:pt>
                <c:pt idx="1204">
                  <c:v>301</c:v>
                </c:pt>
                <c:pt idx="1205">
                  <c:v>301.5</c:v>
                </c:pt>
                <c:pt idx="1206">
                  <c:v>301.5</c:v>
                </c:pt>
                <c:pt idx="1207">
                  <c:v>302</c:v>
                </c:pt>
                <c:pt idx="1208">
                  <c:v>302</c:v>
                </c:pt>
                <c:pt idx="1209">
                  <c:v>302.5</c:v>
                </c:pt>
                <c:pt idx="1210">
                  <c:v>302.5</c:v>
                </c:pt>
                <c:pt idx="1211">
                  <c:v>303</c:v>
                </c:pt>
                <c:pt idx="1212">
                  <c:v>303</c:v>
                </c:pt>
                <c:pt idx="1213">
                  <c:v>303.5</c:v>
                </c:pt>
                <c:pt idx="1214">
                  <c:v>303.5</c:v>
                </c:pt>
                <c:pt idx="1215">
                  <c:v>304</c:v>
                </c:pt>
                <c:pt idx="1216">
                  <c:v>304</c:v>
                </c:pt>
                <c:pt idx="1217">
                  <c:v>304.5</c:v>
                </c:pt>
                <c:pt idx="1218">
                  <c:v>304.5</c:v>
                </c:pt>
                <c:pt idx="1219">
                  <c:v>305</c:v>
                </c:pt>
                <c:pt idx="1220">
                  <c:v>305</c:v>
                </c:pt>
                <c:pt idx="1221">
                  <c:v>305.5</c:v>
                </c:pt>
                <c:pt idx="1222">
                  <c:v>305.5</c:v>
                </c:pt>
                <c:pt idx="1223">
                  <c:v>306</c:v>
                </c:pt>
                <c:pt idx="1224">
                  <c:v>306</c:v>
                </c:pt>
                <c:pt idx="1225">
                  <c:v>306.5</c:v>
                </c:pt>
                <c:pt idx="1226">
                  <c:v>306.5</c:v>
                </c:pt>
                <c:pt idx="1227">
                  <c:v>307</c:v>
                </c:pt>
                <c:pt idx="1228">
                  <c:v>307</c:v>
                </c:pt>
                <c:pt idx="1229">
                  <c:v>307.5</c:v>
                </c:pt>
                <c:pt idx="1230">
                  <c:v>307.5</c:v>
                </c:pt>
                <c:pt idx="1231">
                  <c:v>308</c:v>
                </c:pt>
                <c:pt idx="1232">
                  <c:v>308</c:v>
                </c:pt>
                <c:pt idx="1233">
                  <c:v>308.5</c:v>
                </c:pt>
                <c:pt idx="1234">
                  <c:v>308.5</c:v>
                </c:pt>
                <c:pt idx="1235">
                  <c:v>309</c:v>
                </c:pt>
                <c:pt idx="1236">
                  <c:v>309</c:v>
                </c:pt>
                <c:pt idx="1237">
                  <c:v>309.5</c:v>
                </c:pt>
                <c:pt idx="1238">
                  <c:v>309.5</c:v>
                </c:pt>
                <c:pt idx="1239">
                  <c:v>310</c:v>
                </c:pt>
                <c:pt idx="1240">
                  <c:v>310</c:v>
                </c:pt>
                <c:pt idx="1241">
                  <c:v>310.5</c:v>
                </c:pt>
                <c:pt idx="1242">
                  <c:v>310.5</c:v>
                </c:pt>
                <c:pt idx="1243">
                  <c:v>311</c:v>
                </c:pt>
                <c:pt idx="1244">
                  <c:v>311</c:v>
                </c:pt>
                <c:pt idx="1245">
                  <c:v>311.5</c:v>
                </c:pt>
                <c:pt idx="1246">
                  <c:v>311.5</c:v>
                </c:pt>
                <c:pt idx="1247">
                  <c:v>312</c:v>
                </c:pt>
                <c:pt idx="1248">
                  <c:v>312</c:v>
                </c:pt>
                <c:pt idx="1249">
                  <c:v>312.5</c:v>
                </c:pt>
                <c:pt idx="1250">
                  <c:v>312.5</c:v>
                </c:pt>
                <c:pt idx="1251">
                  <c:v>313</c:v>
                </c:pt>
                <c:pt idx="1252">
                  <c:v>313</c:v>
                </c:pt>
                <c:pt idx="1253">
                  <c:v>313.5</c:v>
                </c:pt>
                <c:pt idx="1254">
                  <c:v>313.5</c:v>
                </c:pt>
                <c:pt idx="1255">
                  <c:v>314</c:v>
                </c:pt>
                <c:pt idx="1256">
                  <c:v>314</c:v>
                </c:pt>
                <c:pt idx="1257">
                  <c:v>314.5</c:v>
                </c:pt>
                <c:pt idx="1258">
                  <c:v>314.5</c:v>
                </c:pt>
                <c:pt idx="1259">
                  <c:v>315</c:v>
                </c:pt>
                <c:pt idx="1260">
                  <c:v>315</c:v>
                </c:pt>
                <c:pt idx="1261">
                  <c:v>315.5</c:v>
                </c:pt>
                <c:pt idx="1262">
                  <c:v>315.5</c:v>
                </c:pt>
                <c:pt idx="1263">
                  <c:v>316</c:v>
                </c:pt>
                <c:pt idx="1264">
                  <c:v>316</c:v>
                </c:pt>
                <c:pt idx="1265">
                  <c:v>316.5</c:v>
                </c:pt>
                <c:pt idx="1266">
                  <c:v>316.5</c:v>
                </c:pt>
                <c:pt idx="1267">
                  <c:v>317</c:v>
                </c:pt>
                <c:pt idx="1268">
                  <c:v>317</c:v>
                </c:pt>
                <c:pt idx="1269">
                  <c:v>317.5</c:v>
                </c:pt>
                <c:pt idx="1270">
                  <c:v>317.5</c:v>
                </c:pt>
                <c:pt idx="1271">
                  <c:v>318</c:v>
                </c:pt>
                <c:pt idx="1272">
                  <c:v>318</c:v>
                </c:pt>
                <c:pt idx="1273">
                  <c:v>318.5</c:v>
                </c:pt>
                <c:pt idx="1274">
                  <c:v>318.5</c:v>
                </c:pt>
                <c:pt idx="1275">
                  <c:v>319</c:v>
                </c:pt>
                <c:pt idx="1276">
                  <c:v>319</c:v>
                </c:pt>
                <c:pt idx="1277">
                  <c:v>319.5</c:v>
                </c:pt>
                <c:pt idx="1278">
                  <c:v>319.5</c:v>
                </c:pt>
                <c:pt idx="1279">
                  <c:v>320</c:v>
                </c:pt>
                <c:pt idx="1280">
                  <c:v>320</c:v>
                </c:pt>
                <c:pt idx="1281">
                  <c:v>320.5</c:v>
                </c:pt>
                <c:pt idx="1282">
                  <c:v>320.5</c:v>
                </c:pt>
                <c:pt idx="1283">
                  <c:v>321</c:v>
                </c:pt>
                <c:pt idx="1284">
                  <c:v>321</c:v>
                </c:pt>
                <c:pt idx="1285">
                  <c:v>321.5</c:v>
                </c:pt>
                <c:pt idx="1286">
                  <c:v>321.5</c:v>
                </c:pt>
                <c:pt idx="1287">
                  <c:v>322</c:v>
                </c:pt>
                <c:pt idx="1288">
                  <c:v>322</c:v>
                </c:pt>
                <c:pt idx="1289">
                  <c:v>322.5</c:v>
                </c:pt>
                <c:pt idx="1290">
                  <c:v>322.5</c:v>
                </c:pt>
                <c:pt idx="1291">
                  <c:v>323</c:v>
                </c:pt>
                <c:pt idx="1292">
                  <c:v>323</c:v>
                </c:pt>
                <c:pt idx="1293">
                  <c:v>323.5</c:v>
                </c:pt>
                <c:pt idx="1294">
                  <c:v>323.5</c:v>
                </c:pt>
                <c:pt idx="1295">
                  <c:v>324</c:v>
                </c:pt>
                <c:pt idx="1296">
                  <c:v>324</c:v>
                </c:pt>
                <c:pt idx="1297">
                  <c:v>324.5</c:v>
                </c:pt>
                <c:pt idx="1298">
                  <c:v>324.5</c:v>
                </c:pt>
                <c:pt idx="1299">
                  <c:v>325</c:v>
                </c:pt>
                <c:pt idx="1300">
                  <c:v>325</c:v>
                </c:pt>
                <c:pt idx="1301">
                  <c:v>325.5</c:v>
                </c:pt>
                <c:pt idx="1302">
                  <c:v>325.5</c:v>
                </c:pt>
                <c:pt idx="1303">
                  <c:v>326</c:v>
                </c:pt>
                <c:pt idx="1304">
                  <c:v>326</c:v>
                </c:pt>
                <c:pt idx="1305">
                  <c:v>326.5</c:v>
                </c:pt>
                <c:pt idx="1306">
                  <c:v>326.5</c:v>
                </c:pt>
                <c:pt idx="1307">
                  <c:v>327</c:v>
                </c:pt>
                <c:pt idx="1308">
                  <c:v>327</c:v>
                </c:pt>
                <c:pt idx="1309">
                  <c:v>327.5</c:v>
                </c:pt>
                <c:pt idx="1310">
                  <c:v>327.5</c:v>
                </c:pt>
                <c:pt idx="1311">
                  <c:v>328</c:v>
                </c:pt>
                <c:pt idx="1312">
                  <c:v>328</c:v>
                </c:pt>
                <c:pt idx="1313">
                  <c:v>328.5</c:v>
                </c:pt>
                <c:pt idx="1314">
                  <c:v>328.5</c:v>
                </c:pt>
                <c:pt idx="1315">
                  <c:v>329</c:v>
                </c:pt>
                <c:pt idx="1316">
                  <c:v>329</c:v>
                </c:pt>
                <c:pt idx="1317">
                  <c:v>329.5</c:v>
                </c:pt>
                <c:pt idx="1318">
                  <c:v>329.5</c:v>
                </c:pt>
                <c:pt idx="1319">
                  <c:v>330</c:v>
                </c:pt>
                <c:pt idx="1320">
                  <c:v>330</c:v>
                </c:pt>
                <c:pt idx="1321">
                  <c:v>330.5</c:v>
                </c:pt>
                <c:pt idx="1322">
                  <c:v>330.5</c:v>
                </c:pt>
                <c:pt idx="1323">
                  <c:v>331</c:v>
                </c:pt>
                <c:pt idx="1324">
                  <c:v>331</c:v>
                </c:pt>
                <c:pt idx="1325">
                  <c:v>331.5</c:v>
                </c:pt>
                <c:pt idx="1326">
                  <c:v>331.5</c:v>
                </c:pt>
                <c:pt idx="1327">
                  <c:v>332</c:v>
                </c:pt>
                <c:pt idx="1328">
                  <c:v>332</c:v>
                </c:pt>
                <c:pt idx="1329">
                  <c:v>332.5</c:v>
                </c:pt>
                <c:pt idx="1330">
                  <c:v>332.5</c:v>
                </c:pt>
                <c:pt idx="1331">
                  <c:v>333</c:v>
                </c:pt>
                <c:pt idx="1332">
                  <c:v>333</c:v>
                </c:pt>
                <c:pt idx="1333">
                  <c:v>333.5</c:v>
                </c:pt>
                <c:pt idx="1334">
                  <c:v>333.5</c:v>
                </c:pt>
                <c:pt idx="1335">
                  <c:v>334</c:v>
                </c:pt>
                <c:pt idx="1336">
                  <c:v>334</c:v>
                </c:pt>
                <c:pt idx="1337">
                  <c:v>334.5</c:v>
                </c:pt>
                <c:pt idx="1338">
                  <c:v>334.5</c:v>
                </c:pt>
                <c:pt idx="1339">
                  <c:v>335</c:v>
                </c:pt>
                <c:pt idx="1340">
                  <c:v>335</c:v>
                </c:pt>
                <c:pt idx="1341">
                  <c:v>335.5</c:v>
                </c:pt>
                <c:pt idx="1342">
                  <c:v>335.5</c:v>
                </c:pt>
                <c:pt idx="1343">
                  <c:v>336</c:v>
                </c:pt>
                <c:pt idx="1344">
                  <c:v>336</c:v>
                </c:pt>
                <c:pt idx="1345">
                  <c:v>336.5</c:v>
                </c:pt>
                <c:pt idx="1346">
                  <c:v>336.5</c:v>
                </c:pt>
                <c:pt idx="1347">
                  <c:v>337</c:v>
                </c:pt>
                <c:pt idx="1348">
                  <c:v>337</c:v>
                </c:pt>
                <c:pt idx="1349">
                  <c:v>337.5</c:v>
                </c:pt>
                <c:pt idx="1350">
                  <c:v>337.5</c:v>
                </c:pt>
                <c:pt idx="1351">
                  <c:v>338</c:v>
                </c:pt>
                <c:pt idx="1352">
                  <c:v>338</c:v>
                </c:pt>
                <c:pt idx="1353">
                  <c:v>338.5</c:v>
                </c:pt>
                <c:pt idx="1354">
                  <c:v>338.5</c:v>
                </c:pt>
                <c:pt idx="1355">
                  <c:v>339</c:v>
                </c:pt>
                <c:pt idx="1356">
                  <c:v>339</c:v>
                </c:pt>
                <c:pt idx="1357">
                  <c:v>339.5</c:v>
                </c:pt>
                <c:pt idx="1358">
                  <c:v>339.5</c:v>
                </c:pt>
                <c:pt idx="1359">
                  <c:v>340</c:v>
                </c:pt>
                <c:pt idx="1360">
                  <c:v>340</c:v>
                </c:pt>
                <c:pt idx="1361">
                  <c:v>340.5</c:v>
                </c:pt>
                <c:pt idx="1362">
                  <c:v>340.5</c:v>
                </c:pt>
                <c:pt idx="1363">
                  <c:v>341</c:v>
                </c:pt>
                <c:pt idx="1364">
                  <c:v>341</c:v>
                </c:pt>
                <c:pt idx="1365">
                  <c:v>341.5</c:v>
                </c:pt>
                <c:pt idx="1366">
                  <c:v>341.5</c:v>
                </c:pt>
                <c:pt idx="1367">
                  <c:v>342</c:v>
                </c:pt>
                <c:pt idx="1368">
                  <c:v>342</c:v>
                </c:pt>
                <c:pt idx="1369">
                  <c:v>342.5</c:v>
                </c:pt>
                <c:pt idx="1370">
                  <c:v>342.5</c:v>
                </c:pt>
                <c:pt idx="1371">
                  <c:v>343</c:v>
                </c:pt>
                <c:pt idx="1372">
                  <c:v>343</c:v>
                </c:pt>
                <c:pt idx="1373">
                  <c:v>343.5</c:v>
                </c:pt>
                <c:pt idx="1374">
                  <c:v>343.5</c:v>
                </c:pt>
                <c:pt idx="1375">
                  <c:v>344</c:v>
                </c:pt>
                <c:pt idx="1376">
                  <c:v>344</c:v>
                </c:pt>
                <c:pt idx="1377">
                  <c:v>344.5</c:v>
                </c:pt>
                <c:pt idx="1378">
                  <c:v>344.5</c:v>
                </c:pt>
                <c:pt idx="1379">
                  <c:v>345</c:v>
                </c:pt>
                <c:pt idx="1380">
                  <c:v>345</c:v>
                </c:pt>
                <c:pt idx="1381">
                  <c:v>345.5</c:v>
                </c:pt>
                <c:pt idx="1382">
                  <c:v>345.5</c:v>
                </c:pt>
                <c:pt idx="1383">
                  <c:v>346</c:v>
                </c:pt>
                <c:pt idx="1384">
                  <c:v>346</c:v>
                </c:pt>
                <c:pt idx="1385">
                  <c:v>346.5</c:v>
                </c:pt>
                <c:pt idx="1386">
                  <c:v>346.5</c:v>
                </c:pt>
                <c:pt idx="1387">
                  <c:v>347</c:v>
                </c:pt>
                <c:pt idx="1388">
                  <c:v>347</c:v>
                </c:pt>
                <c:pt idx="1389">
                  <c:v>347.5</c:v>
                </c:pt>
                <c:pt idx="1390">
                  <c:v>347.5</c:v>
                </c:pt>
                <c:pt idx="1391">
                  <c:v>348</c:v>
                </c:pt>
                <c:pt idx="1392">
                  <c:v>348</c:v>
                </c:pt>
                <c:pt idx="1393">
                  <c:v>348.5</c:v>
                </c:pt>
                <c:pt idx="1394">
                  <c:v>348.5</c:v>
                </c:pt>
                <c:pt idx="1395">
                  <c:v>349</c:v>
                </c:pt>
                <c:pt idx="1396">
                  <c:v>349</c:v>
                </c:pt>
                <c:pt idx="1397">
                  <c:v>349.5</c:v>
                </c:pt>
                <c:pt idx="1398">
                  <c:v>349.5</c:v>
                </c:pt>
                <c:pt idx="1399">
                  <c:v>350</c:v>
                </c:pt>
                <c:pt idx="1400">
                  <c:v>350</c:v>
                </c:pt>
                <c:pt idx="1401">
                  <c:v>350.5</c:v>
                </c:pt>
                <c:pt idx="1402">
                  <c:v>350.5</c:v>
                </c:pt>
                <c:pt idx="1403">
                  <c:v>351</c:v>
                </c:pt>
                <c:pt idx="1404">
                  <c:v>351</c:v>
                </c:pt>
                <c:pt idx="1405">
                  <c:v>351.5</c:v>
                </c:pt>
                <c:pt idx="1406">
                  <c:v>351.5</c:v>
                </c:pt>
                <c:pt idx="1407">
                  <c:v>352</c:v>
                </c:pt>
                <c:pt idx="1408">
                  <c:v>352</c:v>
                </c:pt>
                <c:pt idx="1409">
                  <c:v>352.5</c:v>
                </c:pt>
                <c:pt idx="1410">
                  <c:v>352.5</c:v>
                </c:pt>
                <c:pt idx="1411">
                  <c:v>353</c:v>
                </c:pt>
                <c:pt idx="1412">
                  <c:v>353</c:v>
                </c:pt>
                <c:pt idx="1413">
                  <c:v>353.5</c:v>
                </c:pt>
                <c:pt idx="1414">
                  <c:v>353.5</c:v>
                </c:pt>
                <c:pt idx="1415">
                  <c:v>354</c:v>
                </c:pt>
                <c:pt idx="1416">
                  <c:v>354</c:v>
                </c:pt>
                <c:pt idx="1417">
                  <c:v>354.5</c:v>
                </c:pt>
                <c:pt idx="1418">
                  <c:v>354.5</c:v>
                </c:pt>
                <c:pt idx="1419">
                  <c:v>355</c:v>
                </c:pt>
                <c:pt idx="1420">
                  <c:v>355</c:v>
                </c:pt>
                <c:pt idx="1421">
                  <c:v>355.5</c:v>
                </c:pt>
                <c:pt idx="1422">
                  <c:v>355.5</c:v>
                </c:pt>
                <c:pt idx="1423">
                  <c:v>356</c:v>
                </c:pt>
                <c:pt idx="1424">
                  <c:v>356</c:v>
                </c:pt>
                <c:pt idx="1425">
                  <c:v>356.5</c:v>
                </c:pt>
                <c:pt idx="1426">
                  <c:v>356.5</c:v>
                </c:pt>
                <c:pt idx="1427">
                  <c:v>357</c:v>
                </c:pt>
                <c:pt idx="1428">
                  <c:v>357</c:v>
                </c:pt>
                <c:pt idx="1429">
                  <c:v>357.5</c:v>
                </c:pt>
                <c:pt idx="1430">
                  <c:v>357.5</c:v>
                </c:pt>
                <c:pt idx="1431">
                  <c:v>358</c:v>
                </c:pt>
                <c:pt idx="1432">
                  <c:v>358</c:v>
                </c:pt>
                <c:pt idx="1433">
                  <c:v>358.5</c:v>
                </c:pt>
                <c:pt idx="1434">
                  <c:v>358.5</c:v>
                </c:pt>
                <c:pt idx="1435">
                  <c:v>359</c:v>
                </c:pt>
                <c:pt idx="1436">
                  <c:v>359</c:v>
                </c:pt>
                <c:pt idx="1437">
                  <c:v>359.5</c:v>
                </c:pt>
                <c:pt idx="1438">
                  <c:v>359.5</c:v>
                </c:pt>
                <c:pt idx="1439">
                  <c:v>360</c:v>
                </c:pt>
                <c:pt idx="1440">
                  <c:v>360</c:v>
                </c:pt>
                <c:pt idx="1441">
                  <c:v>360.5</c:v>
                </c:pt>
                <c:pt idx="1442">
                  <c:v>360.5</c:v>
                </c:pt>
                <c:pt idx="1443">
                  <c:v>361</c:v>
                </c:pt>
                <c:pt idx="1444">
                  <c:v>361</c:v>
                </c:pt>
                <c:pt idx="1445">
                  <c:v>361.5</c:v>
                </c:pt>
                <c:pt idx="1446">
                  <c:v>361.5</c:v>
                </c:pt>
                <c:pt idx="1447">
                  <c:v>362</c:v>
                </c:pt>
                <c:pt idx="1448">
                  <c:v>362</c:v>
                </c:pt>
                <c:pt idx="1449">
                  <c:v>362.5</c:v>
                </c:pt>
                <c:pt idx="1450">
                  <c:v>362.5</c:v>
                </c:pt>
                <c:pt idx="1451">
                  <c:v>363</c:v>
                </c:pt>
                <c:pt idx="1452">
                  <c:v>363</c:v>
                </c:pt>
                <c:pt idx="1453">
                  <c:v>363.5</c:v>
                </c:pt>
                <c:pt idx="1454">
                  <c:v>363.5</c:v>
                </c:pt>
                <c:pt idx="1455">
                  <c:v>364</c:v>
                </c:pt>
                <c:pt idx="1456">
                  <c:v>364</c:v>
                </c:pt>
                <c:pt idx="1457">
                  <c:v>364.5</c:v>
                </c:pt>
                <c:pt idx="1458">
                  <c:v>364.5</c:v>
                </c:pt>
                <c:pt idx="1459">
                  <c:v>365</c:v>
                </c:pt>
                <c:pt idx="1460">
                  <c:v>365</c:v>
                </c:pt>
                <c:pt idx="1461">
                  <c:v>365.5</c:v>
                </c:pt>
                <c:pt idx="1462">
                  <c:v>365.5</c:v>
                </c:pt>
                <c:pt idx="1463">
                  <c:v>366</c:v>
                </c:pt>
                <c:pt idx="1464">
                  <c:v>366</c:v>
                </c:pt>
                <c:pt idx="1465">
                  <c:v>366.5</c:v>
                </c:pt>
                <c:pt idx="1466">
                  <c:v>366.5</c:v>
                </c:pt>
                <c:pt idx="1467">
                  <c:v>367</c:v>
                </c:pt>
                <c:pt idx="1468">
                  <c:v>367</c:v>
                </c:pt>
                <c:pt idx="1469">
                  <c:v>367.5</c:v>
                </c:pt>
                <c:pt idx="1470">
                  <c:v>367.5</c:v>
                </c:pt>
                <c:pt idx="1471">
                  <c:v>368</c:v>
                </c:pt>
                <c:pt idx="1472">
                  <c:v>368</c:v>
                </c:pt>
                <c:pt idx="1473">
                  <c:v>368.5</c:v>
                </c:pt>
                <c:pt idx="1474">
                  <c:v>368.5</c:v>
                </c:pt>
                <c:pt idx="1475">
                  <c:v>369</c:v>
                </c:pt>
                <c:pt idx="1476">
                  <c:v>369</c:v>
                </c:pt>
                <c:pt idx="1477">
                  <c:v>369.5</c:v>
                </c:pt>
                <c:pt idx="1478">
                  <c:v>369.5</c:v>
                </c:pt>
                <c:pt idx="1479">
                  <c:v>370</c:v>
                </c:pt>
                <c:pt idx="1480">
                  <c:v>370</c:v>
                </c:pt>
                <c:pt idx="1481">
                  <c:v>370.5</c:v>
                </c:pt>
                <c:pt idx="1482">
                  <c:v>370.5</c:v>
                </c:pt>
                <c:pt idx="1483">
                  <c:v>371</c:v>
                </c:pt>
                <c:pt idx="1484">
                  <c:v>371</c:v>
                </c:pt>
                <c:pt idx="1485">
                  <c:v>371.5</c:v>
                </c:pt>
                <c:pt idx="1486">
                  <c:v>371.5</c:v>
                </c:pt>
                <c:pt idx="1487">
                  <c:v>372</c:v>
                </c:pt>
                <c:pt idx="1488">
                  <c:v>372</c:v>
                </c:pt>
                <c:pt idx="1489">
                  <c:v>372.5</c:v>
                </c:pt>
                <c:pt idx="1490">
                  <c:v>372.5</c:v>
                </c:pt>
                <c:pt idx="1491">
                  <c:v>373</c:v>
                </c:pt>
                <c:pt idx="1492">
                  <c:v>373</c:v>
                </c:pt>
                <c:pt idx="1493">
                  <c:v>373.5</c:v>
                </c:pt>
                <c:pt idx="1494">
                  <c:v>373.5</c:v>
                </c:pt>
                <c:pt idx="1495">
                  <c:v>374</c:v>
                </c:pt>
                <c:pt idx="1496">
                  <c:v>374</c:v>
                </c:pt>
                <c:pt idx="1497">
                  <c:v>374.5</c:v>
                </c:pt>
                <c:pt idx="1498">
                  <c:v>374.5</c:v>
                </c:pt>
                <c:pt idx="1499">
                  <c:v>375</c:v>
                </c:pt>
                <c:pt idx="1500">
                  <c:v>375</c:v>
                </c:pt>
                <c:pt idx="1501">
                  <c:v>375.5</c:v>
                </c:pt>
                <c:pt idx="1502">
                  <c:v>375.5</c:v>
                </c:pt>
                <c:pt idx="1503">
                  <c:v>376</c:v>
                </c:pt>
                <c:pt idx="1504">
                  <c:v>376</c:v>
                </c:pt>
                <c:pt idx="1505">
                  <c:v>376.5</c:v>
                </c:pt>
                <c:pt idx="1506">
                  <c:v>376.5</c:v>
                </c:pt>
                <c:pt idx="1507">
                  <c:v>377</c:v>
                </c:pt>
                <c:pt idx="1508">
                  <c:v>377</c:v>
                </c:pt>
                <c:pt idx="1509">
                  <c:v>377.5</c:v>
                </c:pt>
                <c:pt idx="1510">
                  <c:v>377.5</c:v>
                </c:pt>
                <c:pt idx="1511">
                  <c:v>378</c:v>
                </c:pt>
                <c:pt idx="1512">
                  <c:v>378</c:v>
                </c:pt>
                <c:pt idx="1513">
                  <c:v>378.5</c:v>
                </c:pt>
                <c:pt idx="1514">
                  <c:v>378.5</c:v>
                </c:pt>
                <c:pt idx="1515">
                  <c:v>379</c:v>
                </c:pt>
                <c:pt idx="1516">
                  <c:v>379</c:v>
                </c:pt>
                <c:pt idx="1517">
                  <c:v>379.5</c:v>
                </c:pt>
                <c:pt idx="1518">
                  <c:v>379.5</c:v>
                </c:pt>
                <c:pt idx="1519">
                  <c:v>380</c:v>
                </c:pt>
                <c:pt idx="1520">
                  <c:v>380</c:v>
                </c:pt>
                <c:pt idx="1521">
                  <c:v>380.5</c:v>
                </c:pt>
                <c:pt idx="1522">
                  <c:v>380.5</c:v>
                </c:pt>
                <c:pt idx="1523">
                  <c:v>381</c:v>
                </c:pt>
                <c:pt idx="1524">
                  <c:v>381</c:v>
                </c:pt>
                <c:pt idx="1525">
                  <c:v>381.5</c:v>
                </c:pt>
                <c:pt idx="1526">
                  <c:v>381.5</c:v>
                </c:pt>
                <c:pt idx="1527">
                  <c:v>382</c:v>
                </c:pt>
                <c:pt idx="1528">
                  <c:v>382</c:v>
                </c:pt>
                <c:pt idx="1529">
                  <c:v>382.5</c:v>
                </c:pt>
                <c:pt idx="1530">
                  <c:v>382.5</c:v>
                </c:pt>
                <c:pt idx="1531">
                  <c:v>383</c:v>
                </c:pt>
                <c:pt idx="1532">
                  <c:v>383</c:v>
                </c:pt>
                <c:pt idx="1533">
                  <c:v>383.5</c:v>
                </c:pt>
                <c:pt idx="1534">
                  <c:v>383.5</c:v>
                </c:pt>
                <c:pt idx="1535">
                  <c:v>384</c:v>
                </c:pt>
                <c:pt idx="1536">
                  <c:v>384</c:v>
                </c:pt>
                <c:pt idx="1537">
                  <c:v>384.5</c:v>
                </c:pt>
                <c:pt idx="1538">
                  <c:v>384.5</c:v>
                </c:pt>
                <c:pt idx="1539">
                  <c:v>385</c:v>
                </c:pt>
                <c:pt idx="1540">
                  <c:v>385</c:v>
                </c:pt>
                <c:pt idx="1541">
                  <c:v>385.5</c:v>
                </c:pt>
                <c:pt idx="1542">
                  <c:v>385.5</c:v>
                </c:pt>
                <c:pt idx="1543">
                  <c:v>386</c:v>
                </c:pt>
                <c:pt idx="1544">
                  <c:v>386</c:v>
                </c:pt>
                <c:pt idx="1545">
                  <c:v>386.5</c:v>
                </c:pt>
                <c:pt idx="1546">
                  <c:v>386.5</c:v>
                </c:pt>
                <c:pt idx="1547">
                  <c:v>387</c:v>
                </c:pt>
                <c:pt idx="1548">
                  <c:v>387</c:v>
                </c:pt>
                <c:pt idx="1549">
                  <c:v>387.5</c:v>
                </c:pt>
                <c:pt idx="1550">
                  <c:v>387.5</c:v>
                </c:pt>
                <c:pt idx="1551">
                  <c:v>388</c:v>
                </c:pt>
                <c:pt idx="1552">
                  <c:v>388</c:v>
                </c:pt>
                <c:pt idx="1553">
                  <c:v>388.5</c:v>
                </c:pt>
                <c:pt idx="1554">
                  <c:v>388.5</c:v>
                </c:pt>
                <c:pt idx="1555">
                  <c:v>389</c:v>
                </c:pt>
                <c:pt idx="1556">
                  <c:v>389</c:v>
                </c:pt>
                <c:pt idx="1557">
                  <c:v>389.5</c:v>
                </c:pt>
                <c:pt idx="1558">
                  <c:v>389.5</c:v>
                </c:pt>
                <c:pt idx="1559">
                  <c:v>390</c:v>
                </c:pt>
                <c:pt idx="1560">
                  <c:v>390</c:v>
                </c:pt>
                <c:pt idx="1561">
                  <c:v>390.5</c:v>
                </c:pt>
                <c:pt idx="1562">
                  <c:v>390.5</c:v>
                </c:pt>
                <c:pt idx="1563">
                  <c:v>391</c:v>
                </c:pt>
                <c:pt idx="1564">
                  <c:v>391</c:v>
                </c:pt>
                <c:pt idx="1565">
                  <c:v>391.5</c:v>
                </c:pt>
                <c:pt idx="1566">
                  <c:v>391.5</c:v>
                </c:pt>
                <c:pt idx="1567">
                  <c:v>392</c:v>
                </c:pt>
                <c:pt idx="1568">
                  <c:v>392</c:v>
                </c:pt>
                <c:pt idx="1569">
                  <c:v>392.5</c:v>
                </c:pt>
                <c:pt idx="1570">
                  <c:v>392.5</c:v>
                </c:pt>
                <c:pt idx="1571">
                  <c:v>393</c:v>
                </c:pt>
                <c:pt idx="1572">
                  <c:v>393</c:v>
                </c:pt>
                <c:pt idx="1573">
                  <c:v>393.5</c:v>
                </c:pt>
                <c:pt idx="1574">
                  <c:v>393.5</c:v>
                </c:pt>
                <c:pt idx="1575">
                  <c:v>394</c:v>
                </c:pt>
                <c:pt idx="1576">
                  <c:v>394</c:v>
                </c:pt>
                <c:pt idx="1577">
                  <c:v>394.5</c:v>
                </c:pt>
                <c:pt idx="1578">
                  <c:v>394.5</c:v>
                </c:pt>
                <c:pt idx="1579">
                  <c:v>395</c:v>
                </c:pt>
                <c:pt idx="1580">
                  <c:v>395</c:v>
                </c:pt>
                <c:pt idx="1581">
                  <c:v>395.5</c:v>
                </c:pt>
                <c:pt idx="1582">
                  <c:v>395.5</c:v>
                </c:pt>
                <c:pt idx="1583">
                  <c:v>396</c:v>
                </c:pt>
                <c:pt idx="1584">
                  <c:v>396</c:v>
                </c:pt>
                <c:pt idx="1585">
                  <c:v>396.5</c:v>
                </c:pt>
                <c:pt idx="1586">
                  <c:v>396.5</c:v>
                </c:pt>
                <c:pt idx="1587">
                  <c:v>397</c:v>
                </c:pt>
                <c:pt idx="1588">
                  <c:v>397</c:v>
                </c:pt>
                <c:pt idx="1589">
                  <c:v>397.5</c:v>
                </c:pt>
                <c:pt idx="1590">
                  <c:v>397.5</c:v>
                </c:pt>
                <c:pt idx="1591">
                  <c:v>398</c:v>
                </c:pt>
                <c:pt idx="1592">
                  <c:v>398</c:v>
                </c:pt>
                <c:pt idx="1593">
                  <c:v>398.5</c:v>
                </c:pt>
                <c:pt idx="1594">
                  <c:v>398.5</c:v>
                </c:pt>
                <c:pt idx="1595">
                  <c:v>399</c:v>
                </c:pt>
                <c:pt idx="1596">
                  <c:v>399</c:v>
                </c:pt>
                <c:pt idx="1597">
                  <c:v>399.5</c:v>
                </c:pt>
                <c:pt idx="1598">
                  <c:v>399.5</c:v>
                </c:pt>
                <c:pt idx="1599">
                  <c:v>400</c:v>
                </c:pt>
                <c:pt idx="1600">
                  <c:v>400</c:v>
                </c:pt>
                <c:pt idx="1601">
                  <c:v>400.5</c:v>
                </c:pt>
                <c:pt idx="1602">
                  <c:v>400.5</c:v>
                </c:pt>
                <c:pt idx="1603">
                  <c:v>401</c:v>
                </c:pt>
                <c:pt idx="1604">
                  <c:v>401</c:v>
                </c:pt>
                <c:pt idx="1605">
                  <c:v>401.5</c:v>
                </c:pt>
                <c:pt idx="1606">
                  <c:v>401.5</c:v>
                </c:pt>
                <c:pt idx="1607">
                  <c:v>402</c:v>
                </c:pt>
                <c:pt idx="1608">
                  <c:v>402</c:v>
                </c:pt>
                <c:pt idx="1609">
                  <c:v>402.5</c:v>
                </c:pt>
                <c:pt idx="1610">
                  <c:v>402.5</c:v>
                </c:pt>
                <c:pt idx="1611">
                  <c:v>403</c:v>
                </c:pt>
                <c:pt idx="1612">
                  <c:v>403</c:v>
                </c:pt>
                <c:pt idx="1613">
                  <c:v>403.5</c:v>
                </c:pt>
                <c:pt idx="1614">
                  <c:v>403.5</c:v>
                </c:pt>
                <c:pt idx="1615">
                  <c:v>404</c:v>
                </c:pt>
                <c:pt idx="1616">
                  <c:v>404</c:v>
                </c:pt>
                <c:pt idx="1617">
                  <c:v>404.5</c:v>
                </c:pt>
                <c:pt idx="1618">
                  <c:v>404.5</c:v>
                </c:pt>
                <c:pt idx="1619">
                  <c:v>405</c:v>
                </c:pt>
                <c:pt idx="1620">
                  <c:v>405</c:v>
                </c:pt>
                <c:pt idx="1621">
                  <c:v>405.5</c:v>
                </c:pt>
                <c:pt idx="1622">
                  <c:v>405.5</c:v>
                </c:pt>
                <c:pt idx="1623">
                  <c:v>406</c:v>
                </c:pt>
                <c:pt idx="1624">
                  <c:v>406</c:v>
                </c:pt>
                <c:pt idx="1625">
                  <c:v>406.5</c:v>
                </c:pt>
                <c:pt idx="1626">
                  <c:v>406.5</c:v>
                </c:pt>
                <c:pt idx="1627">
                  <c:v>407</c:v>
                </c:pt>
                <c:pt idx="1628">
                  <c:v>407</c:v>
                </c:pt>
                <c:pt idx="1629">
                  <c:v>407.5</c:v>
                </c:pt>
                <c:pt idx="1630">
                  <c:v>407.5</c:v>
                </c:pt>
                <c:pt idx="1631">
                  <c:v>408</c:v>
                </c:pt>
                <c:pt idx="1632">
                  <c:v>408</c:v>
                </c:pt>
                <c:pt idx="1633">
                  <c:v>408.5</c:v>
                </c:pt>
                <c:pt idx="1634">
                  <c:v>408.5</c:v>
                </c:pt>
                <c:pt idx="1635">
                  <c:v>409</c:v>
                </c:pt>
                <c:pt idx="1636">
                  <c:v>409</c:v>
                </c:pt>
                <c:pt idx="1637">
                  <c:v>409.5</c:v>
                </c:pt>
                <c:pt idx="1638">
                  <c:v>409.5</c:v>
                </c:pt>
                <c:pt idx="1639">
                  <c:v>410</c:v>
                </c:pt>
                <c:pt idx="1640">
                  <c:v>410</c:v>
                </c:pt>
                <c:pt idx="1641">
                  <c:v>410.5</c:v>
                </c:pt>
                <c:pt idx="1642">
                  <c:v>410.5</c:v>
                </c:pt>
                <c:pt idx="1643">
                  <c:v>411</c:v>
                </c:pt>
                <c:pt idx="1644">
                  <c:v>411</c:v>
                </c:pt>
                <c:pt idx="1645">
                  <c:v>411.5</c:v>
                </c:pt>
                <c:pt idx="1646">
                  <c:v>411.5</c:v>
                </c:pt>
                <c:pt idx="1647">
                  <c:v>412</c:v>
                </c:pt>
                <c:pt idx="1648">
                  <c:v>412</c:v>
                </c:pt>
                <c:pt idx="1649">
                  <c:v>412.5</c:v>
                </c:pt>
                <c:pt idx="1650">
                  <c:v>412.5</c:v>
                </c:pt>
                <c:pt idx="1651">
                  <c:v>413</c:v>
                </c:pt>
                <c:pt idx="1652">
                  <c:v>413</c:v>
                </c:pt>
                <c:pt idx="1653">
                  <c:v>413.5</c:v>
                </c:pt>
                <c:pt idx="1654">
                  <c:v>413.5</c:v>
                </c:pt>
                <c:pt idx="1655">
                  <c:v>414</c:v>
                </c:pt>
                <c:pt idx="1656">
                  <c:v>414</c:v>
                </c:pt>
                <c:pt idx="1657">
                  <c:v>414.5</c:v>
                </c:pt>
                <c:pt idx="1658">
                  <c:v>414.5</c:v>
                </c:pt>
                <c:pt idx="1659">
                  <c:v>415</c:v>
                </c:pt>
                <c:pt idx="1660">
                  <c:v>415</c:v>
                </c:pt>
                <c:pt idx="1661">
                  <c:v>415.5</c:v>
                </c:pt>
                <c:pt idx="1662">
                  <c:v>415.5</c:v>
                </c:pt>
                <c:pt idx="1663">
                  <c:v>416</c:v>
                </c:pt>
                <c:pt idx="1664">
                  <c:v>416</c:v>
                </c:pt>
                <c:pt idx="1665">
                  <c:v>416.5</c:v>
                </c:pt>
                <c:pt idx="1666">
                  <c:v>416.5</c:v>
                </c:pt>
                <c:pt idx="1667">
                  <c:v>417</c:v>
                </c:pt>
                <c:pt idx="1668">
                  <c:v>417</c:v>
                </c:pt>
                <c:pt idx="1669">
                  <c:v>417.5</c:v>
                </c:pt>
                <c:pt idx="1670">
                  <c:v>417.5</c:v>
                </c:pt>
                <c:pt idx="1671">
                  <c:v>418</c:v>
                </c:pt>
                <c:pt idx="1672">
                  <c:v>418</c:v>
                </c:pt>
                <c:pt idx="1673">
                  <c:v>418.5</c:v>
                </c:pt>
                <c:pt idx="1674">
                  <c:v>418.5</c:v>
                </c:pt>
                <c:pt idx="1675">
                  <c:v>419</c:v>
                </c:pt>
                <c:pt idx="1676">
                  <c:v>419</c:v>
                </c:pt>
                <c:pt idx="1677">
                  <c:v>419.5</c:v>
                </c:pt>
                <c:pt idx="1678">
                  <c:v>419.5</c:v>
                </c:pt>
                <c:pt idx="1679">
                  <c:v>420</c:v>
                </c:pt>
                <c:pt idx="1680">
                  <c:v>420</c:v>
                </c:pt>
                <c:pt idx="1681">
                  <c:v>420.5</c:v>
                </c:pt>
                <c:pt idx="1682">
                  <c:v>420.5</c:v>
                </c:pt>
                <c:pt idx="1683">
                  <c:v>421</c:v>
                </c:pt>
                <c:pt idx="1684">
                  <c:v>421</c:v>
                </c:pt>
                <c:pt idx="1685">
                  <c:v>421.5</c:v>
                </c:pt>
                <c:pt idx="1686">
                  <c:v>421.5</c:v>
                </c:pt>
                <c:pt idx="1687">
                  <c:v>422</c:v>
                </c:pt>
                <c:pt idx="1688">
                  <c:v>422</c:v>
                </c:pt>
                <c:pt idx="1689">
                  <c:v>422.5</c:v>
                </c:pt>
                <c:pt idx="1690">
                  <c:v>422.5</c:v>
                </c:pt>
                <c:pt idx="1691">
                  <c:v>423</c:v>
                </c:pt>
                <c:pt idx="1692">
                  <c:v>423</c:v>
                </c:pt>
                <c:pt idx="1693">
                  <c:v>423.5</c:v>
                </c:pt>
                <c:pt idx="1694">
                  <c:v>423.5</c:v>
                </c:pt>
                <c:pt idx="1695">
                  <c:v>424</c:v>
                </c:pt>
                <c:pt idx="1696">
                  <c:v>424</c:v>
                </c:pt>
                <c:pt idx="1697">
                  <c:v>424.5</c:v>
                </c:pt>
                <c:pt idx="1698">
                  <c:v>424.5</c:v>
                </c:pt>
                <c:pt idx="1699">
                  <c:v>425</c:v>
                </c:pt>
                <c:pt idx="1700">
                  <c:v>425</c:v>
                </c:pt>
                <c:pt idx="1701">
                  <c:v>425.5</c:v>
                </c:pt>
                <c:pt idx="1702">
                  <c:v>425.5</c:v>
                </c:pt>
                <c:pt idx="1703">
                  <c:v>426</c:v>
                </c:pt>
                <c:pt idx="1704">
                  <c:v>426</c:v>
                </c:pt>
                <c:pt idx="1705">
                  <c:v>426.5</c:v>
                </c:pt>
                <c:pt idx="1706">
                  <c:v>426.5</c:v>
                </c:pt>
                <c:pt idx="1707">
                  <c:v>427</c:v>
                </c:pt>
                <c:pt idx="1708">
                  <c:v>427</c:v>
                </c:pt>
                <c:pt idx="1709">
                  <c:v>427.5</c:v>
                </c:pt>
                <c:pt idx="1710">
                  <c:v>427.5</c:v>
                </c:pt>
                <c:pt idx="1711">
                  <c:v>428</c:v>
                </c:pt>
                <c:pt idx="1712">
                  <c:v>428</c:v>
                </c:pt>
                <c:pt idx="1713">
                  <c:v>428.5</c:v>
                </c:pt>
                <c:pt idx="1714">
                  <c:v>428.5</c:v>
                </c:pt>
                <c:pt idx="1715">
                  <c:v>429</c:v>
                </c:pt>
                <c:pt idx="1716">
                  <c:v>429</c:v>
                </c:pt>
                <c:pt idx="1717">
                  <c:v>429.5</c:v>
                </c:pt>
                <c:pt idx="1718">
                  <c:v>429.5</c:v>
                </c:pt>
                <c:pt idx="1719">
                  <c:v>430</c:v>
                </c:pt>
                <c:pt idx="1720">
                  <c:v>430</c:v>
                </c:pt>
                <c:pt idx="1721">
                  <c:v>430.5</c:v>
                </c:pt>
                <c:pt idx="1722">
                  <c:v>430.5</c:v>
                </c:pt>
                <c:pt idx="1723">
                  <c:v>431</c:v>
                </c:pt>
                <c:pt idx="1724">
                  <c:v>431</c:v>
                </c:pt>
                <c:pt idx="1725">
                  <c:v>431.5</c:v>
                </c:pt>
                <c:pt idx="1726">
                  <c:v>431.5</c:v>
                </c:pt>
                <c:pt idx="1727">
                  <c:v>432</c:v>
                </c:pt>
                <c:pt idx="1728">
                  <c:v>432</c:v>
                </c:pt>
                <c:pt idx="1729">
                  <c:v>432.5</c:v>
                </c:pt>
                <c:pt idx="1730">
                  <c:v>432.5</c:v>
                </c:pt>
                <c:pt idx="1731">
                  <c:v>433</c:v>
                </c:pt>
                <c:pt idx="1732">
                  <c:v>433</c:v>
                </c:pt>
                <c:pt idx="1733">
                  <c:v>433.5</c:v>
                </c:pt>
                <c:pt idx="1734">
                  <c:v>433.5</c:v>
                </c:pt>
                <c:pt idx="1735">
                  <c:v>434</c:v>
                </c:pt>
                <c:pt idx="1736">
                  <c:v>434</c:v>
                </c:pt>
                <c:pt idx="1737">
                  <c:v>434.5</c:v>
                </c:pt>
                <c:pt idx="1738">
                  <c:v>434.5</c:v>
                </c:pt>
                <c:pt idx="1739">
                  <c:v>435</c:v>
                </c:pt>
                <c:pt idx="1740">
                  <c:v>435</c:v>
                </c:pt>
                <c:pt idx="1741">
                  <c:v>435.5</c:v>
                </c:pt>
                <c:pt idx="1742">
                  <c:v>435.5</c:v>
                </c:pt>
                <c:pt idx="1743">
                  <c:v>436</c:v>
                </c:pt>
                <c:pt idx="1744">
                  <c:v>436</c:v>
                </c:pt>
                <c:pt idx="1745">
                  <c:v>436.5</c:v>
                </c:pt>
                <c:pt idx="1746">
                  <c:v>436.5</c:v>
                </c:pt>
                <c:pt idx="1747">
                  <c:v>437</c:v>
                </c:pt>
                <c:pt idx="1748">
                  <c:v>437</c:v>
                </c:pt>
                <c:pt idx="1749">
                  <c:v>437.5</c:v>
                </c:pt>
                <c:pt idx="1750">
                  <c:v>437.5</c:v>
                </c:pt>
                <c:pt idx="1751">
                  <c:v>438</c:v>
                </c:pt>
                <c:pt idx="1752">
                  <c:v>438</c:v>
                </c:pt>
                <c:pt idx="1753">
                  <c:v>438.5</c:v>
                </c:pt>
                <c:pt idx="1754">
                  <c:v>438.5</c:v>
                </c:pt>
                <c:pt idx="1755">
                  <c:v>439</c:v>
                </c:pt>
                <c:pt idx="1756">
                  <c:v>439</c:v>
                </c:pt>
                <c:pt idx="1757">
                  <c:v>439.5</c:v>
                </c:pt>
                <c:pt idx="1758">
                  <c:v>439.5</c:v>
                </c:pt>
                <c:pt idx="1759">
                  <c:v>440</c:v>
                </c:pt>
                <c:pt idx="1760">
                  <c:v>440</c:v>
                </c:pt>
                <c:pt idx="1761">
                  <c:v>440.5</c:v>
                </c:pt>
                <c:pt idx="1762">
                  <c:v>440.5</c:v>
                </c:pt>
                <c:pt idx="1763">
                  <c:v>441</c:v>
                </c:pt>
                <c:pt idx="1764">
                  <c:v>441</c:v>
                </c:pt>
                <c:pt idx="1765">
                  <c:v>441.5</c:v>
                </c:pt>
                <c:pt idx="1766">
                  <c:v>441.5</c:v>
                </c:pt>
                <c:pt idx="1767">
                  <c:v>442</c:v>
                </c:pt>
                <c:pt idx="1768">
                  <c:v>442</c:v>
                </c:pt>
                <c:pt idx="1769">
                  <c:v>442.5</c:v>
                </c:pt>
                <c:pt idx="1770">
                  <c:v>442.5</c:v>
                </c:pt>
                <c:pt idx="1771">
                  <c:v>443</c:v>
                </c:pt>
                <c:pt idx="1772">
                  <c:v>443</c:v>
                </c:pt>
                <c:pt idx="1773">
                  <c:v>443.5</c:v>
                </c:pt>
                <c:pt idx="1774">
                  <c:v>443.5</c:v>
                </c:pt>
                <c:pt idx="1775">
                  <c:v>444</c:v>
                </c:pt>
                <c:pt idx="1776">
                  <c:v>444</c:v>
                </c:pt>
                <c:pt idx="1777">
                  <c:v>444.5</c:v>
                </c:pt>
                <c:pt idx="1778">
                  <c:v>444.5</c:v>
                </c:pt>
                <c:pt idx="1779">
                  <c:v>445</c:v>
                </c:pt>
                <c:pt idx="1780">
                  <c:v>445</c:v>
                </c:pt>
                <c:pt idx="1781">
                  <c:v>445.5</c:v>
                </c:pt>
                <c:pt idx="1782">
                  <c:v>445.5</c:v>
                </c:pt>
                <c:pt idx="1783">
                  <c:v>446</c:v>
                </c:pt>
                <c:pt idx="1784">
                  <c:v>446</c:v>
                </c:pt>
                <c:pt idx="1785">
                  <c:v>446.5</c:v>
                </c:pt>
                <c:pt idx="1786">
                  <c:v>446.5</c:v>
                </c:pt>
                <c:pt idx="1787">
                  <c:v>447</c:v>
                </c:pt>
                <c:pt idx="1788">
                  <c:v>447</c:v>
                </c:pt>
                <c:pt idx="1789">
                  <c:v>447.5</c:v>
                </c:pt>
                <c:pt idx="1790">
                  <c:v>447.5</c:v>
                </c:pt>
                <c:pt idx="1791">
                  <c:v>448</c:v>
                </c:pt>
                <c:pt idx="1792">
                  <c:v>448</c:v>
                </c:pt>
                <c:pt idx="1793">
                  <c:v>448.5</c:v>
                </c:pt>
                <c:pt idx="1794">
                  <c:v>448.5</c:v>
                </c:pt>
                <c:pt idx="1795">
                  <c:v>449</c:v>
                </c:pt>
                <c:pt idx="1796">
                  <c:v>449</c:v>
                </c:pt>
                <c:pt idx="1797">
                  <c:v>449.5</c:v>
                </c:pt>
                <c:pt idx="1798">
                  <c:v>449.5</c:v>
                </c:pt>
                <c:pt idx="1799">
                  <c:v>450</c:v>
                </c:pt>
                <c:pt idx="1800">
                  <c:v>450</c:v>
                </c:pt>
                <c:pt idx="1801">
                  <c:v>450.5</c:v>
                </c:pt>
                <c:pt idx="1802">
                  <c:v>450.5</c:v>
                </c:pt>
                <c:pt idx="1803">
                  <c:v>451</c:v>
                </c:pt>
                <c:pt idx="1804">
                  <c:v>451</c:v>
                </c:pt>
                <c:pt idx="1805">
                  <c:v>451.5</c:v>
                </c:pt>
                <c:pt idx="1806">
                  <c:v>451.5</c:v>
                </c:pt>
                <c:pt idx="1807">
                  <c:v>452</c:v>
                </c:pt>
                <c:pt idx="1808">
                  <c:v>452</c:v>
                </c:pt>
                <c:pt idx="1809">
                  <c:v>452.5</c:v>
                </c:pt>
                <c:pt idx="1810">
                  <c:v>452.5</c:v>
                </c:pt>
                <c:pt idx="1811">
                  <c:v>453</c:v>
                </c:pt>
                <c:pt idx="1812">
                  <c:v>453</c:v>
                </c:pt>
                <c:pt idx="1813">
                  <c:v>453.5</c:v>
                </c:pt>
                <c:pt idx="1814">
                  <c:v>453.5</c:v>
                </c:pt>
                <c:pt idx="1815">
                  <c:v>454</c:v>
                </c:pt>
                <c:pt idx="1816">
                  <c:v>454</c:v>
                </c:pt>
                <c:pt idx="1817">
                  <c:v>454.5</c:v>
                </c:pt>
                <c:pt idx="1818">
                  <c:v>454.5</c:v>
                </c:pt>
                <c:pt idx="1819">
                  <c:v>455</c:v>
                </c:pt>
                <c:pt idx="1820">
                  <c:v>455</c:v>
                </c:pt>
                <c:pt idx="1821">
                  <c:v>455.5</c:v>
                </c:pt>
                <c:pt idx="1822">
                  <c:v>455.5</c:v>
                </c:pt>
                <c:pt idx="1823">
                  <c:v>456</c:v>
                </c:pt>
                <c:pt idx="1824">
                  <c:v>456</c:v>
                </c:pt>
                <c:pt idx="1825">
                  <c:v>456.5</c:v>
                </c:pt>
                <c:pt idx="1826">
                  <c:v>456.5</c:v>
                </c:pt>
                <c:pt idx="1827">
                  <c:v>457</c:v>
                </c:pt>
                <c:pt idx="1828">
                  <c:v>457</c:v>
                </c:pt>
                <c:pt idx="1829">
                  <c:v>457.5</c:v>
                </c:pt>
                <c:pt idx="1830">
                  <c:v>457.5</c:v>
                </c:pt>
                <c:pt idx="1831">
                  <c:v>458</c:v>
                </c:pt>
                <c:pt idx="1832">
                  <c:v>458</c:v>
                </c:pt>
                <c:pt idx="1833">
                  <c:v>458.5</c:v>
                </c:pt>
                <c:pt idx="1834">
                  <c:v>458.5</c:v>
                </c:pt>
                <c:pt idx="1835">
                  <c:v>459</c:v>
                </c:pt>
                <c:pt idx="1836">
                  <c:v>459</c:v>
                </c:pt>
                <c:pt idx="1837">
                  <c:v>459.5</c:v>
                </c:pt>
                <c:pt idx="1838">
                  <c:v>459.5</c:v>
                </c:pt>
                <c:pt idx="1839">
                  <c:v>460</c:v>
                </c:pt>
                <c:pt idx="1840">
                  <c:v>460</c:v>
                </c:pt>
                <c:pt idx="1841">
                  <c:v>460.5</c:v>
                </c:pt>
                <c:pt idx="1842">
                  <c:v>460.5</c:v>
                </c:pt>
                <c:pt idx="1843">
                  <c:v>461</c:v>
                </c:pt>
                <c:pt idx="1844">
                  <c:v>461</c:v>
                </c:pt>
                <c:pt idx="1845">
                  <c:v>461.5</c:v>
                </c:pt>
                <c:pt idx="1846">
                  <c:v>461.5</c:v>
                </c:pt>
                <c:pt idx="1847">
                  <c:v>462</c:v>
                </c:pt>
                <c:pt idx="1848">
                  <c:v>462</c:v>
                </c:pt>
                <c:pt idx="1849">
                  <c:v>462.5</c:v>
                </c:pt>
                <c:pt idx="1850">
                  <c:v>462.5</c:v>
                </c:pt>
                <c:pt idx="1851">
                  <c:v>463</c:v>
                </c:pt>
                <c:pt idx="1852">
                  <c:v>463</c:v>
                </c:pt>
                <c:pt idx="1853">
                  <c:v>463.5</c:v>
                </c:pt>
                <c:pt idx="1854">
                  <c:v>463.5</c:v>
                </c:pt>
                <c:pt idx="1855">
                  <c:v>464</c:v>
                </c:pt>
                <c:pt idx="1856">
                  <c:v>464</c:v>
                </c:pt>
                <c:pt idx="1857">
                  <c:v>464.5</c:v>
                </c:pt>
                <c:pt idx="1858">
                  <c:v>464.5</c:v>
                </c:pt>
                <c:pt idx="1859">
                  <c:v>465</c:v>
                </c:pt>
                <c:pt idx="1860">
                  <c:v>465</c:v>
                </c:pt>
                <c:pt idx="1861">
                  <c:v>465.5</c:v>
                </c:pt>
                <c:pt idx="1862">
                  <c:v>465.5</c:v>
                </c:pt>
                <c:pt idx="1863">
                  <c:v>466</c:v>
                </c:pt>
                <c:pt idx="1864">
                  <c:v>466</c:v>
                </c:pt>
                <c:pt idx="1865">
                  <c:v>466.5</c:v>
                </c:pt>
                <c:pt idx="1866">
                  <c:v>466.5</c:v>
                </c:pt>
                <c:pt idx="1867">
                  <c:v>467</c:v>
                </c:pt>
                <c:pt idx="1868">
                  <c:v>467</c:v>
                </c:pt>
                <c:pt idx="1869">
                  <c:v>467.5</c:v>
                </c:pt>
                <c:pt idx="1870">
                  <c:v>467.5</c:v>
                </c:pt>
                <c:pt idx="1871">
                  <c:v>468</c:v>
                </c:pt>
                <c:pt idx="1872">
                  <c:v>468</c:v>
                </c:pt>
                <c:pt idx="1873">
                  <c:v>468.5</c:v>
                </c:pt>
                <c:pt idx="1874">
                  <c:v>468.5</c:v>
                </c:pt>
                <c:pt idx="1875">
                  <c:v>469</c:v>
                </c:pt>
                <c:pt idx="1876">
                  <c:v>469</c:v>
                </c:pt>
                <c:pt idx="1877">
                  <c:v>469.5</c:v>
                </c:pt>
                <c:pt idx="1878">
                  <c:v>469.5</c:v>
                </c:pt>
                <c:pt idx="1879">
                  <c:v>470</c:v>
                </c:pt>
                <c:pt idx="1880">
                  <c:v>470</c:v>
                </c:pt>
                <c:pt idx="1881">
                  <c:v>470.5</c:v>
                </c:pt>
                <c:pt idx="1882">
                  <c:v>470.5</c:v>
                </c:pt>
                <c:pt idx="1883">
                  <c:v>471</c:v>
                </c:pt>
                <c:pt idx="1884">
                  <c:v>471</c:v>
                </c:pt>
                <c:pt idx="1885">
                  <c:v>471.5</c:v>
                </c:pt>
                <c:pt idx="1886">
                  <c:v>471.5</c:v>
                </c:pt>
                <c:pt idx="1887">
                  <c:v>472</c:v>
                </c:pt>
                <c:pt idx="1888">
                  <c:v>472</c:v>
                </c:pt>
                <c:pt idx="1889">
                  <c:v>472.5</c:v>
                </c:pt>
                <c:pt idx="1890">
                  <c:v>472.5</c:v>
                </c:pt>
                <c:pt idx="1891">
                  <c:v>473</c:v>
                </c:pt>
                <c:pt idx="1892">
                  <c:v>473</c:v>
                </c:pt>
                <c:pt idx="1893">
                  <c:v>473.5</c:v>
                </c:pt>
                <c:pt idx="1894">
                  <c:v>473.5</c:v>
                </c:pt>
                <c:pt idx="1895">
                  <c:v>474</c:v>
                </c:pt>
                <c:pt idx="1896">
                  <c:v>474</c:v>
                </c:pt>
                <c:pt idx="1897">
                  <c:v>474.5</c:v>
                </c:pt>
                <c:pt idx="1898">
                  <c:v>474.5</c:v>
                </c:pt>
                <c:pt idx="1899">
                  <c:v>475</c:v>
                </c:pt>
                <c:pt idx="1900">
                  <c:v>475</c:v>
                </c:pt>
                <c:pt idx="1901">
                  <c:v>475.5</c:v>
                </c:pt>
                <c:pt idx="1902">
                  <c:v>475.5</c:v>
                </c:pt>
                <c:pt idx="1903">
                  <c:v>476</c:v>
                </c:pt>
                <c:pt idx="1904">
                  <c:v>476</c:v>
                </c:pt>
                <c:pt idx="1905">
                  <c:v>476.5</c:v>
                </c:pt>
                <c:pt idx="1906">
                  <c:v>476.5</c:v>
                </c:pt>
                <c:pt idx="1907">
                  <c:v>477</c:v>
                </c:pt>
                <c:pt idx="1908">
                  <c:v>477</c:v>
                </c:pt>
                <c:pt idx="1909">
                  <c:v>477.5</c:v>
                </c:pt>
                <c:pt idx="1910">
                  <c:v>477.5</c:v>
                </c:pt>
                <c:pt idx="1911">
                  <c:v>478</c:v>
                </c:pt>
                <c:pt idx="1912">
                  <c:v>478</c:v>
                </c:pt>
                <c:pt idx="1913">
                  <c:v>478.5</c:v>
                </c:pt>
                <c:pt idx="1914">
                  <c:v>478.5</c:v>
                </c:pt>
                <c:pt idx="1915">
                  <c:v>479</c:v>
                </c:pt>
                <c:pt idx="1916">
                  <c:v>479</c:v>
                </c:pt>
                <c:pt idx="1917">
                  <c:v>479.5</c:v>
                </c:pt>
                <c:pt idx="1918">
                  <c:v>479.5</c:v>
                </c:pt>
                <c:pt idx="1919">
                  <c:v>480</c:v>
                </c:pt>
                <c:pt idx="1920">
                  <c:v>480</c:v>
                </c:pt>
                <c:pt idx="1921">
                  <c:v>480.5</c:v>
                </c:pt>
                <c:pt idx="1922">
                  <c:v>480.5</c:v>
                </c:pt>
                <c:pt idx="1923">
                  <c:v>481</c:v>
                </c:pt>
                <c:pt idx="1924">
                  <c:v>481</c:v>
                </c:pt>
                <c:pt idx="1925">
                  <c:v>481.5</c:v>
                </c:pt>
                <c:pt idx="1926">
                  <c:v>481.5</c:v>
                </c:pt>
                <c:pt idx="1927">
                  <c:v>482</c:v>
                </c:pt>
                <c:pt idx="1928">
                  <c:v>482</c:v>
                </c:pt>
                <c:pt idx="1929">
                  <c:v>482.5</c:v>
                </c:pt>
                <c:pt idx="1930">
                  <c:v>482.5</c:v>
                </c:pt>
                <c:pt idx="1931">
                  <c:v>483</c:v>
                </c:pt>
                <c:pt idx="1932">
                  <c:v>483</c:v>
                </c:pt>
                <c:pt idx="1933">
                  <c:v>483.5</c:v>
                </c:pt>
                <c:pt idx="1934">
                  <c:v>483.5</c:v>
                </c:pt>
                <c:pt idx="1935">
                  <c:v>484</c:v>
                </c:pt>
              </c:numCache>
            </c:numRef>
          </c:xVal>
          <c:yVal>
            <c:numRef>
              <c:f>Sheet1!$B$1940:$B$3875</c:f>
              <c:numCache>
                <c:formatCode>General</c:formatCode>
                <c:ptCount val="1936"/>
                <c:pt idx="0">
                  <c:v>-0</c:v>
                </c:pt>
                <c:pt idx="1">
                  <c:v>-0.47744865</c:v>
                </c:pt>
                <c:pt idx="2">
                  <c:v>-0.47744865</c:v>
                </c:pt>
                <c:pt idx="3">
                  <c:v>-0.95489731</c:v>
                </c:pt>
                <c:pt idx="4">
                  <c:v>-0.95489731</c:v>
                </c:pt>
                <c:pt idx="5">
                  <c:v>-1.43234596</c:v>
                </c:pt>
                <c:pt idx="6">
                  <c:v>-1.43234596</c:v>
                </c:pt>
                <c:pt idx="7">
                  <c:v>-1.90979461</c:v>
                </c:pt>
                <c:pt idx="8">
                  <c:v>-1.90979461</c:v>
                </c:pt>
                <c:pt idx="9">
                  <c:v>-2.38724327</c:v>
                </c:pt>
                <c:pt idx="10">
                  <c:v>-2.38724327</c:v>
                </c:pt>
                <c:pt idx="11">
                  <c:v>-2.86469192</c:v>
                </c:pt>
                <c:pt idx="12">
                  <c:v>-2.86469192</c:v>
                </c:pt>
                <c:pt idx="13">
                  <c:v>-3.34214058</c:v>
                </c:pt>
                <c:pt idx="14">
                  <c:v>-3.34214058</c:v>
                </c:pt>
                <c:pt idx="15">
                  <c:v>-3.81958923</c:v>
                </c:pt>
                <c:pt idx="16">
                  <c:v>-3.81958923</c:v>
                </c:pt>
                <c:pt idx="17">
                  <c:v>-4.29703788</c:v>
                </c:pt>
                <c:pt idx="18">
                  <c:v>-4.29703788</c:v>
                </c:pt>
                <c:pt idx="19">
                  <c:v>-4.77448654</c:v>
                </c:pt>
                <c:pt idx="20">
                  <c:v>-4.77448654</c:v>
                </c:pt>
                <c:pt idx="21">
                  <c:v>-5.25193519</c:v>
                </c:pt>
                <c:pt idx="22">
                  <c:v>-5.25193519</c:v>
                </c:pt>
                <c:pt idx="23">
                  <c:v>-5.72938384</c:v>
                </c:pt>
                <c:pt idx="24">
                  <c:v>-5.72938384</c:v>
                </c:pt>
                <c:pt idx="25">
                  <c:v>-6.2068325</c:v>
                </c:pt>
                <c:pt idx="26">
                  <c:v>-6.2068325</c:v>
                </c:pt>
                <c:pt idx="27">
                  <c:v>-6.68428115</c:v>
                </c:pt>
                <c:pt idx="28">
                  <c:v>-6.68428115</c:v>
                </c:pt>
                <c:pt idx="29">
                  <c:v>-7.16172981</c:v>
                </c:pt>
                <c:pt idx="30">
                  <c:v>-7.16172981</c:v>
                </c:pt>
                <c:pt idx="31">
                  <c:v>-7.63917846</c:v>
                </c:pt>
                <c:pt idx="32">
                  <c:v>-7.63917846</c:v>
                </c:pt>
                <c:pt idx="33">
                  <c:v>-8.11662711</c:v>
                </c:pt>
                <c:pt idx="34">
                  <c:v>-8.11662711</c:v>
                </c:pt>
                <c:pt idx="35">
                  <c:v>-8.59407577</c:v>
                </c:pt>
                <c:pt idx="36">
                  <c:v>-8.59407577</c:v>
                </c:pt>
                <c:pt idx="37">
                  <c:v>-9.071524419999999</c:v>
                </c:pt>
                <c:pt idx="38">
                  <c:v>-9.071524419999999</c:v>
                </c:pt>
                <c:pt idx="39">
                  <c:v>-9.548973070000001</c:v>
                </c:pt>
                <c:pt idx="40">
                  <c:v>-9.548973070000001</c:v>
                </c:pt>
                <c:pt idx="41">
                  <c:v>-10.02642173</c:v>
                </c:pt>
                <c:pt idx="42">
                  <c:v>-10.02642173</c:v>
                </c:pt>
                <c:pt idx="43">
                  <c:v>-10.50387038</c:v>
                </c:pt>
                <c:pt idx="44">
                  <c:v>-10.50387038</c:v>
                </c:pt>
                <c:pt idx="45">
                  <c:v>-10.98131904</c:v>
                </c:pt>
                <c:pt idx="46">
                  <c:v>-10.98131904</c:v>
                </c:pt>
                <c:pt idx="47">
                  <c:v>-11.45876769</c:v>
                </c:pt>
                <c:pt idx="48">
                  <c:v>-11.45876769</c:v>
                </c:pt>
                <c:pt idx="49">
                  <c:v>-11.93621634</c:v>
                </c:pt>
                <c:pt idx="50">
                  <c:v>-11.93621634</c:v>
                </c:pt>
                <c:pt idx="51">
                  <c:v>-12.413665</c:v>
                </c:pt>
                <c:pt idx="52">
                  <c:v>-12.413665</c:v>
                </c:pt>
                <c:pt idx="53">
                  <c:v>-12.89111365</c:v>
                </c:pt>
                <c:pt idx="54">
                  <c:v>-12.89111365</c:v>
                </c:pt>
                <c:pt idx="55">
                  <c:v>-13.3685623</c:v>
                </c:pt>
                <c:pt idx="56">
                  <c:v>-13.3685623</c:v>
                </c:pt>
                <c:pt idx="57">
                  <c:v>-13.84601096</c:v>
                </c:pt>
                <c:pt idx="58">
                  <c:v>-13.84601096</c:v>
                </c:pt>
                <c:pt idx="59">
                  <c:v>-14.32345961</c:v>
                </c:pt>
                <c:pt idx="60">
                  <c:v>-14.32345961</c:v>
                </c:pt>
                <c:pt idx="61">
                  <c:v>-14.80090826</c:v>
                </c:pt>
                <c:pt idx="62">
                  <c:v>-14.80090826</c:v>
                </c:pt>
                <c:pt idx="63">
                  <c:v>-15.27835692</c:v>
                </c:pt>
                <c:pt idx="64">
                  <c:v>-15.27835692</c:v>
                </c:pt>
                <c:pt idx="65">
                  <c:v>-15.75580557</c:v>
                </c:pt>
                <c:pt idx="66">
                  <c:v>-15.75580557</c:v>
                </c:pt>
                <c:pt idx="67">
                  <c:v>-16.23325423</c:v>
                </c:pt>
                <c:pt idx="68">
                  <c:v>-16.23325423</c:v>
                </c:pt>
                <c:pt idx="69">
                  <c:v>-16.71070288</c:v>
                </c:pt>
                <c:pt idx="70">
                  <c:v>-16.71070288</c:v>
                </c:pt>
                <c:pt idx="71">
                  <c:v>-17.18815153</c:v>
                </c:pt>
                <c:pt idx="72">
                  <c:v>-17.18815153</c:v>
                </c:pt>
                <c:pt idx="73">
                  <c:v>-17.66560019</c:v>
                </c:pt>
                <c:pt idx="74">
                  <c:v>-17.66560019</c:v>
                </c:pt>
                <c:pt idx="75">
                  <c:v>-18.14304884</c:v>
                </c:pt>
                <c:pt idx="76">
                  <c:v>-18.14304884</c:v>
                </c:pt>
                <c:pt idx="77">
                  <c:v>-18.62049749</c:v>
                </c:pt>
                <c:pt idx="78">
                  <c:v>-18.62049749</c:v>
                </c:pt>
                <c:pt idx="79">
                  <c:v>-19.09794615</c:v>
                </c:pt>
                <c:pt idx="80">
                  <c:v>-19.09794615</c:v>
                </c:pt>
                <c:pt idx="81">
                  <c:v>-19.5753948</c:v>
                </c:pt>
                <c:pt idx="82">
                  <c:v>-19.5753948</c:v>
                </c:pt>
                <c:pt idx="83">
                  <c:v>-20.05284346</c:v>
                </c:pt>
                <c:pt idx="84">
                  <c:v>-20.05284346</c:v>
                </c:pt>
                <c:pt idx="85">
                  <c:v>-20.53029211</c:v>
                </c:pt>
                <c:pt idx="86">
                  <c:v>-20.53029211</c:v>
                </c:pt>
                <c:pt idx="87">
                  <c:v>-21.00774076</c:v>
                </c:pt>
                <c:pt idx="88">
                  <c:v>-21.00774076</c:v>
                </c:pt>
                <c:pt idx="89">
                  <c:v>-21.48518942</c:v>
                </c:pt>
                <c:pt idx="90">
                  <c:v>-21.48518942</c:v>
                </c:pt>
                <c:pt idx="91">
                  <c:v>-21.96263807</c:v>
                </c:pt>
                <c:pt idx="92">
                  <c:v>-21.96263807</c:v>
                </c:pt>
                <c:pt idx="93">
                  <c:v>-22.44008673</c:v>
                </c:pt>
                <c:pt idx="94">
                  <c:v>-22.44008673</c:v>
                </c:pt>
                <c:pt idx="95">
                  <c:v>-22.91753538</c:v>
                </c:pt>
                <c:pt idx="96">
                  <c:v>-22.91753538</c:v>
                </c:pt>
                <c:pt idx="97">
                  <c:v>-23.39498403</c:v>
                </c:pt>
                <c:pt idx="98">
                  <c:v>-23.39498403</c:v>
                </c:pt>
                <c:pt idx="99">
                  <c:v>-23.87243269</c:v>
                </c:pt>
                <c:pt idx="100">
                  <c:v>-23.87243269</c:v>
                </c:pt>
                <c:pt idx="101">
                  <c:v>-24.34988134</c:v>
                </c:pt>
                <c:pt idx="102">
                  <c:v>-24.34988134</c:v>
                </c:pt>
                <c:pt idx="103">
                  <c:v>-24.82732999</c:v>
                </c:pt>
                <c:pt idx="104">
                  <c:v>-24.82732999</c:v>
                </c:pt>
                <c:pt idx="105">
                  <c:v>-25.30477865</c:v>
                </c:pt>
                <c:pt idx="106">
                  <c:v>-25.30477865</c:v>
                </c:pt>
                <c:pt idx="107">
                  <c:v>-25.7822273</c:v>
                </c:pt>
                <c:pt idx="108">
                  <c:v>-25.7822273</c:v>
                </c:pt>
                <c:pt idx="109">
                  <c:v>-26.25967595</c:v>
                </c:pt>
                <c:pt idx="110">
                  <c:v>-26.25967595</c:v>
                </c:pt>
                <c:pt idx="111">
                  <c:v>-26.73712461</c:v>
                </c:pt>
                <c:pt idx="112">
                  <c:v>-26.73712461</c:v>
                </c:pt>
                <c:pt idx="113">
                  <c:v>-27.21457326</c:v>
                </c:pt>
                <c:pt idx="114">
                  <c:v>-27.21457326</c:v>
                </c:pt>
                <c:pt idx="115">
                  <c:v>-27.69202191</c:v>
                </c:pt>
                <c:pt idx="116">
                  <c:v>-27.69202191</c:v>
                </c:pt>
                <c:pt idx="117">
                  <c:v>-28.16947057</c:v>
                </c:pt>
                <c:pt idx="118">
                  <c:v>-28.16947057</c:v>
                </c:pt>
                <c:pt idx="119">
                  <c:v>-28.64691922</c:v>
                </c:pt>
                <c:pt idx="120">
                  <c:v>-28.64691922</c:v>
                </c:pt>
                <c:pt idx="121">
                  <c:v>-29.12436787</c:v>
                </c:pt>
                <c:pt idx="122">
                  <c:v>-29.12436787</c:v>
                </c:pt>
                <c:pt idx="123">
                  <c:v>-29.60181652</c:v>
                </c:pt>
                <c:pt idx="124">
                  <c:v>-29.60181652</c:v>
                </c:pt>
                <c:pt idx="125">
                  <c:v>-30.07926518</c:v>
                </c:pt>
                <c:pt idx="126">
                  <c:v>-30.07926518</c:v>
                </c:pt>
                <c:pt idx="127">
                  <c:v>-30.55671383</c:v>
                </c:pt>
                <c:pt idx="128">
                  <c:v>-30.55671383</c:v>
                </c:pt>
                <c:pt idx="129">
                  <c:v>-31.03416248</c:v>
                </c:pt>
                <c:pt idx="130">
                  <c:v>-31.03416248</c:v>
                </c:pt>
                <c:pt idx="131">
                  <c:v>-31.51161114</c:v>
                </c:pt>
                <c:pt idx="132">
                  <c:v>-31.51161114</c:v>
                </c:pt>
                <c:pt idx="133">
                  <c:v>-31.98905979</c:v>
                </c:pt>
                <c:pt idx="134">
                  <c:v>-31.98905979</c:v>
                </c:pt>
                <c:pt idx="135">
                  <c:v>-32.46650845</c:v>
                </c:pt>
                <c:pt idx="136">
                  <c:v>-32.46650845</c:v>
                </c:pt>
                <c:pt idx="137">
                  <c:v>-32.9439571</c:v>
                </c:pt>
                <c:pt idx="138">
                  <c:v>-32.9439571</c:v>
                </c:pt>
                <c:pt idx="139">
                  <c:v>-33.42140575</c:v>
                </c:pt>
                <c:pt idx="140">
                  <c:v>-33.42140575</c:v>
                </c:pt>
                <c:pt idx="141">
                  <c:v>-33.89885441</c:v>
                </c:pt>
                <c:pt idx="142">
                  <c:v>-33.89885441</c:v>
                </c:pt>
                <c:pt idx="143">
                  <c:v>-34.37630306</c:v>
                </c:pt>
                <c:pt idx="144">
                  <c:v>-34.37630306</c:v>
                </c:pt>
                <c:pt idx="145">
                  <c:v>-34.85375172</c:v>
                </c:pt>
                <c:pt idx="146">
                  <c:v>-34.85375172</c:v>
                </c:pt>
                <c:pt idx="147">
                  <c:v>-35.33120037</c:v>
                </c:pt>
                <c:pt idx="148">
                  <c:v>-35.33120037</c:v>
                </c:pt>
                <c:pt idx="149">
                  <c:v>-35.80864902</c:v>
                </c:pt>
                <c:pt idx="150">
                  <c:v>-35.80864902</c:v>
                </c:pt>
                <c:pt idx="151">
                  <c:v>-36.28609768</c:v>
                </c:pt>
                <c:pt idx="152">
                  <c:v>-36.28609768</c:v>
                </c:pt>
                <c:pt idx="153">
                  <c:v>-36.76354633</c:v>
                </c:pt>
                <c:pt idx="154">
                  <c:v>-36.76354633</c:v>
                </c:pt>
                <c:pt idx="155">
                  <c:v>-37.24099499</c:v>
                </c:pt>
                <c:pt idx="156">
                  <c:v>-37.24099499</c:v>
                </c:pt>
                <c:pt idx="157">
                  <c:v>-37.71844364</c:v>
                </c:pt>
                <c:pt idx="158">
                  <c:v>-37.71844364</c:v>
                </c:pt>
                <c:pt idx="159">
                  <c:v>-38.1958923</c:v>
                </c:pt>
                <c:pt idx="160">
                  <c:v>-38.1958923</c:v>
                </c:pt>
                <c:pt idx="161">
                  <c:v>-38.67334095</c:v>
                </c:pt>
                <c:pt idx="162">
                  <c:v>-38.67334095</c:v>
                </c:pt>
                <c:pt idx="163">
                  <c:v>-39.15078961</c:v>
                </c:pt>
                <c:pt idx="164">
                  <c:v>-39.15078961</c:v>
                </c:pt>
                <c:pt idx="165">
                  <c:v>-39.62823826</c:v>
                </c:pt>
                <c:pt idx="166">
                  <c:v>-39.62823826</c:v>
                </c:pt>
                <c:pt idx="167">
                  <c:v>-40.10568692</c:v>
                </c:pt>
                <c:pt idx="168">
                  <c:v>-40.10568692</c:v>
                </c:pt>
                <c:pt idx="169">
                  <c:v>-40.58313557</c:v>
                </c:pt>
                <c:pt idx="170">
                  <c:v>-40.58313557</c:v>
                </c:pt>
                <c:pt idx="171">
                  <c:v>-41.06058423</c:v>
                </c:pt>
                <c:pt idx="172">
                  <c:v>-41.06058423</c:v>
                </c:pt>
                <c:pt idx="173">
                  <c:v>-41.53803288</c:v>
                </c:pt>
                <c:pt idx="174">
                  <c:v>-41.53803288</c:v>
                </c:pt>
                <c:pt idx="175">
                  <c:v>-42.01548154</c:v>
                </c:pt>
                <c:pt idx="176">
                  <c:v>-42.01548154</c:v>
                </c:pt>
                <c:pt idx="177">
                  <c:v>-42.49293019</c:v>
                </c:pt>
                <c:pt idx="178">
                  <c:v>-42.49293019</c:v>
                </c:pt>
                <c:pt idx="179">
                  <c:v>-42.97037885</c:v>
                </c:pt>
                <c:pt idx="180">
                  <c:v>-42.97037885</c:v>
                </c:pt>
                <c:pt idx="181">
                  <c:v>-43.4478275</c:v>
                </c:pt>
                <c:pt idx="182">
                  <c:v>-43.4478275</c:v>
                </c:pt>
                <c:pt idx="183">
                  <c:v>-43.92527616</c:v>
                </c:pt>
                <c:pt idx="184">
                  <c:v>-43.92527616</c:v>
                </c:pt>
                <c:pt idx="185">
                  <c:v>-44.40272481</c:v>
                </c:pt>
                <c:pt idx="186">
                  <c:v>-44.40272481</c:v>
                </c:pt>
                <c:pt idx="187">
                  <c:v>-44.88017347</c:v>
                </c:pt>
                <c:pt idx="188">
                  <c:v>-44.88017347</c:v>
                </c:pt>
                <c:pt idx="189">
                  <c:v>-45.35762212</c:v>
                </c:pt>
                <c:pt idx="190">
                  <c:v>-45.35762212</c:v>
                </c:pt>
                <c:pt idx="191">
                  <c:v>-45.83507078</c:v>
                </c:pt>
                <c:pt idx="192">
                  <c:v>-45.83507078</c:v>
                </c:pt>
                <c:pt idx="193">
                  <c:v>-46.31251943</c:v>
                </c:pt>
                <c:pt idx="194">
                  <c:v>-46.31251943</c:v>
                </c:pt>
                <c:pt idx="195">
                  <c:v>-46.78996809</c:v>
                </c:pt>
                <c:pt idx="196">
                  <c:v>-46.78996809</c:v>
                </c:pt>
                <c:pt idx="197">
                  <c:v>-47.26741675</c:v>
                </c:pt>
                <c:pt idx="198">
                  <c:v>-47.26741675</c:v>
                </c:pt>
                <c:pt idx="199">
                  <c:v>-47.7448654</c:v>
                </c:pt>
                <c:pt idx="200">
                  <c:v>-47.7448654</c:v>
                </c:pt>
                <c:pt idx="201">
                  <c:v>-48.22231406</c:v>
                </c:pt>
                <c:pt idx="202">
                  <c:v>-48.22231406</c:v>
                </c:pt>
                <c:pt idx="203">
                  <c:v>-48.69976271</c:v>
                </c:pt>
                <c:pt idx="204">
                  <c:v>-48.69976271</c:v>
                </c:pt>
                <c:pt idx="205">
                  <c:v>-49.17721137</c:v>
                </c:pt>
                <c:pt idx="206">
                  <c:v>-49.17721137</c:v>
                </c:pt>
                <c:pt idx="207">
                  <c:v>-49.65466002</c:v>
                </c:pt>
                <c:pt idx="208">
                  <c:v>-49.65466002</c:v>
                </c:pt>
                <c:pt idx="209">
                  <c:v>-50.13210867</c:v>
                </c:pt>
                <c:pt idx="210">
                  <c:v>-50.13210867</c:v>
                </c:pt>
                <c:pt idx="211">
                  <c:v>-50.60955733</c:v>
                </c:pt>
                <c:pt idx="212">
                  <c:v>-50.60955733</c:v>
                </c:pt>
                <c:pt idx="213">
                  <c:v>-51.08700599</c:v>
                </c:pt>
                <c:pt idx="214">
                  <c:v>-51.08700599</c:v>
                </c:pt>
                <c:pt idx="215">
                  <c:v>-51.56445464</c:v>
                </c:pt>
                <c:pt idx="216">
                  <c:v>-51.56445464</c:v>
                </c:pt>
                <c:pt idx="217">
                  <c:v>-52.0419033</c:v>
                </c:pt>
                <c:pt idx="218">
                  <c:v>-52.0419033</c:v>
                </c:pt>
                <c:pt idx="219">
                  <c:v>-52.51935195</c:v>
                </c:pt>
                <c:pt idx="220">
                  <c:v>-52.51935195</c:v>
                </c:pt>
                <c:pt idx="221">
                  <c:v>-52.99680061</c:v>
                </c:pt>
                <c:pt idx="222">
                  <c:v>-52.99680061</c:v>
                </c:pt>
                <c:pt idx="223">
                  <c:v>-53.47424927</c:v>
                </c:pt>
                <c:pt idx="224">
                  <c:v>-53.47424927</c:v>
                </c:pt>
                <c:pt idx="225">
                  <c:v>-53.95169792</c:v>
                </c:pt>
                <c:pt idx="226">
                  <c:v>-53.95169792</c:v>
                </c:pt>
                <c:pt idx="227">
                  <c:v>-54.42914658</c:v>
                </c:pt>
                <c:pt idx="228">
                  <c:v>-54.42914658</c:v>
                </c:pt>
                <c:pt idx="229">
                  <c:v>-54.90659524</c:v>
                </c:pt>
                <c:pt idx="230">
                  <c:v>-54.90659524</c:v>
                </c:pt>
                <c:pt idx="231">
                  <c:v>-55.38404389</c:v>
                </c:pt>
                <c:pt idx="232">
                  <c:v>-55.38404389</c:v>
                </c:pt>
                <c:pt idx="233">
                  <c:v>-55.86149255</c:v>
                </c:pt>
                <c:pt idx="234">
                  <c:v>-55.86149255</c:v>
                </c:pt>
                <c:pt idx="235">
                  <c:v>-56.33894121</c:v>
                </c:pt>
                <c:pt idx="236">
                  <c:v>-56.33894121</c:v>
                </c:pt>
                <c:pt idx="237">
                  <c:v>-56.81638986</c:v>
                </c:pt>
                <c:pt idx="238">
                  <c:v>-56.81638986</c:v>
                </c:pt>
                <c:pt idx="239">
                  <c:v>-57.29383851</c:v>
                </c:pt>
                <c:pt idx="240">
                  <c:v>-57.29383851</c:v>
                </c:pt>
                <c:pt idx="241">
                  <c:v>-57.77128717</c:v>
                </c:pt>
                <c:pt idx="242">
                  <c:v>-57.77128717</c:v>
                </c:pt>
                <c:pt idx="243">
                  <c:v>-58.24873582</c:v>
                </c:pt>
                <c:pt idx="244">
                  <c:v>-58.24873582</c:v>
                </c:pt>
                <c:pt idx="245">
                  <c:v>-58.72618448</c:v>
                </c:pt>
                <c:pt idx="246">
                  <c:v>-58.72618448</c:v>
                </c:pt>
                <c:pt idx="247">
                  <c:v>-59.20363313</c:v>
                </c:pt>
                <c:pt idx="248">
                  <c:v>-59.20363313</c:v>
                </c:pt>
                <c:pt idx="249">
                  <c:v>-59.68108179</c:v>
                </c:pt>
                <c:pt idx="250">
                  <c:v>-59.68108179</c:v>
                </c:pt>
                <c:pt idx="251">
                  <c:v>-60.15853044</c:v>
                </c:pt>
                <c:pt idx="252">
                  <c:v>-60.15853044</c:v>
                </c:pt>
                <c:pt idx="253">
                  <c:v>-60.6359791</c:v>
                </c:pt>
                <c:pt idx="254">
                  <c:v>-60.6359791</c:v>
                </c:pt>
                <c:pt idx="255">
                  <c:v>-61.11342775</c:v>
                </c:pt>
                <c:pt idx="256">
                  <c:v>-61.11342775</c:v>
                </c:pt>
                <c:pt idx="257">
                  <c:v>-61.5908764</c:v>
                </c:pt>
                <c:pt idx="258">
                  <c:v>-61.5908764</c:v>
                </c:pt>
                <c:pt idx="259">
                  <c:v>-62.06832506</c:v>
                </c:pt>
                <c:pt idx="260">
                  <c:v>-62.06832506</c:v>
                </c:pt>
                <c:pt idx="261">
                  <c:v>-62.54577371</c:v>
                </c:pt>
                <c:pt idx="262">
                  <c:v>-62.54577371</c:v>
                </c:pt>
                <c:pt idx="263">
                  <c:v>-63.02322237</c:v>
                </c:pt>
                <c:pt idx="264">
                  <c:v>-63.02322237</c:v>
                </c:pt>
                <c:pt idx="265">
                  <c:v>-63.50067102</c:v>
                </c:pt>
                <c:pt idx="266">
                  <c:v>-63.50067102</c:v>
                </c:pt>
                <c:pt idx="267">
                  <c:v>-63.97811968</c:v>
                </c:pt>
                <c:pt idx="268">
                  <c:v>-63.97811968</c:v>
                </c:pt>
                <c:pt idx="269">
                  <c:v>-64.45556834</c:v>
                </c:pt>
                <c:pt idx="270">
                  <c:v>-64.45556834</c:v>
                </c:pt>
                <c:pt idx="271">
                  <c:v>-64.93301699</c:v>
                </c:pt>
                <c:pt idx="272">
                  <c:v>-64.93301699</c:v>
                </c:pt>
                <c:pt idx="273">
                  <c:v>-65.41046565000001</c:v>
                </c:pt>
                <c:pt idx="274">
                  <c:v>-65.41046565000001</c:v>
                </c:pt>
                <c:pt idx="275">
                  <c:v>-65.88791431</c:v>
                </c:pt>
                <c:pt idx="276">
                  <c:v>-65.88791431</c:v>
                </c:pt>
                <c:pt idx="277">
                  <c:v>-66.36536296</c:v>
                </c:pt>
                <c:pt idx="278">
                  <c:v>-66.36536296</c:v>
                </c:pt>
                <c:pt idx="279">
                  <c:v>-66.84281162000001</c:v>
                </c:pt>
                <c:pt idx="280">
                  <c:v>-66.84281162000001</c:v>
                </c:pt>
                <c:pt idx="281">
                  <c:v>-67.32026027000001</c:v>
                </c:pt>
                <c:pt idx="282">
                  <c:v>-67.32026027000001</c:v>
                </c:pt>
                <c:pt idx="283">
                  <c:v>-67.79770893</c:v>
                </c:pt>
                <c:pt idx="284">
                  <c:v>-67.79770893</c:v>
                </c:pt>
                <c:pt idx="285">
                  <c:v>-68.27515759000001</c:v>
                </c:pt>
                <c:pt idx="286">
                  <c:v>-68.27515759000001</c:v>
                </c:pt>
                <c:pt idx="287">
                  <c:v>-68.75260624000001</c:v>
                </c:pt>
                <c:pt idx="288">
                  <c:v>-68.75260624000001</c:v>
                </c:pt>
                <c:pt idx="289">
                  <c:v>-69.2300549</c:v>
                </c:pt>
                <c:pt idx="290">
                  <c:v>-69.2300549</c:v>
                </c:pt>
                <c:pt idx="291">
                  <c:v>-69.70750356000001</c:v>
                </c:pt>
                <c:pt idx="292">
                  <c:v>-69.70750356000001</c:v>
                </c:pt>
                <c:pt idx="293">
                  <c:v>-70.18495222</c:v>
                </c:pt>
                <c:pt idx="294">
                  <c:v>-70.18495222</c:v>
                </c:pt>
                <c:pt idx="295">
                  <c:v>-70.66240088000001</c:v>
                </c:pt>
                <c:pt idx="296">
                  <c:v>-70.66240088000001</c:v>
                </c:pt>
                <c:pt idx="297">
                  <c:v>-71.13984954</c:v>
                </c:pt>
                <c:pt idx="298">
                  <c:v>-71.13984954</c:v>
                </c:pt>
                <c:pt idx="299">
                  <c:v>-71.61729819999999</c:v>
                </c:pt>
                <c:pt idx="300">
                  <c:v>-71.61729819999999</c:v>
                </c:pt>
                <c:pt idx="301">
                  <c:v>-72.09474685000001</c:v>
                </c:pt>
                <c:pt idx="302">
                  <c:v>-72.09474685000001</c:v>
                </c:pt>
                <c:pt idx="303">
                  <c:v>-72.57219551</c:v>
                </c:pt>
                <c:pt idx="304">
                  <c:v>-72.57219551</c:v>
                </c:pt>
                <c:pt idx="305">
                  <c:v>-73.04964416999999</c:v>
                </c:pt>
                <c:pt idx="306">
                  <c:v>-73.04964416999999</c:v>
                </c:pt>
                <c:pt idx="307">
                  <c:v>-73.52709283</c:v>
                </c:pt>
                <c:pt idx="308">
                  <c:v>-73.52709283</c:v>
                </c:pt>
                <c:pt idx="309">
                  <c:v>-74.00454148999999</c:v>
                </c:pt>
                <c:pt idx="310">
                  <c:v>-74.00454148999999</c:v>
                </c:pt>
                <c:pt idx="311">
                  <c:v>-74.48199015</c:v>
                </c:pt>
                <c:pt idx="312">
                  <c:v>-74.48199015</c:v>
                </c:pt>
                <c:pt idx="313">
                  <c:v>-74.95943880999999</c:v>
                </c:pt>
                <c:pt idx="314">
                  <c:v>-74.95943880999999</c:v>
                </c:pt>
                <c:pt idx="315">
                  <c:v>-75.43688745999999</c:v>
                </c:pt>
                <c:pt idx="316">
                  <c:v>-75.43688745999999</c:v>
                </c:pt>
                <c:pt idx="317">
                  <c:v>-75.91433612</c:v>
                </c:pt>
                <c:pt idx="318">
                  <c:v>-75.91433612</c:v>
                </c:pt>
                <c:pt idx="319">
                  <c:v>-76.39178477999999</c:v>
                </c:pt>
                <c:pt idx="320">
                  <c:v>-76.39178477999999</c:v>
                </c:pt>
                <c:pt idx="321">
                  <c:v>-76.86923344</c:v>
                </c:pt>
                <c:pt idx="322">
                  <c:v>-76.86923344</c:v>
                </c:pt>
                <c:pt idx="323">
                  <c:v>-77.34668209</c:v>
                </c:pt>
                <c:pt idx="324">
                  <c:v>-77.34668209</c:v>
                </c:pt>
                <c:pt idx="325">
                  <c:v>-77.82413074999999</c:v>
                </c:pt>
                <c:pt idx="326">
                  <c:v>-77.82413074999999</c:v>
                </c:pt>
                <c:pt idx="327">
                  <c:v>-78.30157941</c:v>
                </c:pt>
                <c:pt idx="328">
                  <c:v>-78.30157941</c:v>
                </c:pt>
                <c:pt idx="329">
                  <c:v>-78.77902806</c:v>
                </c:pt>
                <c:pt idx="330">
                  <c:v>-78.77902806</c:v>
                </c:pt>
                <c:pt idx="331">
                  <c:v>-79.25647671999999</c:v>
                </c:pt>
                <c:pt idx="332">
                  <c:v>-79.25647671999999</c:v>
                </c:pt>
                <c:pt idx="333">
                  <c:v>-79.73392536999999</c:v>
                </c:pt>
                <c:pt idx="334">
                  <c:v>-79.73392536999999</c:v>
                </c:pt>
                <c:pt idx="335">
                  <c:v>-80.21137403</c:v>
                </c:pt>
                <c:pt idx="336">
                  <c:v>-80.21137403</c:v>
                </c:pt>
                <c:pt idx="337">
                  <c:v>-80.68882268</c:v>
                </c:pt>
                <c:pt idx="338">
                  <c:v>-80.68882268</c:v>
                </c:pt>
                <c:pt idx="339">
                  <c:v>-81.16627133999999</c:v>
                </c:pt>
                <c:pt idx="340">
                  <c:v>-81.16627133999999</c:v>
                </c:pt>
                <c:pt idx="341">
                  <c:v>-81.64371998999999</c:v>
                </c:pt>
                <c:pt idx="342">
                  <c:v>-81.64371998999999</c:v>
                </c:pt>
                <c:pt idx="343">
                  <c:v>-82.12116863999999</c:v>
                </c:pt>
                <c:pt idx="344">
                  <c:v>-82.12116863999999</c:v>
                </c:pt>
                <c:pt idx="345">
                  <c:v>-82.5986173</c:v>
                </c:pt>
                <c:pt idx="346">
                  <c:v>-82.5986173</c:v>
                </c:pt>
                <c:pt idx="347">
                  <c:v>-83.07606595</c:v>
                </c:pt>
                <c:pt idx="348">
                  <c:v>-83.07606595</c:v>
                </c:pt>
                <c:pt idx="349">
                  <c:v>-83.55351460999999</c:v>
                </c:pt>
                <c:pt idx="350">
                  <c:v>-83.55351460999999</c:v>
                </c:pt>
                <c:pt idx="351">
                  <c:v>-84.03096325999999</c:v>
                </c:pt>
                <c:pt idx="352">
                  <c:v>-84.03096325999999</c:v>
                </c:pt>
                <c:pt idx="353">
                  <c:v>-84.50841191000001</c:v>
                </c:pt>
                <c:pt idx="354">
                  <c:v>-84.50841191000001</c:v>
                </c:pt>
                <c:pt idx="355">
                  <c:v>-84.98586057</c:v>
                </c:pt>
                <c:pt idx="356">
                  <c:v>-84.98586057</c:v>
                </c:pt>
                <c:pt idx="357">
                  <c:v>-85.46330922</c:v>
                </c:pt>
                <c:pt idx="358">
                  <c:v>-85.46330922</c:v>
                </c:pt>
                <c:pt idx="359">
                  <c:v>-85.94075788000001</c:v>
                </c:pt>
                <c:pt idx="360">
                  <c:v>-85.94075788000001</c:v>
                </c:pt>
                <c:pt idx="361">
                  <c:v>-86.41820653000001</c:v>
                </c:pt>
                <c:pt idx="362">
                  <c:v>-86.41820653000001</c:v>
                </c:pt>
                <c:pt idx="363">
                  <c:v>-86.89565519</c:v>
                </c:pt>
                <c:pt idx="364">
                  <c:v>-86.89565519</c:v>
                </c:pt>
                <c:pt idx="365">
                  <c:v>-87.37310384</c:v>
                </c:pt>
                <c:pt idx="366">
                  <c:v>-87.37310384</c:v>
                </c:pt>
                <c:pt idx="367">
                  <c:v>-87.85055250000001</c:v>
                </c:pt>
                <c:pt idx="368">
                  <c:v>-87.85055250000001</c:v>
                </c:pt>
                <c:pt idx="369">
                  <c:v>-88.32800116</c:v>
                </c:pt>
                <c:pt idx="370">
                  <c:v>-88.32800116</c:v>
                </c:pt>
                <c:pt idx="371">
                  <c:v>-88.80544981</c:v>
                </c:pt>
                <c:pt idx="372">
                  <c:v>-88.80544981</c:v>
                </c:pt>
                <c:pt idx="373">
                  <c:v>-89.28289847000001</c:v>
                </c:pt>
                <c:pt idx="374">
                  <c:v>-89.28289847000001</c:v>
                </c:pt>
                <c:pt idx="375">
                  <c:v>-89.76034712000001</c:v>
                </c:pt>
                <c:pt idx="376">
                  <c:v>-89.76034712000001</c:v>
                </c:pt>
                <c:pt idx="377">
                  <c:v>-90.23779578</c:v>
                </c:pt>
                <c:pt idx="378">
                  <c:v>-90.23779578</c:v>
                </c:pt>
                <c:pt idx="379">
                  <c:v>-90.71524444000001</c:v>
                </c:pt>
                <c:pt idx="380">
                  <c:v>-90.71524444000001</c:v>
                </c:pt>
                <c:pt idx="381">
                  <c:v>-91.19269309000001</c:v>
                </c:pt>
                <c:pt idx="382">
                  <c:v>-91.19269309000001</c:v>
                </c:pt>
                <c:pt idx="383">
                  <c:v>-91.67014175</c:v>
                </c:pt>
                <c:pt idx="384">
                  <c:v>-91.67014175</c:v>
                </c:pt>
                <c:pt idx="385">
                  <c:v>-92.1475904</c:v>
                </c:pt>
                <c:pt idx="386">
                  <c:v>-92.1475904</c:v>
                </c:pt>
                <c:pt idx="387">
                  <c:v>-92.62503906000001</c:v>
                </c:pt>
                <c:pt idx="388">
                  <c:v>-92.62503906000001</c:v>
                </c:pt>
                <c:pt idx="389">
                  <c:v>-93.10248772</c:v>
                </c:pt>
                <c:pt idx="390">
                  <c:v>-93.10248772</c:v>
                </c:pt>
                <c:pt idx="391">
                  <c:v>-93.57993637</c:v>
                </c:pt>
                <c:pt idx="392">
                  <c:v>-93.57993637</c:v>
                </c:pt>
                <c:pt idx="393">
                  <c:v>-94.05738503000001</c:v>
                </c:pt>
                <c:pt idx="394">
                  <c:v>-94.05738503000001</c:v>
                </c:pt>
                <c:pt idx="395">
                  <c:v>-94.53571592</c:v>
                </c:pt>
                <c:pt idx="396">
                  <c:v>-94.53571592</c:v>
                </c:pt>
                <c:pt idx="397">
                  <c:v>-95.02262076</c:v>
                </c:pt>
                <c:pt idx="398">
                  <c:v>-95.02262076</c:v>
                </c:pt>
                <c:pt idx="399">
                  <c:v>-95.51999764</c:v>
                </c:pt>
                <c:pt idx="400">
                  <c:v>-95.51999764</c:v>
                </c:pt>
                <c:pt idx="401">
                  <c:v>-96.02796757</c:v>
                </c:pt>
                <c:pt idx="402">
                  <c:v>-96.02796757</c:v>
                </c:pt>
                <c:pt idx="403">
                  <c:v>-96.54664145</c:v>
                </c:pt>
                <c:pt idx="404">
                  <c:v>-96.54664145</c:v>
                </c:pt>
                <c:pt idx="405">
                  <c:v>-97.07612543</c:v>
                </c:pt>
                <c:pt idx="406">
                  <c:v>-97.07612543</c:v>
                </c:pt>
                <c:pt idx="407">
                  <c:v>-97.61651615</c:v>
                </c:pt>
                <c:pt idx="408">
                  <c:v>-97.61651615</c:v>
                </c:pt>
                <c:pt idx="409">
                  <c:v>-98.16791348</c:v>
                </c:pt>
                <c:pt idx="410">
                  <c:v>-98.16791348</c:v>
                </c:pt>
                <c:pt idx="411">
                  <c:v>-98.7304129</c:v>
                </c:pt>
                <c:pt idx="412">
                  <c:v>-98.7304129</c:v>
                </c:pt>
                <c:pt idx="413">
                  <c:v>-99.30410951</c:v>
                </c:pt>
                <c:pt idx="414">
                  <c:v>-99.30410951</c:v>
                </c:pt>
                <c:pt idx="415">
                  <c:v>-99.88908752</c:v>
                </c:pt>
                <c:pt idx="416">
                  <c:v>-99.88908752</c:v>
                </c:pt>
                <c:pt idx="417">
                  <c:v>-100.48543891</c:v>
                </c:pt>
                <c:pt idx="418">
                  <c:v>-100.48543891</c:v>
                </c:pt>
                <c:pt idx="419">
                  <c:v>-101.09325701</c:v>
                </c:pt>
                <c:pt idx="420">
                  <c:v>-101.09325701</c:v>
                </c:pt>
                <c:pt idx="421">
                  <c:v>-101.71261472</c:v>
                </c:pt>
                <c:pt idx="422">
                  <c:v>-101.71261472</c:v>
                </c:pt>
                <c:pt idx="423">
                  <c:v>-102.34362164</c:v>
                </c:pt>
                <c:pt idx="424">
                  <c:v>-102.34362164</c:v>
                </c:pt>
                <c:pt idx="425">
                  <c:v>-102.98634653</c:v>
                </c:pt>
                <c:pt idx="426">
                  <c:v>-102.98634653</c:v>
                </c:pt>
                <c:pt idx="427">
                  <c:v>-103.64089351</c:v>
                </c:pt>
                <c:pt idx="428">
                  <c:v>-103.64089351</c:v>
                </c:pt>
                <c:pt idx="429">
                  <c:v>-104.30732231</c:v>
                </c:pt>
                <c:pt idx="430">
                  <c:v>-104.30732231</c:v>
                </c:pt>
                <c:pt idx="431">
                  <c:v>-104.98573395</c:v>
                </c:pt>
                <c:pt idx="432">
                  <c:v>-104.98573395</c:v>
                </c:pt>
                <c:pt idx="433">
                  <c:v>-105.67621922</c:v>
                </c:pt>
                <c:pt idx="434">
                  <c:v>-105.67621922</c:v>
                </c:pt>
                <c:pt idx="435">
                  <c:v>-106.37884523</c:v>
                </c:pt>
                <c:pt idx="436">
                  <c:v>-106.37884523</c:v>
                </c:pt>
                <c:pt idx="437">
                  <c:v>-107.09371092</c:v>
                </c:pt>
                <c:pt idx="438">
                  <c:v>-107.09371092</c:v>
                </c:pt>
                <c:pt idx="439">
                  <c:v>-107.82089418</c:v>
                </c:pt>
                <c:pt idx="440">
                  <c:v>-107.82089418</c:v>
                </c:pt>
                <c:pt idx="441">
                  <c:v>-108.56048756</c:v>
                </c:pt>
                <c:pt idx="442">
                  <c:v>-108.56048756</c:v>
                </c:pt>
                <c:pt idx="443">
                  <c:v>-109.31256586</c:v>
                </c:pt>
                <c:pt idx="444">
                  <c:v>-109.31256586</c:v>
                </c:pt>
                <c:pt idx="445">
                  <c:v>-110.07721656</c:v>
                </c:pt>
                <c:pt idx="446">
                  <c:v>-110.07721656</c:v>
                </c:pt>
                <c:pt idx="447">
                  <c:v>-110.85452494</c:v>
                </c:pt>
                <c:pt idx="448">
                  <c:v>-110.85452494</c:v>
                </c:pt>
                <c:pt idx="449">
                  <c:v>-111.64459113</c:v>
                </c:pt>
                <c:pt idx="450">
                  <c:v>-111.64459113</c:v>
                </c:pt>
                <c:pt idx="451">
                  <c:v>-112.44748209</c:v>
                </c:pt>
                <c:pt idx="452">
                  <c:v>-112.44748209</c:v>
                </c:pt>
                <c:pt idx="453">
                  <c:v>-113.26328397</c:v>
                </c:pt>
                <c:pt idx="454">
                  <c:v>-113.26328397</c:v>
                </c:pt>
                <c:pt idx="455">
                  <c:v>-114.0920945</c:v>
                </c:pt>
                <c:pt idx="456">
                  <c:v>-114.0920945</c:v>
                </c:pt>
                <c:pt idx="457">
                  <c:v>-114.93399443</c:v>
                </c:pt>
                <c:pt idx="458">
                  <c:v>-114.93399443</c:v>
                </c:pt>
                <c:pt idx="459">
                  <c:v>-115.7890573</c:v>
                </c:pt>
                <c:pt idx="460">
                  <c:v>-115.7890573</c:v>
                </c:pt>
                <c:pt idx="461">
                  <c:v>-116.6574011</c:v>
                </c:pt>
                <c:pt idx="462">
                  <c:v>-116.6574011</c:v>
                </c:pt>
                <c:pt idx="463">
                  <c:v>-117.53909706</c:v>
                </c:pt>
                <c:pt idx="464">
                  <c:v>-117.53909706</c:v>
                </c:pt>
                <c:pt idx="465">
                  <c:v>-118.43422858</c:v>
                </c:pt>
                <c:pt idx="466">
                  <c:v>-118.43422858</c:v>
                </c:pt>
                <c:pt idx="467">
                  <c:v>-119.34288656</c:v>
                </c:pt>
                <c:pt idx="468">
                  <c:v>-119.34288656</c:v>
                </c:pt>
                <c:pt idx="469">
                  <c:v>-120.26516074</c:v>
                </c:pt>
                <c:pt idx="470">
                  <c:v>-120.26516074</c:v>
                </c:pt>
                <c:pt idx="471">
                  <c:v>-121.20113998</c:v>
                </c:pt>
                <c:pt idx="472">
                  <c:v>-121.20113998</c:v>
                </c:pt>
                <c:pt idx="473">
                  <c:v>-122.15091243</c:v>
                </c:pt>
                <c:pt idx="474">
                  <c:v>-122.15091243</c:v>
                </c:pt>
                <c:pt idx="475">
                  <c:v>-123.11457571</c:v>
                </c:pt>
                <c:pt idx="476">
                  <c:v>-123.11457571</c:v>
                </c:pt>
                <c:pt idx="477">
                  <c:v>-124.09223631</c:v>
                </c:pt>
                <c:pt idx="478">
                  <c:v>-124.09223631</c:v>
                </c:pt>
                <c:pt idx="479">
                  <c:v>-125.08396046</c:v>
                </c:pt>
                <c:pt idx="480">
                  <c:v>-125.08396046</c:v>
                </c:pt>
                <c:pt idx="481">
                  <c:v>-126.08983894</c:v>
                </c:pt>
                <c:pt idx="482">
                  <c:v>-126.08983894</c:v>
                </c:pt>
                <c:pt idx="483">
                  <c:v>-127.10998385</c:v>
                </c:pt>
                <c:pt idx="484">
                  <c:v>-127.10998385</c:v>
                </c:pt>
                <c:pt idx="485">
                  <c:v>-128.14448855</c:v>
                </c:pt>
                <c:pt idx="486">
                  <c:v>-128.14448855</c:v>
                </c:pt>
                <c:pt idx="487">
                  <c:v>-129.19341966</c:v>
                </c:pt>
                <c:pt idx="488">
                  <c:v>-129.19341966</c:v>
                </c:pt>
                <c:pt idx="489">
                  <c:v>-130.25692131</c:v>
                </c:pt>
                <c:pt idx="490">
                  <c:v>-130.25692131</c:v>
                </c:pt>
                <c:pt idx="491">
                  <c:v>-131.33504663</c:v>
                </c:pt>
                <c:pt idx="492">
                  <c:v>-131.33504663</c:v>
                </c:pt>
                <c:pt idx="493">
                  <c:v>-132.42790422</c:v>
                </c:pt>
                <c:pt idx="494">
                  <c:v>-132.42790422</c:v>
                </c:pt>
                <c:pt idx="495">
                  <c:v>-133.53560646</c:v>
                </c:pt>
                <c:pt idx="496">
                  <c:v>-133.53560646</c:v>
                </c:pt>
                <c:pt idx="497">
                  <c:v>-134.65823324</c:v>
                </c:pt>
                <c:pt idx="498">
                  <c:v>-134.65823324</c:v>
                </c:pt>
                <c:pt idx="499">
                  <c:v>-135.79590359</c:v>
                </c:pt>
                <c:pt idx="500">
                  <c:v>-135.79590359</c:v>
                </c:pt>
                <c:pt idx="501">
                  <c:v>-136.94870083</c:v>
                </c:pt>
                <c:pt idx="502">
                  <c:v>-136.94870083</c:v>
                </c:pt>
                <c:pt idx="503">
                  <c:v>-138.11673303</c:v>
                </c:pt>
                <c:pt idx="504">
                  <c:v>-138.11673303</c:v>
                </c:pt>
                <c:pt idx="505">
                  <c:v>-139.3001035</c:v>
                </c:pt>
                <c:pt idx="506">
                  <c:v>-139.3001035</c:v>
                </c:pt>
                <c:pt idx="507">
                  <c:v>-140.49890763</c:v>
                </c:pt>
                <c:pt idx="508">
                  <c:v>-140.49890763</c:v>
                </c:pt>
                <c:pt idx="509">
                  <c:v>-141.71326721</c:v>
                </c:pt>
                <c:pt idx="510">
                  <c:v>-141.71326721</c:v>
                </c:pt>
                <c:pt idx="511">
                  <c:v>-142.94325395</c:v>
                </c:pt>
                <c:pt idx="512">
                  <c:v>-142.94325395</c:v>
                </c:pt>
                <c:pt idx="513">
                  <c:v>-144.1890262</c:v>
                </c:pt>
                <c:pt idx="514">
                  <c:v>-144.1890262</c:v>
                </c:pt>
                <c:pt idx="515">
                  <c:v>-145.45063935</c:v>
                </c:pt>
                <c:pt idx="516">
                  <c:v>-145.45063935</c:v>
                </c:pt>
                <c:pt idx="517">
                  <c:v>-146.7282239</c:v>
                </c:pt>
                <c:pt idx="518">
                  <c:v>-146.7282239</c:v>
                </c:pt>
                <c:pt idx="519">
                  <c:v>-148.02189789</c:v>
                </c:pt>
                <c:pt idx="520">
                  <c:v>-148.02189789</c:v>
                </c:pt>
                <c:pt idx="521">
                  <c:v>-149.33174241</c:v>
                </c:pt>
                <c:pt idx="522">
                  <c:v>-149.33174241</c:v>
                </c:pt>
                <c:pt idx="523">
                  <c:v>-150.65790544</c:v>
                </c:pt>
                <c:pt idx="524">
                  <c:v>-150.65790544</c:v>
                </c:pt>
                <c:pt idx="525">
                  <c:v>-152.00047426</c:v>
                </c:pt>
                <c:pt idx="526">
                  <c:v>-152.00047426</c:v>
                </c:pt>
                <c:pt idx="527">
                  <c:v>-153.3595614</c:v>
                </c:pt>
                <c:pt idx="528">
                  <c:v>-153.3595614</c:v>
                </c:pt>
                <c:pt idx="529">
                  <c:v>-151.69568611</c:v>
                </c:pt>
                <c:pt idx="530">
                  <c:v>-151.69568611</c:v>
                </c:pt>
                <c:pt idx="531">
                  <c:v>-150.04176894</c:v>
                </c:pt>
                <c:pt idx="532">
                  <c:v>-150.04176894</c:v>
                </c:pt>
                <c:pt idx="533">
                  <c:v>-148.39779315</c:v>
                </c:pt>
                <c:pt idx="534">
                  <c:v>-148.39779315</c:v>
                </c:pt>
                <c:pt idx="535">
                  <c:v>-146.76383737</c:v>
                </c:pt>
                <c:pt idx="536">
                  <c:v>-146.76383737</c:v>
                </c:pt>
                <c:pt idx="537">
                  <c:v>-145.13983754</c:v>
                </c:pt>
                <c:pt idx="538">
                  <c:v>-145.13983754</c:v>
                </c:pt>
                <c:pt idx="539">
                  <c:v>-143.5257267</c:v>
                </c:pt>
                <c:pt idx="540">
                  <c:v>-143.5257267</c:v>
                </c:pt>
                <c:pt idx="541">
                  <c:v>-141.92158332</c:v>
                </c:pt>
                <c:pt idx="542">
                  <c:v>-141.92158332</c:v>
                </c:pt>
                <c:pt idx="543">
                  <c:v>-140.32737937</c:v>
                </c:pt>
                <c:pt idx="544">
                  <c:v>-140.32737937</c:v>
                </c:pt>
                <c:pt idx="545">
                  <c:v>-138.74303414</c:v>
                </c:pt>
                <c:pt idx="546">
                  <c:v>-138.74303414</c:v>
                </c:pt>
                <c:pt idx="547">
                  <c:v>-137.16863776</c:v>
                </c:pt>
                <c:pt idx="548">
                  <c:v>-137.16863776</c:v>
                </c:pt>
                <c:pt idx="549">
                  <c:v>-135.60413329</c:v>
                </c:pt>
                <c:pt idx="550">
                  <c:v>-135.60413329</c:v>
                </c:pt>
                <c:pt idx="551">
                  <c:v>-134.04948339</c:v>
                </c:pt>
                <c:pt idx="552">
                  <c:v>-134.04948339</c:v>
                </c:pt>
                <c:pt idx="553">
                  <c:v>-132.5047069</c:v>
                </c:pt>
                <c:pt idx="554">
                  <c:v>-132.5047069</c:v>
                </c:pt>
                <c:pt idx="555">
                  <c:v>-130.9698179</c:v>
                </c:pt>
                <c:pt idx="556">
                  <c:v>-130.9698179</c:v>
                </c:pt>
                <c:pt idx="557">
                  <c:v>-129.44481633</c:v>
                </c:pt>
                <c:pt idx="558">
                  <c:v>-129.44481633</c:v>
                </c:pt>
                <c:pt idx="559">
                  <c:v>-127.92961298</c:v>
                </c:pt>
                <c:pt idx="560">
                  <c:v>-127.92961298</c:v>
                </c:pt>
                <c:pt idx="561">
                  <c:v>-126.42427735</c:v>
                </c:pt>
                <c:pt idx="562">
                  <c:v>-126.42427735</c:v>
                </c:pt>
                <c:pt idx="563">
                  <c:v>-124.92876999</c:v>
                </c:pt>
                <c:pt idx="564">
                  <c:v>-124.92876999</c:v>
                </c:pt>
                <c:pt idx="565">
                  <c:v>-123.44306164</c:v>
                </c:pt>
                <c:pt idx="566">
                  <c:v>-123.44306164</c:v>
                </c:pt>
                <c:pt idx="567">
                  <c:v>-121.96716387</c:v>
                </c:pt>
                <c:pt idx="568">
                  <c:v>-121.96716387</c:v>
                </c:pt>
                <c:pt idx="569">
                  <c:v>-120.50112085</c:v>
                </c:pt>
                <c:pt idx="570">
                  <c:v>-120.50112085</c:v>
                </c:pt>
                <c:pt idx="571">
                  <c:v>-119.0448462</c:v>
                </c:pt>
                <c:pt idx="572">
                  <c:v>-119.0448462</c:v>
                </c:pt>
                <c:pt idx="573">
                  <c:v>-117.59833796</c:v>
                </c:pt>
                <c:pt idx="574">
                  <c:v>-117.59833796</c:v>
                </c:pt>
                <c:pt idx="575">
                  <c:v>-116.16163893</c:v>
                </c:pt>
                <c:pt idx="576">
                  <c:v>-116.16163893</c:v>
                </c:pt>
                <c:pt idx="577">
                  <c:v>-114.73470563</c:v>
                </c:pt>
                <c:pt idx="578">
                  <c:v>-114.73470563</c:v>
                </c:pt>
                <c:pt idx="579">
                  <c:v>-113.31755572</c:v>
                </c:pt>
                <c:pt idx="580">
                  <c:v>-113.31755572</c:v>
                </c:pt>
                <c:pt idx="581">
                  <c:v>-111.91013109</c:v>
                </c:pt>
                <c:pt idx="582">
                  <c:v>-111.91013109</c:v>
                </c:pt>
                <c:pt idx="583">
                  <c:v>-110.51246395</c:v>
                </c:pt>
                <c:pt idx="584">
                  <c:v>-110.51246395</c:v>
                </c:pt>
                <c:pt idx="585">
                  <c:v>-109.12458346</c:v>
                </c:pt>
                <c:pt idx="586">
                  <c:v>-109.12458346</c:v>
                </c:pt>
                <c:pt idx="587">
                  <c:v>-107.74639982</c:v>
                </c:pt>
                <c:pt idx="588">
                  <c:v>-107.74639982</c:v>
                </c:pt>
                <c:pt idx="589">
                  <c:v>-106.37792116</c:v>
                </c:pt>
                <c:pt idx="590">
                  <c:v>-106.37792116</c:v>
                </c:pt>
                <c:pt idx="591">
                  <c:v>-105.01917284</c:v>
                </c:pt>
                <c:pt idx="592">
                  <c:v>-105.01917284</c:v>
                </c:pt>
                <c:pt idx="593">
                  <c:v>-103.67019172</c:v>
                </c:pt>
                <c:pt idx="594">
                  <c:v>-103.67019172</c:v>
                </c:pt>
                <c:pt idx="595">
                  <c:v>-102.33089909</c:v>
                </c:pt>
                <c:pt idx="596">
                  <c:v>-102.33089909</c:v>
                </c:pt>
                <c:pt idx="597">
                  <c:v>-101.00128446</c:v>
                </c:pt>
                <c:pt idx="598">
                  <c:v>-101.00128446</c:v>
                </c:pt>
                <c:pt idx="599">
                  <c:v>-99.68136051</c:v>
                </c:pt>
                <c:pt idx="600">
                  <c:v>-99.68136051</c:v>
                </c:pt>
                <c:pt idx="601">
                  <c:v>-98.37110867</c:v>
                </c:pt>
                <c:pt idx="602">
                  <c:v>-98.37110867</c:v>
                </c:pt>
                <c:pt idx="603">
                  <c:v>-97.07057983</c:v>
                </c:pt>
                <c:pt idx="604">
                  <c:v>-97.07057983</c:v>
                </c:pt>
                <c:pt idx="605">
                  <c:v>-95.77972215</c:v>
                </c:pt>
                <c:pt idx="606">
                  <c:v>-95.77972215</c:v>
                </c:pt>
                <c:pt idx="607">
                  <c:v>-94.49849810000001</c:v>
                </c:pt>
                <c:pt idx="608">
                  <c:v>-94.49849810000001</c:v>
                </c:pt>
                <c:pt idx="609">
                  <c:v>-93.22693353</c:v>
                </c:pt>
                <c:pt idx="610">
                  <c:v>-93.22693353</c:v>
                </c:pt>
                <c:pt idx="611">
                  <c:v>-91.96504985999999</c:v>
                </c:pt>
                <c:pt idx="612">
                  <c:v>-91.96504985999999</c:v>
                </c:pt>
                <c:pt idx="613">
                  <c:v>-90.71281226000001</c:v>
                </c:pt>
                <c:pt idx="614">
                  <c:v>-90.71281226000001</c:v>
                </c:pt>
                <c:pt idx="615">
                  <c:v>-89.47019437</c:v>
                </c:pt>
                <c:pt idx="616">
                  <c:v>-89.47019437</c:v>
                </c:pt>
                <c:pt idx="617">
                  <c:v>-88.23723466</c:v>
                </c:pt>
                <c:pt idx="618">
                  <c:v>-88.23723466</c:v>
                </c:pt>
                <c:pt idx="619">
                  <c:v>-87.01390868</c:v>
                </c:pt>
                <c:pt idx="620">
                  <c:v>-87.01390868</c:v>
                </c:pt>
                <c:pt idx="621">
                  <c:v>-85.80022522</c:v>
                </c:pt>
                <c:pt idx="622">
                  <c:v>-85.80022522</c:v>
                </c:pt>
                <c:pt idx="623">
                  <c:v>-84.59613528</c:v>
                </c:pt>
                <c:pt idx="624">
                  <c:v>-84.59613528</c:v>
                </c:pt>
                <c:pt idx="625">
                  <c:v>-83.40165815</c:v>
                </c:pt>
                <c:pt idx="626">
                  <c:v>-83.40165815</c:v>
                </c:pt>
                <c:pt idx="627">
                  <c:v>-82.21679952</c:v>
                </c:pt>
                <c:pt idx="628">
                  <c:v>-82.21679952</c:v>
                </c:pt>
                <c:pt idx="629">
                  <c:v>-81.04154457</c:v>
                </c:pt>
                <c:pt idx="630">
                  <c:v>-81.04154457</c:v>
                </c:pt>
                <c:pt idx="631">
                  <c:v>-79.87588943</c:v>
                </c:pt>
                <c:pt idx="632">
                  <c:v>-79.87588943</c:v>
                </c:pt>
                <c:pt idx="633">
                  <c:v>-78.71981323999999</c:v>
                </c:pt>
                <c:pt idx="634">
                  <c:v>-78.71981325</c:v>
                </c:pt>
                <c:pt idx="635">
                  <c:v>-77.57336535</c:v>
                </c:pt>
                <c:pt idx="636">
                  <c:v>-77.57336535</c:v>
                </c:pt>
                <c:pt idx="637">
                  <c:v>-76.43648527000001</c:v>
                </c:pt>
                <c:pt idx="638">
                  <c:v>-76.43648527000001</c:v>
                </c:pt>
                <c:pt idx="639">
                  <c:v>-75.30919165</c:v>
                </c:pt>
                <c:pt idx="640">
                  <c:v>-75.30919165</c:v>
                </c:pt>
                <c:pt idx="641">
                  <c:v>-74.19148047</c:v>
                </c:pt>
                <c:pt idx="642">
                  <c:v>-74.19148047</c:v>
                </c:pt>
                <c:pt idx="643">
                  <c:v>-73.08331756</c:v>
                </c:pt>
                <c:pt idx="644">
                  <c:v>-73.08331756</c:v>
                </c:pt>
                <c:pt idx="645">
                  <c:v>-71.98477303999999</c:v>
                </c:pt>
                <c:pt idx="646">
                  <c:v>-71.98477303999999</c:v>
                </c:pt>
                <c:pt idx="647">
                  <c:v>-70.89576529</c:v>
                </c:pt>
                <c:pt idx="648">
                  <c:v>-70.89576529</c:v>
                </c:pt>
                <c:pt idx="649">
                  <c:v>-69.81633601</c:v>
                </c:pt>
                <c:pt idx="650">
                  <c:v>-69.81633601</c:v>
                </c:pt>
                <c:pt idx="651">
                  <c:v>-68.74645901</c:v>
                </c:pt>
                <c:pt idx="652">
                  <c:v>-68.74645901</c:v>
                </c:pt>
                <c:pt idx="653">
                  <c:v>-67.68614011</c:v>
                </c:pt>
                <c:pt idx="654">
                  <c:v>-67.68614011</c:v>
                </c:pt>
                <c:pt idx="655">
                  <c:v>-66.63536344000001</c:v>
                </c:pt>
                <c:pt idx="656">
                  <c:v>-66.63536344000001</c:v>
                </c:pt>
                <c:pt idx="657">
                  <c:v>-65.59416597000001</c:v>
                </c:pt>
                <c:pt idx="658">
                  <c:v>-65.59416597000001</c:v>
                </c:pt>
                <c:pt idx="659">
                  <c:v>-64.56247968</c:v>
                </c:pt>
                <c:pt idx="660">
                  <c:v>-64.56247968</c:v>
                </c:pt>
                <c:pt idx="661">
                  <c:v>-63.54037754</c:v>
                </c:pt>
                <c:pt idx="662">
                  <c:v>-63.54037754</c:v>
                </c:pt>
                <c:pt idx="663">
                  <c:v>-62.52779907</c:v>
                </c:pt>
                <c:pt idx="664">
                  <c:v>-62.52779907</c:v>
                </c:pt>
                <c:pt idx="665">
                  <c:v>-61.52478381</c:v>
                </c:pt>
                <c:pt idx="666">
                  <c:v>-61.52478381</c:v>
                </c:pt>
                <c:pt idx="667">
                  <c:v>-60.53131391</c:v>
                </c:pt>
                <c:pt idx="668">
                  <c:v>-60.53131391</c:v>
                </c:pt>
                <c:pt idx="669">
                  <c:v>-59.54736462</c:v>
                </c:pt>
                <c:pt idx="670">
                  <c:v>-59.54736462</c:v>
                </c:pt>
                <c:pt idx="671">
                  <c:v>-58.57293911</c:v>
                </c:pt>
                <c:pt idx="672">
                  <c:v>-58.57293911</c:v>
                </c:pt>
                <c:pt idx="673">
                  <c:v>-57.60812121</c:v>
                </c:pt>
                <c:pt idx="674">
                  <c:v>-57.60812121</c:v>
                </c:pt>
                <c:pt idx="675">
                  <c:v>-56.6528248</c:v>
                </c:pt>
                <c:pt idx="676">
                  <c:v>-56.6528248</c:v>
                </c:pt>
                <c:pt idx="677">
                  <c:v>-55.70704712</c:v>
                </c:pt>
                <c:pt idx="678">
                  <c:v>-55.70704712</c:v>
                </c:pt>
                <c:pt idx="679">
                  <c:v>-54.77081876</c:v>
                </c:pt>
                <c:pt idx="680">
                  <c:v>-54.77081876</c:v>
                </c:pt>
                <c:pt idx="681">
                  <c:v>-53.84416134</c:v>
                </c:pt>
                <c:pt idx="682">
                  <c:v>-53.84416134</c:v>
                </c:pt>
                <c:pt idx="683">
                  <c:v>-52.9270142</c:v>
                </c:pt>
                <c:pt idx="684">
                  <c:v>-52.9270142</c:v>
                </c:pt>
                <c:pt idx="685">
                  <c:v>-52.01943925</c:v>
                </c:pt>
                <c:pt idx="686">
                  <c:v>-52.01943925</c:v>
                </c:pt>
                <c:pt idx="687">
                  <c:v>-51.12141904</c:v>
                </c:pt>
                <c:pt idx="688">
                  <c:v>-51.12141904</c:v>
                </c:pt>
                <c:pt idx="689">
                  <c:v>-50.23292395</c:v>
                </c:pt>
                <c:pt idx="690">
                  <c:v>-50.23292395</c:v>
                </c:pt>
                <c:pt idx="691">
                  <c:v>-49.35402881</c:v>
                </c:pt>
                <c:pt idx="692">
                  <c:v>-49.35402881</c:v>
                </c:pt>
                <c:pt idx="693">
                  <c:v>-48.4846342</c:v>
                </c:pt>
                <c:pt idx="694">
                  <c:v>-48.4846342</c:v>
                </c:pt>
                <c:pt idx="695">
                  <c:v>-47.62486146</c:v>
                </c:pt>
                <c:pt idx="696">
                  <c:v>-47.62486146</c:v>
                </c:pt>
                <c:pt idx="697">
                  <c:v>-46.77468542</c:v>
                </c:pt>
                <c:pt idx="698">
                  <c:v>-46.77468542</c:v>
                </c:pt>
                <c:pt idx="699">
                  <c:v>-46.07554336</c:v>
                </c:pt>
                <c:pt idx="700">
                  <c:v>-46.07554336</c:v>
                </c:pt>
                <c:pt idx="701">
                  <c:v>-45.38457758</c:v>
                </c:pt>
                <c:pt idx="702">
                  <c:v>-45.38457758</c:v>
                </c:pt>
                <c:pt idx="703">
                  <c:v>-44.70176632</c:v>
                </c:pt>
                <c:pt idx="704">
                  <c:v>-44.70176632</c:v>
                </c:pt>
                <c:pt idx="705">
                  <c:v>-44.0271501</c:v>
                </c:pt>
                <c:pt idx="706">
                  <c:v>-44.0271501</c:v>
                </c:pt>
                <c:pt idx="707">
                  <c:v>-43.36065829</c:v>
                </c:pt>
                <c:pt idx="708">
                  <c:v>-43.36065829</c:v>
                </c:pt>
                <c:pt idx="709">
                  <c:v>-42.70229015</c:v>
                </c:pt>
                <c:pt idx="710">
                  <c:v>-42.70229015</c:v>
                </c:pt>
                <c:pt idx="711">
                  <c:v>-42.05208206</c:v>
                </c:pt>
                <c:pt idx="712">
                  <c:v>-42.05208206</c:v>
                </c:pt>
                <c:pt idx="713">
                  <c:v>-41.40999823</c:v>
                </c:pt>
                <c:pt idx="714">
                  <c:v>-41.40999823</c:v>
                </c:pt>
                <c:pt idx="715">
                  <c:v>-40.77602105</c:v>
                </c:pt>
                <c:pt idx="716">
                  <c:v>-40.77602105</c:v>
                </c:pt>
                <c:pt idx="717">
                  <c:v>-40.1501467</c:v>
                </c:pt>
                <c:pt idx="718">
                  <c:v>-40.1501467</c:v>
                </c:pt>
                <c:pt idx="719">
                  <c:v>-39.53237046</c:v>
                </c:pt>
                <c:pt idx="720">
                  <c:v>-39.53237046</c:v>
                </c:pt>
                <c:pt idx="721">
                  <c:v>-38.9226867</c:v>
                </c:pt>
                <c:pt idx="722">
                  <c:v>-38.9226867</c:v>
                </c:pt>
                <c:pt idx="723">
                  <c:v>-38.3210888</c:v>
                </c:pt>
                <c:pt idx="724">
                  <c:v>-38.3210888</c:v>
                </c:pt>
                <c:pt idx="725">
                  <c:v>-37.72756912</c:v>
                </c:pt>
                <c:pt idx="726">
                  <c:v>-37.72756912</c:v>
                </c:pt>
                <c:pt idx="727">
                  <c:v>-37.14211896</c:v>
                </c:pt>
                <c:pt idx="728">
                  <c:v>-37.14211896</c:v>
                </c:pt>
                <c:pt idx="729">
                  <c:v>-36.5647285</c:v>
                </c:pt>
                <c:pt idx="730">
                  <c:v>-36.5647285</c:v>
                </c:pt>
                <c:pt idx="731">
                  <c:v>-35.99538679</c:v>
                </c:pt>
                <c:pt idx="732">
                  <c:v>-35.99538679</c:v>
                </c:pt>
                <c:pt idx="733">
                  <c:v>-35.43413903</c:v>
                </c:pt>
                <c:pt idx="734">
                  <c:v>-35.43413903</c:v>
                </c:pt>
                <c:pt idx="735">
                  <c:v>-34.88092452</c:v>
                </c:pt>
                <c:pt idx="736">
                  <c:v>-34.88092452</c:v>
                </c:pt>
                <c:pt idx="737">
                  <c:v>-34.33573583</c:v>
                </c:pt>
                <c:pt idx="738">
                  <c:v>-34.33573583</c:v>
                </c:pt>
                <c:pt idx="739">
                  <c:v>-33.79863009</c:v>
                </c:pt>
                <c:pt idx="740">
                  <c:v>-33.79863009</c:v>
                </c:pt>
                <c:pt idx="741">
                  <c:v>-33.26954594</c:v>
                </c:pt>
                <c:pt idx="742">
                  <c:v>-33.26954594</c:v>
                </c:pt>
                <c:pt idx="743">
                  <c:v>-32.74851327</c:v>
                </c:pt>
                <c:pt idx="744">
                  <c:v>-32.74851327</c:v>
                </c:pt>
                <c:pt idx="745">
                  <c:v>-32.23552783</c:v>
                </c:pt>
                <c:pt idx="746">
                  <c:v>-32.23552783</c:v>
                </c:pt>
                <c:pt idx="747">
                  <c:v>-31.73057099</c:v>
                </c:pt>
                <c:pt idx="748">
                  <c:v>-31.73057099</c:v>
                </c:pt>
                <c:pt idx="749">
                  <c:v>-31.23367338</c:v>
                </c:pt>
                <c:pt idx="750">
                  <c:v>-31.23367338</c:v>
                </c:pt>
                <c:pt idx="751">
                  <c:v>-30.74481301</c:v>
                </c:pt>
                <c:pt idx="752">
                  <c:v>-30.74481301</c:v>
                </c:pt>
                <c:pt idx="753">
                  <c:v>-30.26402178</c:v>
                </c:pt>
                <c:pt idx="754">
                  <c:v>-30.26402178</c:v>
                </c:pt>
                <c:pt idx="755">
                  <c:v>-29.79129663</c:v>
                </c:pt>
                <c:pt idx="756">
                  <c:v>-29.79129663</c:v>
                </c:pt>
                <c:pt idx="757">
                  <c:v>-29.32664575</c:v>
                </c:pt>
                <c:pt idx="758">
                  <c:v>-29.32664575</c:v>
                </c:pt>
                <c:pt idx="759">
                  <c:v>-28.87005506</c:v>
                </c:pt>
                <c:pt idx="760">
                  <c:v>-28.87005506</c:v>
                </c:pt>
                <c:pt idx="761">
                  <c:v>-28.42157172</c:v>
                </c:pt>
                <c:pt idx="762">
                  <c:v>-28.42157172</c:v>
                </c:pt>
                <c:pt idx="763">
                  <c:v>-27.98118257</c:v>
                </c:pt>
                <c:pt idx="764">
                  <c:v>-27.98118257</c:v>
                </c:pt>
                <c:pt idx="765">
                  <c:v>-27.54892431</c:v>
                </c:pt>
                <c:pt idx="766">
                  <c:v>-27.54892431</c:v>
                </c:pt>
                <c:pt idx="767">
                  <c:v>-27.12480084</c:v>
                </c:pt>
                <c:pt idx="768">
                  <c:v>-27.12480084</c:v>
                </c:pt>
                <c:pt idx="769">
                  <c:v>-26.70883848</c:v>
                </c:pt>
                <c:pt idx="770">
                  <c:v>-26.70883848</c:v>
                </c:pt>
                <c:pt idx="771">
                  <c:v>-26.30105974</c:v>
                </c:pt>
                <c:pt idx="772">
                  <c:v>-26.30105974</c:v>
                </c:pt>
                <c:pt idx="773">
                  <c:v>-25.90149937</c:v>
                </c:pt>
                <c:pt idx="774">
                  <c:v>-25.90149937</c:v>
                </c:pt>
                <c:pt idx="775">
                  <c:v>-25.51017548</c:v>
                </c:pt>
                <c:pt idx="776">
                  <c:v>-25.51017548</c:v>
                </c:pt>
                <c:pt idx="777">
                  <c:v>-25.12713358</c:v>
                </c:pt>
                <c:pt idx="778">
                  <c:v>-25.12713358</c:v>
                </c:pt>
                <c:pt idx="779">
                  <c:v>-24.75239633</c:v>
                </c:pt>
                <c:pt idx="780">
                  <c:v>-24.75239633</c:v>
                </c:pt>
                <c:pt idx="781">
                  <c:v>-24.38600038</c:v>
                </c:pt>
                <c:pt idx="782">
                  <c:v>-24.38600038</c:v>
                </c:pt>
                <c:pt idx="783">
                  <c:v>-24.02800262</c:v>
                </c:pt>
                <c:pt idx="784">
                  <c:v>-24.02800262</c:v>
                </c:pt>
                <c:pt idx="785">
                  <c:v>-23.67842121</c:v>
                </c:pt>
                <c:pt idx="786">
                  <c:v>-23.67842121</c:v>
                </c:pt>
                <c:pt idx="787">
                  <c:v>-23.33732108</c:v>
                </c:pt>
                <c:pt idx="788">
                  <c:v>-23.33732108</c:v>
                </c:pt>
                <c:pt idx="789">
                  <c:v>-23.00474743</c:v>
                </c:pt>
                <c:pt idx="790">
                  <c:v>-23.00474743</c:v>
                </c:pt>
                <c:pt idx="791">
                  <c:v>-22.68074201</c:v>
                </c:pt>
                <c:pt idx="792">
                  <c:v>-22.68074201</c:v>
                </c:pt>
                <c:pt idx="793">
                  <c:v>-22.3653691</c:v>
                </c:pt>
                <c:pt idx="794">
                  <c:v>-22.3653691</c:v>
                </c:pt>
                <c:pt idx="795">
                  <c:v>-22.05867956</c:v>
                </c:pt>
                <c:pt idx="796">
                  <c:v>-22.05867956</c:v>
                </c:pt>
                <c:pt idx="797">
                  <c:v>-21.76074851</c:v>
                </c:pt>
                <c:pt idx="798">
                  <c:v>-21.76074851</c:v>
                </c:pt>
                <c:pt idx="799">
                  <c:v>-21.47163973</c:v>
                </c:pt>
                <c:pt idx="800">
                  <c:v>-21.47163973</c:v>
                </c:pt>
                <c:pt idx="801">
                  <c:v>-21.19142031</c:v>
                </c:pt>
                <c:pt idx="802">
                  <c:v>-21.19142032</c:v>
                </c:pt>
                <c:pt idx="803">
                  <c:v>-20.92017555</c:v>
                </c:pt>
                <c:pt idx="804">
                  <c:v>-20.92017555</c:v>
                </c:pt>
                <c:pt idx="805">
                  <c:v>-20.65798387</c:v>
                </c:pt>
                <c:pt idx="806">
                  <c:v>-20.65798387</c:v>
                </c:pt>
                <c:pt idx="807">
                  <c:v>-20.40494826</c:v>
                </c:pt>
                <c:pt idx="808">
                  <c:v>-20.40494826</c:v>
                </c:pt>
                <c:pt idx="809">
                  <c:v>-20.16116031</c:v>
                </c:pt>
                <c:pt idx="810">
                  <c:v>-20.16116031</c:v>
                </c:pt>
                <c:pt idx="811">
                  <c:v>-19.92673784</c:v>
                </c:pt>
                <c:pt idx="812">
                  <c:v>-19.92673784</c:v>
                </c:pt>
                <c:pt idx="813">
                  <c:v>-19.70180246</c:v>
                </c:pt>
                <c:pt idx="814">
                  <c:v>-19.70180246</c:v>
                </c:pt>
                <c:pt idx="815">
                  <c:v>-19.48649633</c:v>
                </c:pt>
                <c:pt idx="816">
                  <c:v>-19.48649633</c:v>
                </c:pt>
                <c:pt idx="817">
                  <c:v>-19.28097315</c:v>
                </c:pt>
                <c:pt idx="818">
                  <c:v>-19.28097315</c:v>
                </c:pt>
                <c:pt idx="819">
                  <c:v>-19.08541998</c:v>
                </c:pt>
                <c:pt idx="820">
                  <c:v>-19.08541998</c:v>
                </c:pt>
                <c:pt idx="821">
                  <c:v>-18.9000497</c:v>
                </c:pt>
                <c:pt idx="822">
                  <c:v>-18.9000497</c:v>
                </c:pt>
                <c:pt idx="823">
                  <c:v>-18.72512297</c:v>
                </c:pt>
                <c:pt idx="824">
                  <c:v>-18.72512297</c:v>
                </c:pt>
                <c:pt idx="825">
                  <c:v>-18.5609695</c:v>
                </c:pt>
                <c:pt idx="826">
                  <c:v>-18.5609695</c:v>
                </c:pt>
                <c:pt idx="827">
                  <c:v>-18.40803646</c:v>
                </c:pt>
                <c:pt idx="828">
                  <c:v>-18.40803646</c:v>
                </c:pt>
                <c:pt idx="829">
                  <c:v>-18.26703101</c:v>
                </c:pt>
                <c:pt idx="830">
                  <c:v>-18.26703101</c:v>
                </c:pt>
                <c:pt idx="831">
                  <c:v>-18.21436717</c:v>
                </c:pt>
                <c:pt idx="832">
                  <c:v>-18.21436717</c:v>
                </c:pt>
                <c:pt idx="833">
                  <c:v>-18.17641028</c:v>
                </c:pt>
                <c:pt idx="834">
                  <c:v>-18.17641028</c:v>
                </c:pt>
                <c:pt idx="835">
                  <c:v>-18.13845339</c:v>
                </c:pt>
                <c:pt idx="836">
                  <c:v>-18.13845339</c:v>
                </c:pt>
                <c:pt idx="837">
                  <c:v>-18.1004965</c:v>
                </c:pt>
                <c:pt idx="838">
                  <c:v>-18.1004965</c:v>
                </c:pt>
                <c:pt idx="839">
                  <c:v>-18.06253961</c:v>
                </c:pt>
                <c:pt idx="840">
                  <c:v>-18.06253961</c:v>
                </c:pt>
                <c:pt idx="841">
                  <c:v>-18.02458272</c:v>
                </c:pt>
                <c:pt idx="842">
                  <c:v>-18.02458272</c:v>
                </c:pt>
                <c:pt idx="843">
                  <c:v>-17.98662582</c:v>
                </c:pt>
                <c:pt idx="844">
                  <c:v>-17.98662582</c:v>
                </c:pt>
                <c:pt idx="845">
                  <c:v>-17.94866893</c:v>
                </c:pt>
                <c:pt idx="846">
                  <c:v>-17.94866893</c:v>
                </c:pt>
                <c:pt idx="847">
                  <c:v>-17.91071204</c:v>
                </c:pt>
                <c:pt idx="848">
                  <c:v>-17.91071204</c:v>
                </c:pt>
                <c:pt idx="849">
                  <c:v>-17.87275515</c:v>
                </c:pt>
                <c:pt idx="850">
                  <c:v>-17.87275515</c:v>
                </c:pt>
                <c:pt idx="851">
                  <c:v>-17.83479825</c:v>
                </c:pt>
                <c:pt idx="852">
                  <c:v>-17.83479825</c:v>
                </c:pt>
                <c:pt idx="853">
                  <c:v>-17.79684136</c:v>
                </c:pt>
                <c:pt idx="854">
                  <c:v>-17.79684136</c:v>
                </c:pt>
                <c:pt idx="855">
                  <c:v>-17.75888447</c:v>
                </c:pt>
                <c:pt idx="856">
                  <c:v>-17.75888447</c:v>
                </c:pt>
                <c:pt idx="857">
                  <c:v>-17.72092757</c:v>
                </c:pt>
                <c:pt idx="858">
                  <c:v>-17.72092757</c:v>
                </c:pt>
                <c:pt idx="859">
                  <c:v>-17.68297068</c:v>
                </c:pt>
                <c:pt idx="860">
                  <c:v>-17.68297068</c:v>
                </c:pt>
                <c:pt idx="861">
                  <c:v>-17.64501379</c:v>
                </c:pt>
                <c:pt idx="862">
                  <c:v>-17.64501379</c:v>
                </c:pt>
                <c:pt idx="863">
                  <c:v>-17.6070569</c:v>
                </c:pt>
                <c:pt idx="864">
                  <c:v>-17.6070569</c:v>
                </c:pt>
                <c:pt idx="865">
                  <c:v>-17.56910001</c:v>
                </c:pt>
                <c:pt idx="866">
                  <c:v>-17.56910001</c:v>
                </c:pt>
                <c:pt idx="867">
                  <c:v>-17.53114312</c:v>
                </c:pt>
                <c:pt idx="868">
                  <c:v>-17.53114312</c:v>
                </c:pt>
                <c:pt idx="869">
                  <c:v>-17.49318623</c:v>
                </c:pt>
                <c:pt idx="870">
                  <c:v>-17.49318623</c:v>
                </c:pt>
                <c:pt idx="871">
                  <c:v>-17.45522934</c:v>
                </c:pt>
                <c:pt idx="872">
                  <c:v>-17.45522934</c:v>
                </c:pt>
                <c:pt idx="873">
                  <c:v>-17.41727245</c:v>
                </c:pt>
                <c:pt idx="874">
                  <c:v>-17.41727245</c:v>
                </c:pt>
                <c:pt idx="875">
                  <c:v>-17.37931556</c:v>
                </c:pt>
                <c:pt idx="876">
                  <c:v>-17.37931556</c:v>
                </c:pt>
                <c:pt idx="877">
                  <c:v>-17.34135867</c:v>
                </c:pt>
                <c:pt idx="878">
                  <c:v>-17.34135867</c:v>
                </c:pt>
                <c:pt idx="879">
                  <c:v>-17.30340178</c:v>
                </c:pt>
                <c:pt idx="880">
                  <c:v>-17.30340178</c:v>
                </c:pt>
                <c:pt idx="881">
                  <c:v>-17.26544489</c:v>
                </c:pt>
                <c:pt idx="882">
                  <c:v>-17.26544489</c:v>
                </c:pt>
                <c:pt idx="883">
                  <c:v>-17.227488</c:v>
                </c:pt>
                <c:pt idx="884">
                  <c:v>-17.227488</c:v>
                </c:pt>
                <c:pt idx="885">
                  <c:v>-17.18953111</c:v>
                </c:pt>
                <c:pt idx="886">
                  <c:v>-17.18953111</c:v>
                </c:pt>
                <c:pt idx="887">
                  <c:v>-17.15157422</c:v>
                </c:pt>
                <c:pt idx="888">
                  <c:v>-17.15157422</c:v>
                </c:pt>
                <c:pt idx="889">
                  <c:v>-17.11361733</c:v>
                </c:pt>
                <c:pt idx="890">
                  <c:v>-17.11361733</c:v>
                </c:pt>
                <c:pt idx="891">
                  <c:v>-17.07566044</c:v>
                </c:pt>
                <c:pt idx="892">
                  <c:v>-17.07566044</c:v>
                </c:pt>
                <c:pt idx="893">
                  <c:v>-17.03770356</c:v>
                </c:pt>
                <c:pt idx="894">
                  <c:v>-17.03770356</c:v>
                </c:pt>
                <c:pt idx="895">
                  <c:v>-16.99974667</c:v>
                </c:pt>
                <c:pt idx="896">
                  <c:v>-16.99974667</c:v>
                </c:pt>
                <c:pt idx="897">
                  <c:v>-16.96178978</c:v>
                </c:pt>
                <c:pt idx="898">
                  <c:v>-16.96178978</c:v>
                </c:pt>
                <c:pt idx="899">
                  <c:v>-16.92383289</c:v>
                </c:pt>
                <c:pt idx="900">
                  <c:v>-16.92383289</c:v>
                </c:pt>
                <c:pt idx="901">
                  <c:v>-16.88587601</c:v>
                </c:pt>
                <c:pt idx="902">
                  <c:v>-16.88587601</c:v>
                </c:pt>
                <c:pt idx="903">
                  <c:v>-16.84791912</c:v>
                </c:pt>
                <c:pt idx="904">
                  <c:v>-16.84791912</c:v>
                </c:pt>
                <c:pt idx="905">
                  <c:v>-16.80996223</c:v>
                </c:pt>
                <c:pt idx="906">
                  <c:v>-16.80996223</c:v>
                </c:pt>
                <c:pt idx="907">
                  <c:v>-16.77200534</c:v>
                </c:pt>
                <c:pt idx="908">
                  <c:v>-16.77200534</c:v>
                </c:pt>
                <c:pt idx="909">
                  <c:v>-16.73404845</c:v>
                </c:pt>
                <c:pt idx="910">
                  <c:v>-16.73404845</c:v>
                </c:pt>
                <c:pt idx="911">
                  <c:v>-16.69609157</c:v>
                </c:pt>
                <c:pt idx="912">
                  <c:v>-16.69609157</c:v>
                </c:pt>
                <c:pt idx="913">
                  <c:v>-16.65813468</c:v>
                </c:pt>
                <c:pt idx="914">
                  <c:v>-16.65813468</c:v>
                </c:pt>
                <c:pt idx="915">
                  <c:v>-16.62017779</c:v>
                </c:pt>
                <c:pt idx="916">
                  <c:v>-16.62017779</c:v>
                </c:pt>
                <c:pt idx="917">
                  <c:v>-16.5822209</c:v>
                </c:pt>
                <c:pt idx="918">
                  <c:v>-16.5822209</c:v>
                </c:pt>
                <c:pt idx="919">
                  <c:v>-16.54426402</c:v>
                </c:pt>
                <c:pt idx="920">
                  <c:v>-16.54426402</c:v>
                </c:pt>
                <c:pt idx="921">
                  <c:v>-16.50630713</c:v>
                </c:pt>
                <c:pt idx="922">
                  <c:v>-16.50630713</c:v>
                </c:pt>
                <c:pt idx="923">
                  <c:v>-16.46835024</c:v>
                </c:pt>
                <c:pt idx="924">
                  <c:v>-16.46835024</c:v>
                </c:pt>
                <c:pt idx="925">
                  <c:v>-16.43039335</c:v>
                </c:pt>
                <c:pt idx="926">
                  <c:v>-16.43039335</c:v>
                </c:pt>
                <c:pt idx="927">
                  <c:v>-16.39243646</c:v>
                </c:pt>
                <c:pt idx="928">
                  <c:v>-16.39243646</c:v>
                </c:pt>
                <c:pt idx="929">
                  <c:v>-16.35447957</c:v>
                </c:pt>
                <c:pt idx="930">
                  <c:v>-16.35447957</c:v>
                </c:pt>
                <c:pt idx="931">
                  <c:v>-16.31652268</c:v>
                </c:pt>
                <c:pt idx="932">
                  <c:v>-16.31652268</c:v>
                </c:pt>
                <c:pt idx="933">
                  <c:v>-16.27856579</c:v>
                </c:pt>
                <c:pt idx="934">
                  <c:v>-16.27856579</c:v>
                </c:pt>
                <c:pt idx="935">
                  <c:v>-16.2406089</c:v>
                </c:pt>
                <c:pt idx="936">
                  <c:v>-16.2406089</c:v>
                </c:pt>
                <c:pt idx="937">
                  <c:v>-16.20265201</c:v>
                </c:pt>
                <c:pt idx="938">
                  <c:v>-16.20265201</c:v>
                </c:pt>
                <c:pt idx="939">
                  <c:v>-16.16469512</c:v>
                </c:pt>
                <c:pt idx="940">
                  <c:v>-16.16469512</c:v>
                </c:pt>
                <c:pt idx="941">
                  <c:v>-16.12673823</c:v>
                </c:pt>
                <c:pt idx="942">
                  <c:v>-16.12673823</c:v>
                </c:pt>
                <c:pt idx="943">
                  <c:v>-16.08878134</c:v>
                </c:pt>
                <c:pt idx="944">
                  <c:v>-16.08878134</c:v>
                </c:pt>
                <c:pt idx="945">
                  <c:v>-16.05082445</c:v>
                </c:pt>
                <c:pt idx="946">
                  <c:v>-16.05082445</c:v>
                </c:pt>
                <c:pt idx="947">
                  <c:v>-16.01286756</c:v>
                </c:pt>
                <c:pt idx="948">
                  <c:v>-16.01286756</c:v>
                </c:pt>
                <c:pt idx="949">
                  <c:v>-15.97491067</c:v>
                </c:pt>
                <c:pt idx="950">
                  <c:v>-15.97491067</c:v>
                </c:pt>
                <c:pt idx="951">
                  <c:v>-15.93695378</c:v>
                </c:pt>
                <c:pt idx="952">
                  <c:v>-15.93695378</c:v>
                </c:pt>
                <c:pt idx="953">
                  <c:v>-15.89899689</c:v>
                </c:pt>
                <c:pt idx="954">
                  <c:v>-15.89899689</c:v>
                </c:pt>
                <c:pt idx="955">
                  <c:v>-15.86104</c:v>
                </c:pt>
                <c:pt idx="956">
                  <c:v>-15.86104</c:v>
                </c:pt>
                <c:pt idx="957">
                  <c:v>-15.82308311</c:v>
                </c:pt>
                <c:pt idx="958">
                  <c:v>-15.82308311</c:v>
                </c:pt>
                <c:pt idx="959">
                  <c:v>-15.78512623</c:v>
                </c:pt>
                <c:pt idx="960">
                  <c:v>-15.78512623</c:v>
                </c:pt>
                <c:pt idx="961">
                  <c:v>-15.74716934</c:v>
                </c:pt>
                <c:pt idx="962">
                  <c:v>-15.74716934</c:v>
                </c:pt>
                <c:pt idx="963">
                  <c:v>-15.70921245</c:v>
                </c:pt>
                <c:pt idx="964">
                  <c:v>-15.70921245</c:v>
                </c:pt>
                <c:pt idx="965">
                  <c:v>-15.67125555</c:v>
                </c:pt>
                <c:pt idx="966">
                  <c:v>-15.67125555</c:v>
                </c:pt>
                <c:pt idx="967">
                  <c:v>-15.63329866</c:v>
                </c:pt>
                <c:pt idx="968">
                  <c:v>-15.63329866</c:v>
                </c:pt>
                <c:pt idx="969">
                  <c:v>-15.67125549</c:v>
                </c:pt>
                <c:pt idx="970">
                  <c:v>-15.67125549</c:v>
                </c:pt>
                <c:pt idx="971">
                  <c:v>-15.70921238</c:v>
                </c:pt>
                <c:pt idx="972">
                  <c:v>-15.70921238</c:v>
                </c:pt>
                <c:pt idx="973">
                  <c:v>-15.74716927</c:v>
                </c:pt>
                <c:pt idx="974">
                  <c:v>-15.74716927</c:v>
                </c:pt>
                <c:pt idx="975">
                  <c:v>-15.78512615</c:v>
                </c:pt>
                <c:pt idx="976">
                  <c:v>-15.78512615</c:v>
                </c:pt>
                <c:pt idx="977">
                  <c:v>-15.82308304</c:v>
                </c:pt>
                <c:pt idx="978">
                  <c:v>-15.82308304</c:v>
                </c:pt>
                <c:pt idx="979">
                  <c:v>-15.86103992</c:v>
                </c:pt>
                <c:pt idx="980">
                  <c:v>-15.86103992</c:v>
                </c:pt>
                <c:pt idx="981">
                  <c:v>-15.89899681</c:v>
                </c:pt>
                <c:pt idx="982">
                  <c:v>-15.89899681</c:v>
                </c:pt>
                <c:pt idx="983">
                  <c:v>-15.9369537</c:v>
                </c:pt>
                <c:pt idx="984">
                  <c:v>-15.9369537</c:v>
                </c:pt>
                <c:pt idx="985">
                  <c:v>-15.97491058</c:v>
                </c:pt>
                <c:pt idx="986">
                  <c:v>-15.97491058</c:v>
                </c:pt>
                <c:pt idx="987">
                  <c:v>-16.01286747</c:v>
                </c:pt>
                <c:pt idx="988">
                  <c:v>-16.01286747</c:v>
                </c:pt>
                <c:pt idx="989">
                  <c:v>-16.05082436</c:v>
                </c:pt>
                <c:pt idx="990">
                  <c:v>-16.05082436</c:v>
                </c:pt>
                <c:pt idx="991">
                  <c:v>-16.08878124</c:v>
                </c:pt>
                <c:pt idx="992">
                  <c:v>-16.08878124</c:v>
                </c:pt>
                <c:pt idx="993">
                  <c:v>-16.12673813</c:v>
                </c:pt>
                <c:pt idx="994">
                  <c:v>-16.12673813</c:v>
                </c:pt>
                <c:pt idx="995">
                  <c:v>-16.16469502</c:v>
                </c:pt>
                <c:pt idx="996">
                  <c:v>-16.16469502</c:v>
                </c:pt>
                <c:pt idx="997">
                  <c:v>-16.20265191</c:v>
                </c:pt>
                <c:pt idx="998">
                  <c:v>-16.20265191</c:v>
                </c:pt>
                <c:pt idx="999">
                  <c:v>-16.24060879</c:v>
                </c:pt>
                <c:pt idx="1000">
                  <c:v>-16.24060879</c:v>
                </c:pt>
                <c:pt idx="1001">
                  <c:v>-16.27856568</c:v>
                </c:pt>
                <c:pt idx="1002">
                  <c:v>-16.27856568</c:v>
                </c:pt>
                <c:pt idx="1003">
                  <c:v>-16.31652257</c:v>
                </c:pt>
                <c:pt idx="1004">
                  <c:v>-16.31652257</c:v>
                </c:pt>
                <c:pt idx="1005">
                  <c:v>-16.35447946</c:v>
                </c:pt>
                <c:pt idx="1006">
                  <c:v>-16.35447946</c:v>
                </c:pt>
                <c:pt idx="1007">
                  <c:v>-16.39243635</c:v>
                </c:pt>
                <c:pt idx="1008">
                  <c:v>-16.39243635</c:v>
                </c:pt>
                <c:pt idx="1009">
                  <c:v>-16.43039323</c:v>
                </c:pt>
                <c:pt idx="1010">
                  <c:v>-16.43039323</c:v>
                </c:pt>
                <c:pt idx="1011">
                  <c:v>-16.46835012</c:v>
                </c:pt>
                <c:pt idx="1012">
                  <c:v>-16.46835012</c:v>
                </c:pt>
                <c:pt idx="1013">
                  <c:v>-16.50630701</c:v>
                </c:pt>
                <c:pt idx="1014">
                  <c:v>-16.50630701</c:v>
                </c:pt>
                <c:pt idx="1015">
                  <c:v>-16.54426389</c:v>
                </c:pt>
                <c:pt idx="1016">
                  <c:v>-16.54426389</c:v>
                </c:pt>
                <c:pt idx="1017">
                  <c:v>-16.58222078</c:v>
                </c:pt>
                <c:pt idx="1018">
                  <c:v>-16.58222078</c:v>
                </c:pt>
                <c:pt idx="1019">
                  <c:v>-16.62017767</c:v>
                </c:pt>
                <c:pt idx="1020">
                  <c:v>-16.62017767</c:v>
                </c:pt>
                <c:pt idx="1021">
                  <c:v>-16.65813455</c:v>
                </c:pt>
                <c:pt idx="1022">
                  <c:v>-16.65813455</c:v>
                </c:pt>
                <c:pt idx="1023">
                  <c:v>-16.69609144</c:v>
                </c:pt>
                <c:pt idx="1024">
                  <c:v>-16.69609144</c:v>
                </c:pt>
                <c:pt idx="1025">
                  <c:v>-16.73404833</c:v>
                </c:pt>
                <c:pt idx="1026">
                  <c:v>-16.73404833</c:v>
                </c:pt>
                <c:pt idx="1027">
                  <c:v>-16.77200521</c:v>
                </c:pt>
                <c:pt idx="1028">
                  <c:v>-16.77200521</c:v>
                </c:pt>
                <c:pt idx="1029">
                  <c:v>-16.8099621</c:v>
                </c:pt>
                <c:pt idx="1030">
                  <c:v>-16.8099621</c:v>
                </c:pt>
                <c:pt idx="1031">
                  <c:v>-16.84791899</c:v>
                </c:pt>
                <c:pt idx="1032">
                  <c:v>-16.84791899</c:v>
                </c:pt>
                <c:pt idx="1033">
                  <c:v>-16.88587587</c:v>
                </c:pt>
                <c:pt idx="1034">
                  <c:v>-16.88587587</c:v>
                </c:pt>
                <c:pt idx="1035">
                  <c:v>-16.92383276</c:v>
                </c:pt>
                <c:pt idx="1036">
                  <c:v>-16.92383276</c:v>
                </c:pt>
                <c:pt idx="1037">
                  <c:v>-16.96178964</c:v>
                </c:pt>
                <c:pt idx="1038">
                  <c:v>-16.96178964</c:v>
                </c:pt>
                <c:pt idx="1039">
                  <c:v>-16.99974653</c:v>
                </c:pt>
                <c:pt idx="1040">
                  <c:v>-16.99974653</c:v>
                </c:pt>
                <c:pt idx="1041">
                  <c:v>-17.03770342</c:v>
                </c:pt>
                <c:pt idx="1042">
                  <c:v>-17.03770342</c:v>
                </c:pt>
                <c:pt idx="1043">
                  <c:v>-17.0756603</c:v>
                </c:pt>
                <c:pt idx="1044">
                  <c:v>-17.0756603</c:v>
                </c:pt>
                <c:pt idx="1045">
                  <c:v>-17.11361719</c:v>
                </c:pt>
                <c:pt idx="1046">
                  <c:v>-17.11361719</c:v>
                </c:pt>
                <c:pt idx="1047">
                  <c:v>-17.15157408</c:v>
                </c:pt>
                <c:pt idx="1048">
                  <c:v>-17.15157408</c:v>
                </c:pt>
                <c:pt idx="1049">
                  <c:v>-17.18953097</c:v>
                </c:pt>
                <c:pt idx="1050">
                  <c:v>-17.18953097</c:v>
                </c:pt>
                <c:pt idx="1051">
                  <c:v>-17.22748786</c:v>
                </c:pt>
                <c:pt idx="1052">
                  <c:v>-17.22748786</c:v>
                </c:pt>
                <c:pt idx="1053">
                  <c:v>-17.26544474</c:v>
                </c:pt>
                <c:pt idx="1054">
                  <c:v>-17.26544474</c:v>
                </c:pt>
                <c:pt idx="1055">
                  <c:v>-17.30340163</c:v>
                </c:pt>
                <c:pt idx="1056">
                  <c:v>-17.30340163</c:v>
                </c:pt>
                <c:pt idx="1057">
                  <c:v>-17.34135852</c:v>
                </c:pt>
                <c:pt idx="1058">
                  <c:v>-17.34135852</c:v>
                </c:pt>
                <c:pt idx="1059">
                  <c:v>-17.37931541</c:v>
                </c:pt>
                <c:pt idx="1060">
                  <c:v>-17.37931541</c:v>
                </c:pt>
                <c:pt idx="1061">
                  <c:v>-17.4172723</c:v>
                </c:pt>
                <c:pt idx="1062">
                  <c:v>-17.4172723</c:v>
                </c:pt>
                <c:pt idx="1063">
                  <c:v>-17.45522919</c:v>
                </c:pt>
                <c:pt idx="1064">
                  <c:v>-17.45522919</c:v>
                </c:pt>
                <c:pt idx="1065">
                  <c:v>-17.49318608</c:v>
                </c:pt>
                <c:pt idx="1066">
                  <c:v>-17.49318608</c:v>
                </c:pt>
                <c:pt idx="1067">
                  <c:v>-17.53114297</c:v>
                </c:pt>
                <c:pt idx="1068">
                  <c:v>-17.53114297</c:v>
                </c:pt>
                <c:pt idx="1069">
                  <c:v>-17.56909986</c:v>
                </c:pt>
                <c:pt idx="1070">
                  <c:v>-17.56909986</c:v>
                </c:pt>
                <c:pt idx="1071">
                  <c:v>-17.60705675</c:v>
                </c:pt>
                <c:pt idx="1072">
                  <c:v>-17.60705675</c:v>
                </c:pt>
                <c:pt idx="1073">
                  <c:v>-17.64501364</c:v>
                </c:pt>
                <c:pt idx="1074">
                  <c:v>-17.64501364</c:v>
                </c:pt>
                <c:pt idx="1075">
                  <c:v>-17.68297053</c:v>
                </c:pt>
                <c:pt idx="1076">
                  <c:v>-17.68297053</c:v>
                </c:pt>
                <c:pt idx="1077">
                  <c:v>-17.72092742</c:v>
                </c:pt>
                <c:pt idx="1078">
                  <c:v>-17.72092742</c:v>
                </c:pt>
                <c:pt idx="1079">
                  <c:v>-17.75888431</c:v>
                </c:pt>
                <c:pt idx="1080">
                  <c:v>-17.75888431</c:v>
                </c:pt>
                <c:pt idx="1081">
                  <c:v>-17.7968412</c:v>
                </c:pt>
                <c:pt idx="1082">
                  <c:v>-17.7968412</c:v>
                </c:pt>
                <c:pt idx="1083">
                  <c:v>-17.83479809</c:v>
                </c:pt>
                <c:pt idx="1084">
                  <c:v>-17.83479809</c:v>
                </c:pt>
                <c:pt idx="1085">
                  <c:v>-17.87275498</c:v>
                </c:pt>
                <c:pt idx="1086">
                  <c:v>-17.87275498</c:v>
                </c:pt>
                <c:pt idx="1087">
                  <c:v>-17.91071187</c:v>
                </c:pt>
                <c:pt idx="1088">
                  <c:v>-17.91071187</c:v>
                </c:pt>
                <c:pt idx="1089">
                  <c:v>-17.94866877</c:v>
                </c:pt>
                <c:pt idx="1090">
                  <c:v>-17.94866877</c:v>
                </c:pt>
                <c:pt idx="1091">
                  <c:v>-17.98662566</c:v>
                </c:pt>
                <c:pt idx="1092">
                  <c:v>-17.98662566</c:v>
                </c:pt>
                <c:pt idx="1093">
                  <c:v>-18.02458255</c:v>
                </c:pt>
                <c:pt idx="1094">
                  <c:v>-18.02458255</c:v>
                </c:pt>
                <c:pt idx="1095">
                  <c:v>-18.06253944</c:v>
                </c:pt>
                <c:pt idx="1096">
                  <c:v>-18.06253944</c:v>
                </c:pt>
                <c:pt idx="1097">
                  <c:v>-18.10049632</c:v>
                </c:pt>
                <c:pt idx="1098">
                  <c:v>-18.10049632</c:v>
                </c:pt>
                <c:pt idx="1099">
                  <c:v>-18.13845321</c:v>
                </c:pt>
                <c:pt idx="1100">
                  <c:v>-18.13845321</c:v>
                </c:pt>
                <c:pt idx="1101">
                  <c:v>-18.1764101</c:v>
                </c:pt>
                <c:pt idx="1102">
                  <c:v>-18.1764101</c:v>
                </c:pt>
                <c:pt idx="1103">
                  <c:v>-18.21436699</c:v>
                </c:pt>
                <c:pt idx="1104">
                  <c:v>-18.21436699</c:v>
                </c:pt>
                <c:pt idx="1105">
                  <c:v>-18.26703085</c:v>
                </c:pt>
                <c:pt idx="1106">
                  <c:v>-18.26703085</c:v>
                </c:pt>
                <c:pt idx="1107">
                  <c:v>-18.40803631</c:v>
                </c:pt>
                <c:pt idx="1108">
                  <c:v>-18.40803631</c:v>
                </c:pt>
                <c:pt idx="1109">
                  <c:v>-18.56096935</c:v>
                </c:pt>
                <c:pt idx="1110">
                  <c:v>-18.56096935</c:v>
                </c:pt>
                <c:pt idx="1111">
                  <c:v>-18.72512282</c:v>
                </c:pt>
                <c:pt idx="1112">
                  <c:v>-18.72512282</c:v>
                </c:pt>
                <c:pt idx="1113">
                  <c:v>-18.90004956</c:v>
                </c:pt>
                <c:pt idx="1114">
                  <c:v>-18.90004956</c:v>
                </c:pt>
                <c:pt idx="1115">
                  <c:v>-19.08541984</c:v>
                </c:pt>
                <c:pt idx="1116">
                  <c:v>-19.08541984</c:v>
                </c:pt>
                <c:pt idx="1117">
                  <c:v>-19.28097301</c:v>
                </c:pt>
                <c:pt idx="1118">
                  <c:v>-19.28097301</c:v>
                </c:pt>
                <c:pt idx="1119">
                  <c:v>-19.4864962</c:v>
                </c:pt>
                <c:pt idx="1120">
                  <c:v>-19.4864962</c:v>
                </c:pt>
                <c:pt idx="1121">
                  <c:v>-19.70180234</c:v>
                </c:pt>
                <c:pt idx="1122">
                  <c:v>-19.70180234</c:v>
                </c:pt>
                <c:pt idx="1123">
                  <c:v>-19.92673771</c:v>
                </c:pt>
                <c:pt idx="1124">
                  <c:v>-19.92673771</c:v>
                </c:pt>
                <c:pt idx="1125">
                  <c:v>-20.16116019</c:v>
                </c:pt>
                <c:pt idx="1126">
                  <c:v>-20.16116019</c:v>
                </c:pt>
                <c:pt idx="1127">
                  <c:v>-20.40494814</c:v>
                </c:pt>
                <c:pt idx="1128">
                  <c:v>-20.40494814</c:v>
                </c:pt>
                <c:pt idx="1129">
                  <c:v>-20.65798376</c:v>
                </c:pt>
                <c:pt idx="1130">
                  <c:v>-20.65798376</c:v>
                </c:pt>
                <c:pt idx="1131">
                  <c:v>-20.92017544</c:v>
                </c:pt>
                <c:pt idx="1132">
                  <c:v>-20.92017544</c:v>
                </c:pt>
                <c:pt idx="1133">
                  <c:v>-21.19142021</c:v>
                </c:pt>
                <c:pt idx="1134">
                  <c:v>-21.19142021</c:v>
                </c:pt>
                <c:pt idx="1135">
                  <c:v>-21.47163963</c:v>
                </c:pt>
                <c:pt idx="1136">
                  <c:v>-21.47163963</c:v>
                </c:pt>
                <c:pt idx="1137">
                  <c:v>-21.76074841</c:v>
                </c:pt>
                <c:pt idx="1138">
                  <c:v>-21.76074841</c:v>
                </c:pt>
                <c:pt idx="1139">
                  <c:v>-22.05867946</c:v>
                </c:pt>
                <c:pt idx="1140">
                  <c:v>-22.05867946</c:v>
                </c:pt>
                <c:pt idx="1141">
                  <c:v>-22.36536901</c:v>
                </c:pt>
                <c:pt idx="1142">
                  <c:v>-22.36536901</c:v>
                </c:pt>
                <c:pt idx="1143">
                  <c:v>-22.68074192</c:v>
                </c:pt>
                <c:pt idx="1144">
                  <c:v>-22.68074192</c:v>
                </c:pt>
                <c:pt idx="1145">
                  <c:v>-23.00474734</c:v>
                </c:pt>
                <c:pt idx="1146">
                  <c:v>-23.00474734</c:v>
                </c:pt>
                <c:pt idx="1147">
                  <c:v>-23.337321</c:v>
                </c:pt>
                <c:pt idx="1148">
                  <c:v>-23.337321</c:v>
                </c:pt>
                <c:pt idx="1149">
                  <c:v>-23.67842113</c:v>
                </c:pt>
                <c:pt idx="1150">
                  <c:v>-23.67842113</c:v>
                </c:pt>
                <c:pt idx="1151">
                  <c:v>-24.02800255</c:v>
                </c:pt>
                <c:pt idx="1152">
                  <c:v>-24.02800255</c:v>
                </c:pt>
                <c:pt idx="1153">
                  <c:v>-24.3860003</c:v>
                </c:pt>
                <c:pt idx="1154">
                  <c:v>-24.3860003</c:v>
                </c:pt>
                <c:pt idx="1155">
                  <c:v>-24.75239626</c:v>
                </c:pt>
                <c:pt idx="1156">
                  <c:v>-24.75239626</c:v>
                </c:pt>
                <c:pt idx="1157">
                  <c:v>-25.12713352</c:v>
                </c:pt>
                <c:pt idx="1158">
                  <c:v>-25.12713352</c:v>
                </c:pt>
                <c:pt idx="1159">
                  <c:v>-25.51017542</c:v>
                </c:pt>
                <c:pt idx="1160">
                  <c:v>-25.51017542</c:v>
                </c:pt>
                <c:pt idx="1161">
                  <c:v>-25.90149931</c:v>
                </c:pt>
                <c:pt idx="1162">
                  <c:v>-25.90149931</c:v>
                </c:pt>
                <c:pt idx="1163">
                  <c:v>-26.30105969</c:v>
                </c:pt>
                <c:pt idx="1164">
                  <c:v>-26.30105969</c:v>
                </c:pt>
                <c:pt idx="1165">
                  <c:v>-26.70883843</c:v>
                </c:pt>
                <c:pt idx="1166">
                  <c:v>-26.70883843</c:v>
                </c:pt>
                <c:pt idx="1167">
                  <c:v>-27.1248008</c:v>
                </c:pt>
                <c:pt idx="1168">
                  <c:v>-27.1248008</c:v>
                </c:pt>
                <c:pt idx="1169">
                  <c:v>-27.54892427</c:v>
                </c:pt>
                <c:pt idx="1170">
                  <c:v>-27.54892427</c:v>
                </c:pt>
                <c:pt idx="1171">
                  <c:v>-27.98118253</c:v>
                </c:pt>
                <c:pt idx="1172">
                  <c:v>-27.98118253</c:v>
                </c:pt>
                <c:pt idx="1173">
                  <c:v>-28.42157169</c:v>
                </c:pt>
                <c:pt idx="1174">
                  <c:v>-28.42157169</c:v>
                </c:pt>
                <c:pt idx="1175">
                  <c:v>-28.87005503</c:v>
                </c:pt>
                <c:pt idx="1176">
                  <c:v>-28.87005503</c:v>
                </c:pt>
                <c:pt idx="1177">
                  <c:v>-29.32664573</c:v>
                </c:pt>
                <c:pt idx="1178">
                  <c:v>-29.32664573</c:v>
                </c:pt>
                <c:pt idx="1179">
                  <c:v>-29.79129661</c:v>
                </c:pt>
                <c:pt idx="1180">
                  <c:v>-29.79129661</c:v>
                </c:pt>
                <c:pt idx="1181">
                  <c:v>-30.26402177</c:v>
                </c:pt>
                <c:pt idx="1182">
                  <c:v>-30.26402177</c:v>
                </c:pt>
                <c:pt idx="1183">
                  <c:v>-30.744813</c:v>
                </c:pt>
                <c:pt idx="1184">
                  <c:v>-30.744813</c:v>
                </c:pt>
                <c:pt idx="1185">
                  <c:v>-31.23367337</c:v>
                </c:pt>
                <c:pt idx="1186">
                  <c:v>-31.23367337</c:v>
                </c:pt>
                <c:pt idx="1187">
                  <c:v>-31.73057099</c:v>
                </c:pt>
                <c:pt idx="1188">
                  <c:v>-31.73057099</c:v>
                </c:pt>
                <c:pt idx="1189">
                  <c:v>-32.23552783</c:v>
                </c:pt>
                <c:pt idx="1190">
                  <c:v>-32.23552783</c:v>
                </c:pt>
                <c:pt idx="1191">
                  <c:v>-32.74851327</c:v>
                </c:pt>
                <c:pt idx="1192">
                  <c:v>-32.74851327</c:v>
                </c:pt>
                <c:pt idx="1193">
                  <c:v>-33.26954595</c:v>
                </c:pt>
                <c:pt idx="1194">
                  <c:v>-33.26954595</c:v>
                </c:pt>
                <c:pt idx="1195">
                  <c:v>-33.7986301</c:v>
                </c:pt>
                <c:pt idx="1196">
                  <c:v>-33.7986301</c:v>
                </c:pt>
                <c:pt idx="1197">
                  <c:v>-34.33573584</c:v>
                </c:pt>
                <c:pt idx="1198">
                  <c:v>-34.33573584</c:v>
                </c:pt>
                <c:pt idx="1199">
                  <c:v>-34.88092453</c:v>
                </c:pt>
                <c:pt idx="1200">
                  <c:v>-34.88092453</c:v>
                </c:pt>
                <c:pt idx="1201">
                  <c:v>-35.43413905</c:v>
                </c:pt>
                <c:pt idx="1202">
                  <c:v>-35.43413905</c:v>
                </c:pt>
                <c:pt idx="1203">
                  <c:v>-35.99538681</c:v>
                </c:pt>
                <c:pt idx="1204">
                  <c:v>-35.99538681</c:v>
                </c:pt>
                <c:pt idx="1205">
                  <c:v>-36.56472853</c:v>
                </c:pt>
                <c:pt idx="1206">
                  <c:v>-36.56472853</c:v>
                </c:pt>
                <c:pt idx="1207">
                  <c:v>-37.14211899</c:v>
                </c:pt>
                <c:pt idx="1208">
                  <c:v>-37.14211899</c:v>
                </c:pt>
                <c:pt idx="1209">
                  <c:v>-37.72756916</c:v>
                </c:pt>
                <c:pt idx="1210">
                  <c:v>-37.72756916</c:v>
                </c:pt>
                <c:pt idx="1211">
                  <c:v>-38.32108884</c:v>
                </c:pt>
                <c:pt idx="1212">
                  <c:v>-38.32108884</c:v>
                </c:pt>
                <c:pt idx="1213">
                  <c:v>-38.92268674</c:v>
                </c:pt>
                <c:pt idx="1214">
                  <c:v>-38.92268674</c:v>
                </c:pt>
                <c:pt idx="1215">
                  <c:v>-39.5323705</c:v>
                </c:pt>
                <c:pt idx="1216">
                  <c:v>-39.5323705</c:v>
                </c:pt>
                <c:pt idx="1217">
                  <c:v>-40.15014674</c:v>
                </c:pt>
                <c:pt idx="1218">
                  <c:v>-40.15014674</c:v>
                </c:pt>
                <c:pt idx="1219">
                  <c:v>-40.7760211</c:v>
                </c:pt>
                <c:pt idx="1220">
                  <c:v>-40.7760211</c:v>
                </c:pt>
                <c:pt idx="1221">
                  <c:v>-41.40999828</c:v>
                </c:pt>
                <c:pt idx="1222">
                  <c:v>-41.40999828</c:v>
                </c:pt>
                <c:pt idx="1223">
                  <c:v>-42.05208211</c:v>
                </c:pt>
                <c:pt idx="1224">
                  <c:v>-42.05208211</c:v>
                </c:pt>
                <c:pt idx="1225">
                  <c:v>-42.70229021</c:v>
                </c:pt>
                <c:pt idx="1226">
                  <c:v>-42.70229021</c:v>
                </c:pt>
                <c:pt idx="1227">
                  <c:v>-43.36065835</c:v>
                </c:pt>
                <c:pt idx="1228">
                  <c:v>-43.36065835</c:v>
                </c:pt>
                <c:pt idx="1229">
                  <c:v>-44.02715016</c:v>
                </c:pt>
                <c:pt idx="1230">
                  <c:v>-44.02715016</c:v>
                </c:pt>
                <c:pt idx="1231">
                  <c:v>-44.70176638</c:v>
                </c:pt>
                <c:pt idx="1232">
                  <c:v>-44.70176638</c:v>
                </c:pt>
                <c:pt idx="1233">
                  <c:v>-45.38457765</c:v>
                </c:pt>
                <c:pt idx="1234">
                  <c:v>-45.38457765</c:v>
                </c:pt>
                <c:pt idx="1235">
                  <c:v>-46.07554343</c:v>
                </c:pt>
                <c:pt idx="1236">
                  <c:v>-46.07554343</c:v>
                </c:pt>
                <c:pt idx="1237">
                  <c:v>-46.77468549</c:v>
                </c:pt>
                <c:pt idx="1238">
                  <c:v>-46.77468549</c:v>
                </c:pt>
                <c:pt idx="1239">
                  <c:v>-47.62486154</c:v>
                </c:pt>
                <c:pt idx="1240">
                  <c:v>-47.62486154</c:v>
                </c:pt>
                <c:pt idx="1241">
                  <c:v>-48.48463447</c:v>
                </c:pt>
                <c:pt idx="1242">
                  <c:v>-48.48463447</c:v>
                </c:pt>
                <c:pt idx="1243">
                  <c:v>-49.35402874</c:v>
                </c:pt>
                <c:pt idx="1244">
                  <c:v>-49.35402874</c:v>
                </c:pt>
                <c:pt idx="1245">
                  <c:v>-50.23292402</c:v>
                </c:pt>
                <c:pt idx="1246">
                  <c:v>-50.23292402</c:v>
                </c:pt>
                <c:pt idx="1247">
                  <c:v>-51.12141915</c:v>
                </c:pt>
                <c:pt idx="1248">
                  <c:v>-51.12141915</c:v>
                </c:pt>
                <c:pt idx="1249">
                  <c:v>-52.0194393</c:v>
                </c:pt>
                <c:pt idx="1250">
                  <c:v>-52.0194393</c:v>
                </c:pt>
                <c:pt idx="1251">
                  <c:v>-52.92701447</c:v>
                </c:pt>
                <c:pt idx="1252">
                  <c:v>-52.92701447</c:v>
                </c:pt>
                <c:pt idx="1253">
                  <c:v>-53.84416173</c:v>
                </c:pt>
                <c:pt idx="1254">
                  <c:v>-53.84416173</c:v>
                </c:pt>
                <c:pt idx="1255">
                  <c:v>-54.77081905</c:v>
                </c:pt>
                <c:pt idx="1256">
                  <c:v>-54.77081905</c:v>
                </c:pt>
                <c:pt idx="1257">
                  <c:v>-55.70704744</c:v>
                </c:pt>
                <c:pt idx="1258">
                  <c:v>-55.70704744</c:v>
                </c:pt>
                <c:pt idx="1259">
                  <c:v>-56.65282513</c:v>
                </c:pt>
                <c:pt idx="1260">
                  <c:v>-56.65282513</c:v>
                </c:pt>
                <c:pt idx="1261">
                  <c:v>-57.60812148</c:v>
                </c:pt>
                <c:pt idx="1262">
                  <c:v>-57.60812148</c:v>
                </c:pt>
                <c:pt idx="1263">
                  <c:v>-58.57293927</c:v>
                </c:pt>
                <c:pt idx="1264">
                  <c:v>-58.57293927</c:v>
                </c:pt>
                <c:pt idx="1265">
                  <c:v>-59.54736492</c:v>
                </c:pt>
                <c:pt idx="1266">
                  <c:v>-59.54736492</c:v>
                </c:pt>
                <c:pt idx="1267">
                  <c:v>-60.53131391</c:v>
                </c:pt>
                <c:pt idx="1268">
                  <c:v>-60.53131391</c:v>
                </c:pt>
                <c:pt idx="1269">
                  <c:v>-61.52478383</c:v>
                </c:pt>
                <c:pt idx="1270">
                  <c:v>-61.52478383</c:v>
                </c:pt>
                <c:pt idx="1271">
                  <c:v>-62.5277993</c:v>
                </c:pt>
                <c:pt idx="1272">
                  <c:v>-62.5277993</c:v>
                </c:pt>
                <c:pt idx="1273">
                  <c:v>-63.54037764</c:v>
                </c:pt>
                <c:pt idx="1274">
                  <c:v>-63.54037764</c:v>
                </c:pt>
                <c:pt idx="1275">
                  <c:v>-64.56248014000001</c:v>
                </c:pt>
                <c:pt idx="1276">
                  <c:v>-64.56248014000001</c:v>
                </c:pt>
                <c:pt idx="1277">
                  <c:v>-65.59416636</c:v>
                </c:pt>
                <c:pt idx="1278">
                  <c:v>-65.59416636</c:v>
                </c:pt>
                <c:pt idx="1279">
                  <c:v>-66.63536383</c:v>
                </c:pt>
                <c:pt idx="1280">
                  <c:v>-66.63536383</c:v>
                </c:pt>
                <c:pt idx="1281">
                  <c:v>-67.68614042</c:v>
                </c:pt>
                <c:pt idx="1282">
                  <c:v>-67.68614042</c:v>
                </c:pt>
                <c:pt idx="1283">
                  <c:v>-68.74645904</c:v>
                </c:pt>
                <c:pt idx="1284">
                  <c:v>-68.74645904</c:v>
                </c:pt>
                <c:pt idx="1285">
                  <c:v>-69.81633625000001</c:v>
                </c:pt>
                <c:pt idx="1286">
                  <c:v>-69.81633625000001</c:v>
                </c:pt>
                <c:pt idx="1287">
                  <c:v>-70.89576546000001</c:v>
                </c:pt>
                <c:pt idx="1288">
                  <c:v>-70.89576546000001</c:v>
                </c:pt>
                <c:pt idx="1289">
                  <c:v>-71.98477329000001</c:v>
                </c:pt>
                <c:pt idx="1290">
                  <c:v>-71.98477329000001</c:v>
                </c:pt>
                <c:pt idx="1291">
                  <c:v>-73.08331776</c:v>
                </c:pt>
                <c:pt idx="1292">
                  <c:v>-73.08331776</c:v>
                </c:pt>
                <c:pt idx="1293">
                  <c:v>-74.19148063</c:v>
                </c:pt>
                <c:pt idx="1294">
                  <c:v>-74.19148063</c:v>
                </c:pt>
                <c:pt idx="1295">
                  <c:v>-75.30919187000001</c:v>
                </c:pt>
                <c:pt idx="1296">
                  <c:v>-75.30919187000001</c:v>
                </c:pt>
                <c:pt idx="1297">
                  <c:v>-76.43648564999999</c:v>
                </c:pt>
                <c:pt idx="1298">
                  <c:v>-76.43648564999999</c:v>
                </c:pt>
                <c:pt idx="1299">
                  <c:v>-77.57336545</c:v>
                </c:pt>
                <c:pt idx="1300">
                  <c:v>-77.57336545</c:v>
                </c:pt>
                <c:pt idx="1301">
                  <c:v>-78.71981340000001</c:v>
                </c:pt>
                <c:pt idx="1302">
                  <c:v>-78.71981340000001</c:v>
                </c:pt>
                <c:pt idx="1303">
                  <c:v>-79.87588977999999</c:v>
                </c:pt>
                <c:pt idx="1304">
                  <c:v>-79.87588977999999</c:v>
                </c:pt>
                <c:pt idx="1305">
                  <c:v>-81.04154483000001</c:v>
                </c:pt>
                <c:pt idx="1306">
                  <c:v>-81.04154483000001</c:v>
                </c:pt>
                <c:pt idx="1307">
                  <c:v>-82.21679974</c:v>
                </c:pt>
                <c:pt idx="1308">
                  <c:v>-82.21679974</c:v>
                </c:pt>
                <c:pt idx="1309">
                  <c:v>-83.40165841</c:v>
                </c:pt>
                <c:pt idx="1310">
                  <c:v>-83.40165841</c:v>
                </c:pt>
                <c:pt idx="1311">
                  <c:v>-84.59613505999999</c:v>
                </c:pt>
                <c:pt idx="1312">
                  <c:v>-84.59613505</c:v>
                </c:pt>
                <c:pt idx="1313">
                  <c:v>-85.80022568</c:v>
                </c:pt>
                <c:pt idx="1314">
                  <c:v>-85.80022568</c:v>
                </c:pt>
                <c:pt idx="1315">
                  <c:v>-87.01390867000001</c:v>
                </c:pt>
                <c:pt idx="1316">
                  <c:v>-87.01390867000001</c:v>
                </c:pt>
                <c:pt idx="1317">
                  <c:v>-88.23723491</c:v>
                </c:pt>
                <c:pt idx="1318">
                  <c:v>-88.23723491</c:v>
                </c:pt>
                <c:pt idx="1319">
                  <c:v>-89.47019464</c:v>
                </c:pt>
                <c:pt idx="1320">
                  <c:v>-89.47019464</c:v>
                </c:pt>
                <c:pt idx="1321">
                  <c:v>-90.71281256</c:v>
                </c:pt>
                <c:pt idx="1322">
                  <c:v>-90.71281256</c:v>
                </c:pt>
                <c:pt idx="1323">
                  <c:v>-91.96505016</c:v>
                </c:pt>
                <c:pt idx="1324">
                  <c:v>-91.96505016</c:v>
                </c:pt>
                <c:pt idx="1325">
                  <c:v>-93.22693350999999</c:v>
                </c:pt>
                <c:pt idx="1326">
                  <c:v>-93.22693350999999</c:v>
                </c:pt>
                <c:pt idx="1327">
                  <c:v>-94.49849815</c:v>
                </c:pt>
                <c:pt idx="1328">
                  <c:v>-94.49849815</c:v>
                </c:pt>
                <c:pt idx="1329">
                  <c:v>-95.77972237</c:v>
                </c:pt>
                <c:pt idx="1330">
                  <c:v>-95.77972237</c:v>
                </c:pt>
                <c:pt idx="1331">
                  <c:v>-97.07057992999999</c:v>
                </c:pt>
                <c:pt idx="1332">
                  <c:v>-97.07057992999999</c:v>
                </c:pt>
                <c:pt idx="1333">
                  <c:v>-98.37110882</c:v>
                </c:pt>
                <c:pt idx="1334">
                  <c:v>-98.37110882</c:v>
                </c:pt>
                <c:pt idx="1335">
                  <c:v>-99.68136096000001</c:v>
                </c:pt>
                <c:pt idx="1336">
                  <c:v>-99.68136096000001</c:v>
                </c:pt>
                <c:pt idx="1337">
                  <c:v>-101.00128484</c:v>
                </c:pt>
                <c:pt idx="1338">
                  <c:v>-101.00128484</c:v>
                </c:pt>
                <c:pt idx="1339">
                  <c:v>-102.33089932</c:v>
                </c:pt>
                <c:pt idx="1340">
                  <c:v>-102.33089932</c:v>
                </c:pt>
                <c:pt idx="1341">
                  <c:v>-103.67019219</c:v>
                </c:pt>
                <c:pt idx="1342">
                  <c:v>-103.67019219</c:v>
                </c:pt>
                <c:pt idx="1343">
                  <c:v>-105.01917313</c:v>
                </c:pt>
                <c:pt idx="1344">
                  <c:v>-105.01917313</c:v>
                </c:pt>
                <c:pt idx="1345">
                  <c:v>-106.37792155</c:v>
                </c:pt>
                <c:pt idx="1346">
                  <c:v>-106.37792155</c:v>
                </c:pt>
                <c:pt idx="1347">
                  <c:v>-107.74640009</c:v>
                </c:pt>
                <c:pt idx="1348">
                  <c:v>-107.74640009</c:v>
                </c:pt>
                <c:pt idx="1349">
                  <c:v>-109.12458387</c:v>
                </c:pt>
                <c:pt idx="1350">
                  <c:v>-109.12458387</c:v>
                </c:pt>
                <c:pt idx="1351">
                  <c:v>-110.51246446</c:v>
                </c:pt>
                <c:pt idx="1352">
                  <c:v>-110.51246446</c:v>
                </c:pt>
                <c:pt idx="1353">
                  <c:v>-111.91013096</c:v>
                </c:pt>
                <c:pt idx="1354">
                  <c:v>-111.91013096</c:v>
                </c:pt>
                <c:pt idx="1355">
                  <c:v>-113.31755587</c:v>
                </c:pt>
                <c:pt idx="1356">
                  <c:v>-113.31755587</c:v>
                </c:pt>
                <c:pt idx="1357">
                  <c:v>-114.73470603</c:v>
                </c:pt>
                <c:pt idx="1358">
                  <c:v>-114.73470603</c:v>
                </c:pt>
                <c:pt idx="1359">
                  <c:v>-116.16163901</c:v>
                </c:pt>
                <c:pt idx="1360">
                  <c:v>-116.16163901</c:v>
                </c:pt>
                <c:pt idx="1361">
                  <c:v>-117.59833832</c:v>
                </c:pt>
                <c:pt idx="1362">
                  <c:v>-117.59833832</c:v>
                </c:pt>
                <c:pt idx="1363">
                  <c:v>-119.04484637</c:v>
                </c:pt>
                <c:pt idx="1364">
                  <c:v>-119.04484637</c:v>
                </c:pt>
                <c:pt idx="1365">
                  <c:v>-120.50112127</c:v>
                </c:pt>
                <c:pt idx="1366">
                  <c:v>-120.50112127</c:v>
                </c:pt>
                <c:pt idx="1367">
                  <c:v>-121.96716405</c:v>
                </c:pt>
                <c:pt idx="1368">
                  <c:v>-121.96716405</c:v>
                </c:pt>
                <c:pt idx="1369">
                  <c:v>-123.4430616</c:v>
                </c:pt>
                <c:pt idx="1370">
                  <c:v>-123.4430616</c:v>
                </c:pt>
                <c:pt idx="1371">
                  <c:v>-124.92877008</c:v>
                </c:pt>
                <c:pt idx="1372">
                  <c:v>-124.92877008</c:v>
                </c:pt>
                <c:pt idx="1373">
                  <c:v>-126.42427752</c:v>
                </c:pt>
                <c:pt idx="1374">
                  <c:v>-126.42427752</c:v>
                </c:pt>
                <c:pt idx="1375">
                  <c:v>-127.92961347</c:v>
                </c:pt>
                <c:pt idx="1376">
                  <c:v>-127.92961347</c:v>
                </c:pt>
                <c:pt idx="1377">
                  <c:v>-129.44481666</c:v>
                </c:pt>
                <c:pt idx="1378">
                  <c:v>-129.44481666</c:v>
                </c:pt>
                <c:pt idx="1379">
                  <c:v>-130.96981805</c:v>
                </c:pt>
                <c:pt idx="1380">
                  <c:v>-130.96981805</c:v>
                </c:pt>
                <c:pt idx="1381">
                  <c:v>-132.50470727</c:v>
                </c:pt>
                <c:pt idx="1382">
                  <c:v>-132.50470727</c:v>
                </c:pt>
                <c:pt idx="1383">
                  <c:v>-134.04948368</c:v>
                </c:pt>
                <c:pt idx="1384">
                  <c:v>-134.04948368</c:v>
                </c:pt>
                <c:pt idx="1385">
                  <c:v>-135.6041337</c:v>
                </c:pt>
                <c:pt idx="1386">
                  <c:v>-135.6041337</c:v>
                </c:pt>
                <c:pt idx="1387">
                  <c:v>-137.16863811</c:v>
                </c:pt>
                <c:pt idx="1388">
                  <c:v>-137.16863811</c:v>
                </c:pt>
                <c:pt idx="1389">
                  <c:v>-138.74303453</c:v>
                </c:pt>
                <c:pt idx="1390">
                  <c:v>-138.74303453</c:v>
                </c:pt>
                <c:pt idx="1391">
                  <c:v>-140.32737927</c:v>
                </c:pt>
                <c:pt idx="1392">
                  <c:v>-140.32737927</c:v>
                </c:pt>
                <c:pt idx="1393">
                  <c:v>-141.92158335</c:v>
                </c:pt>
                <c:pt idx="1394">
                  <c:v>-141.92158335</c:v>
                </c:pt>
                <c:pt idx="1395">
                  <c:v>-143.52572714</c:v>
                </c:pt>
                <c:pt idx="1396">
                  <c:v>-143.52572714</c:v>
                </c:pt>
                <c:pt idx="1397">
                  <c:v>-145.139838</c:v>
                </c:pt>
                <c:pt idx="1398">
                  <c:v>-145.139838</c:v>
                </c:pt>
                <c:pt idx="1399">
                  <c:v>-146.76383726</c:v>
                </c:pt>
                <c:pt idx="1400">
                  <c:v>-146.76383726</c:v>
                </c:pt>
                <c:pt idx="1401">
                  <c:v>-148.3977937</c:v>
                </c:pt>
                <c:pt idx="1402">
                  <c:v>-148.3977937</c:v>
                </c:pt>
                <c:pt idx="1403">
                  <c:v>-150.04176911</c:v>
                </c:pt>
                <c:pt idx="1404">
                  <c:v>-150.04176911</c:v>
                </c:pt>
                <c:pt idx="1405">
                  <c:v>-151.69568673</c:v>
                </c:pt>
                <c:pt idx="1406">
                  <c:v>-151.69568673</c:v>
                </c:pt>
                <c:pt idx="1407">
                  <c:v>-153.35956188</c:v>
                </c:pt>
                <c:pt idx="1408">
                  <c:v>-153.35956188</c:v>
                </c:pt>
                <c:pt idx="1409">
                  <c:v>-152.00047473</c:v>
                </c:pt>
                <c:pt idx="1410">
                  <c:v>-152.00047473</c:v>
                </c:pt>
                <c:pt idx="1411">
                  <c:v>-150.65790591</c:v>
                </c:pt>
                <c:pt idx="1412">
                  <c:v>-150.65790591</c:v>
                </c:pt>
                <c:pt idx="1413">
                  <c:v>-149.33174287</c:v>
                </c:pt>
                <c:pt idx="1414">
                  <c:v>-149.33174287</c:v>
                </c:pt>
                <c:pt idx="1415">
                  <c:v>-148.02189834</c:v>
                </c:pt>
                <c:pt idx="1416">
                  <c:v>-148.02189834</c:v>
                </c:pt>
                <c:pt idx="1417">
                  <c:v>-146.72822435</c:v>
                </c:pt>
                <c:pt idx="1418">
                  <c:v>-146.72822435</c:v>
                </c:pt>
                <c:pt idx="1419">
                  <c:v>-145.45063979</c:v>
                </c:pt>
                <c:pt idx="1420">
                  <c:v>-145.45063979</c:v>
                </c:pt>
                <c:pt idx="1421">
                  <c:v>-144.18902663</c:v>
                </c:pt>
                <c:pt idx="1422">
                  <c:v>-144.18902663</c:v>
                </c:pt>
                <c:pt idx="1423">
                  <c:v>-142.94325437</c:v>
                </c:pt>
                <c:pt idx="1424">
                  <c:v>-142.94325437</c:v>
                </c:pt>
                <c:pt idx="1425">
                  <c:v>-141.71326763</c:v>
                </c:pt>
                <c:pt idx="1426">
                  <c:v>-141.71326763</c:v>
                </c:pt>
                <c:pt idx="1427">
                  <c:v>-140.49890804</c:v>
                </c:pt>
                <c:pt idx="1428">
                  <c:v>-140.49890804</c:v>
                </c:pt>
                <c:pt idx="1429">
                  <c:v>-139.3001039</c:v>
                </c:pt>
                <c:pt idx="1430">
                  <c:v>-139.3001039</c:v>
                </c:pt>
                <c:pt idx="1431">
                  <c:v>-138.11673342</c:v>
                </c:pt>
                <c:pt idx="1432">
                  <c:v>-138.11673342</c:v>
                </c:pt>
                <c:pt idx="1433">
                  <c:v>-136.94870121</c:v>
                </c:pt>
                <c:pt idx="1434">
                  <c:v>-136.94870121</c:v>
                </c:pt>
                <c:pt idx="1435">
                  <c:v>-135.79590397</c:v>
                </c:pt>
                <c:pt idx="1436">
                  <c:v>-135.79590397</c:v>
                </c:pt>
                <c:pt idx="1437">
                  <c:v>-134.65823361</c:v>
                </c:pt>
                <c:pt idx="1438">
                  <c:v>-134.65823361</c:v>
                </c:pt>
                <c:pt idx="1439">
                  <c:v>-133.53560683</c:v>
                </c:pt>
                <c:pt idx="1440">
                  <c:v>-133.53560683</c:v>
                </c:pt>
                <c:pt idx="1441">
                  <c:v>-132.42790458</c:v>
                </c:pt>
                <c:pt idx="1442">
                  <c:v>-132.42790458</c:v>
                </c:pt>
                <c:pt idx="1443">
                  <c:v>-131.33504698</c:v>
                </c:pt>
                <c:pt idx="1444">
                  <c:v>-131.33504698</c:v>
                </c:pt>
                <c:pt idx="1445">
                  <c:v>-130.25692165</c:v>
                </c:pt>
                <c:pt idx="1446">
                  <c:v>-130.25692165</c:v>
                </c:pt>
                <c:pt idx="1447">
                  <c:v>-129.19341999</c:v>
                </c:pt>
                <c:pt idx="1448">
                  <c:v>-129.19341999</c:v>
                </c:pt>
                <c:pt idx="1449">
                  <c:v>-128.14448887</c:v>
                </c:pt>
                <c:pt idx="1450">
                  <c:v>-128.14448887</c:v>
                </c:pt>
                <c:pt idx="1451">
                  <c:v>-127.10998416</c:v>
                </c:pt>
                <c:pt idx="1452">
                  <c:v>-127.10998416</c:v>
                </c:pt>
                <c:pt idx="1453">
                  <c:v>-126.08983924</c:v>
                </c:pt>
                <c:pt idx="1454">
                  <c:v>-126.08983924</c:v>
                </c:pt>
                <c:pt idx="1455">
                  <c:v>-125.08396075</c:v>
                </c:pt>
                <c:pt idx="1456">
                  <c:v>-125.08396075</c:v>
                </c:pt>
                <c:pt idx="1457">
                  <c:v>-124.09223659</c:v>
                </c:pt>
                <c:pt idx="1458">
                  <c:v>-124.09223659</c:v>
                </c:pt>
                <c:pt idx="1459">
                  <c:v>-123.11457598</c:v>
                </c:pt>
                <c:pt idx="1460">
                  <c:v>-123.11457598</c:v>
                </c:pt>
                <c:pt idx="1461">
                  <c:v>-122.15091269</c:v>
                </c:pt>
                <c:pt idx="1462">
                  <c:v>-122.15091269</c:v>
                </c:pt>
                <c:pt idx="1463">
                  <c:v>-121.20114023</c:v>
                </c:pt>
                <c:pt idx="1464">
                  <c:v>-121.20114023</c:v>
                </c:pt>
                <c:pt idx="1465">
                  <c:v>-120.26516098</c:v>
                </c:pt>
                <c:pt idx="1466">
                  <c:v>-120.26516098</c:v>
                </c:pt>
                <c:pt idx="1467">
                  <c:v>-119.34288679</c:v>
                </c:pt>
                <c:pt idx="1468">
                  <c:v>-119.34288679</c:v>
                </c:pt>
                <c:pt idx="1469">
                  <c:v>-118.43422881</c:v>
                </c:pt>
                <c:pt idx="1470">
                  <c:v>-118.43422881</c:v>
                </c:pt>
                <c:pt idx="1471">
                  <c:v>-117.53909727</c:v>
                </c:pt>
                <c:pt idx="1472">
                  <c:v>-117.53909727</c:v>
                </c:pt>
                <c:pt idx="1473">
                  <c:v>-116.6574013</c:v>
                </c:pt>
                <c:pt idx="1474">
                  <c:v>-116.6574013</c:v>
                </c:pt>
                <c:pt idx="1475">
                  <c:v>-115.78905749</c:v>
                </c:pt>
                <c:pt idx="1476">
                  <c:v>-115.78905749</c:v>
                </c:pt>
                <c:pt idx="1477">
                  <c:v>-114.93399461</c:v>
                </c:pt>
                <c:pt idx="1478">
                  <c:v>-114.93399461</c:v>
                </c:pt>
                <c:pt idx="1479">
                  <c:v>-114.09209467</c:v>
                </c:pt>
                <c:pt idx="1480">
                  <c:v>-114.09209467</c:v>
                </c:pt>
                <c:pt idx="1481">
                  <c:v>-113.26328413</c:v>
                </c:pt>
                <c:pt idx="1482">
                  <c:v>-113.26328413</c:v>
                </c:pt>
                <c:pt idx="1483">
                  <c:v>-112.44748224</c:v>
                </c:pt>
                <c:pt idx="1484">
                  <c:v>-112.44748224</c:v>
                </c:pt>
                <c:pt idx="1485">
                  <c:v>-111.64459127</c:v>
                </c:pt>
                <c:pt idx="1486">
                  <c:v>-111.64459127</c:v>
                </c:pt>
                <c:pt idx="1487">
                  <c:v>-110.85452507</c:v>
                </c:pt>
                <c:pt idx="1488">
                  <c:v>-110.85452507</c:v>
                </c:pt>
                <c:pt idx="1489">
                  <c:v>-110.07721667</c:v>
                </c:pt>
                <c:pt idx="1490">
                  <c:v>-110.07721667</c:v>
                </c:pt>
                <c:pt idx="1491">
                  <c:v>-109.31256596</c:v>
                </c:pt>
                <c:pt idx="1492">
                  <c:v>-109.31256596</c:v>
                </c:pt>
                <c:pt idx="1493">
                  <c:v>-108.56048765</c:v>
                </c:pt>
                <c:pt idx="1494">
                  <c:v>-108.56048765</c:v>
                </c:pt>
                <c:pt idx="1495">
                  <c:v>-107.82089425</c:v>
                </c:pt>
                <c:pt idx="1496">
                  <c:v>-107.82089425</c:v>
                </c:pt>
                <c:pt idx="1497">
                  <c:v>-107.09371098</c:v>
                </c:pt>
                <c:pt idx="1498">
                  <c:v>-107.09371098</c:v>
                </c:pt>
                <c:pt idx="1499">
                  <c:v>-106.37884528</c:v>
                </c:pt>
                <c:pt idx="1500">
                  <c:v>-106.37884528</c:v>
                </c:pt>
                <c:pt idx="1501">
                  <c:v>-105.67621926</c:v>
                </c:pt>
                <c:pt idx="1502">
                  <c:v>-105.67621926</c:v>
                </c:pt>
                <c:pt idx="1503">
                  <c:v>-104.98573397</c:v>
                </c:pt>
                <c:pt idx="1504">
                  <c:v>-104.98573397</c:v>
                </c:pt>
                <c:pt idx="1505">
                  <c:v>-104.30732231</c:v>
                </c:pt>
                <c:pt idx="1506">
                  <c:v>-104.30732231</c:v>
                </c:pt>
                <c:pt idx="1507">
                  <c:v>-103.6408935</c:v>
                </c:pt>
                <c:pt idx="1508">
                  <c:v>-103.6408935</c:v>
                </c:pt>
                <c:pt idx="1509">
                  <c:v>-102.98634651</c:v>
                </c:pt>
                <c:pt idx="1510">
                  <c:v>-102.98634651</c:v>
                </c:pt>
                <c:pt idx="1511">
                  <c:v>-102.3436216</c:v>
                </c:pt>
                <c:pt idx="1512">
                  <c:v>-102.3436216</c:v>
                </c:pt>
                <c:pt idx="1513">
                  <c:v>-101.71261466</c:v>
                </c:pt>
                <c:pt idx="1514">
                  <c:v>-101.71261466</c:v>
                </c:pt>
                <c:pt idx="1515">
                  <c:v>-101.09325694</c:v>
                </c:pt>
                <c:pt idx="1516">
                  <c:v>-101.09325694</c:v>
                </c:pt>
                <c:pt idx="1517">
                  <c:v>-100.48543882</c:v>
                </c:pt>
                <c:pt idx="1518">
                  <c:v>-100.48543882</c:v>
                </c:pt>
                <c:pt idx="1519">
                  <c:v>-99.88908742</c:v>
                </c:pt>
                <c:pt idx="1520">
                  <c:v>-99.88908742</c:v>
                </c:pt>
                <c:pt idx="1521">
                  <c:v>-99.3041094</c:v>
                </c:pt>
                <c:pt idx="1522">
                  <c:v>-99.3041094</c:v>
                </c:pt>
                <c:pt idx="1523">
                  <c:v>-98.73041277</c:v>
                </c:pt>
                <c:pt idx="1524">
                  <c:v>-98.73041277</c:v>
                </c:pt>
                <c:pt idx="1525">
                  <c:v>-98.16791333</c:v>
                </c:pt>
                <c:pt idx="1526">
                  <c:v>-98.16791333</c:v>
                </c:pt>
                <c:pt idx="1527">
                  <c:v>-97.61651599</c:v>
                </c:pt>
                <c:pt idx="1528">
                  <c:v>-97.61651599</c:v>
                </c:pt>
                <c:pt idx="1529">
                  <c:v>-97.07612526</c:v>
                </c:pt>
                <c:pt idx="1530">
                  <c:v>-97.07612526</c:v>
                </c:pt>
                <c:pt idx="1531">
                  <c:v>-96.54664126999999</c:v>
                </c:pt>
                <c:pt idx="1532">
                  <c:v>-96.54664126999999</c:v>
                </c:pt>
                <c:pt idx="1533">
                  <c:v>-96.02796737</c:v>
                </c:pt>
                <c:pt idx="1534">
                  <c:v>-96.02796737</c:v>
                </c:pt>
                <c:pt idx="1535">
                  <c:v>-95.51999743</c:v>
                </c:pt>
                <c:pt idx="1536">
                  <c:v>-95.51999743</c:v>
                </c:pt>
                <c:pt idx="1537">
                  <c:v>-95.02262054000001</c:v>
                </c:pt>
                <c:pt idx="1538">
                  <c:v>-95.02262054000001</c:v>
                </c:pt>
                <c:pt idx="1539">
                  <c:v>-94.53571568</c:v>
                </c:pt>
                <c:pt idx="1540">
                  <c:v>-94.53571568</c:v>
                </c:pt>
                <c:pt idx="1541">
                  <c:v>-94.05738478000001</c:v>
                </c:pt>
                <c:pt idx="1542">
                  <c:v>-94.05738478000001</c:v>
                </c:pt>
                <c:pt idx="1543">
                  <c:v>-93.57993612</c:v>
                </c:pt>
                <c:pt idx="1544">
                  <c:v>-93.57993612</c:v>
                </c:pt>
                <c:pt idx="1545">
                  <c:v>-93.10248746000001</c:v>
                </c:pt>
                <c:pt idx="1546">
                  <c:v>-93.10248746000001</c:v>
                </c:pt>
                <c:pt idx="1547">
                  <c:v>-92.62503879</c:v>
                </c:pt>
                <c:pt idx="1548">
                  <c:v>-92.62503879</c:v>
                </c:pt>
                <c:pt idx="1549">
                  <c:v>-92.14759013</c:v>
                </c:pt>
                <c:pt idx="1550">
                  <c:v>-92.14759013</c:v>
                </c:pt>
                <c:pt idx="1551">
                  <c:v>-91.67014147</c:v>
                </c:pt>
                <c:pt idx="1552">
                  <c:v>-91.67014147</c:v>
                </c:pt>
                <c:pt idx="1553">
                  <c:v>-91.19269281</c:v>
                </c:pt>
                <c:pt idx="1554">
                  <c:v>-91.19269281</c:v>
                </c:pt>
                <c:pt idx="1555">
                  <c:v>-90.71524415</c:v>
                </c:pt>
                <c:pt idx="1556">
                  <c:v>-90.71524415</c:v>
                </c:pt>
                <c:pt idx="1557">
                  <c:v>-90.23779549</c:v>
                </c:pt>
                <c:pt idx="1558">
                  <c:v>-90.23779549</c:v>
                </c:pt>
                <c:pt idx="1559">
                  <c:v>-89.76034684</c:v>
                </c:pt>
                <c:pt idx="1560">
                  <c:v>-89.76034684</c:v>
                </c:pt>
                <c:pt idx="1561">
                  <c:v>-89.28289818</c:v>
                </c:pt>
                <c:pt idx="1562">
                  <c:v>-89.28289818</c:v>
                </c:pt>
                <c:pt idx="1563">
                  <c:v>-88.80544952</c:v>
                </c:pt>
                <c:pt idx="1564">
                  <c:v>-88.80544952</c:v>
                </c:pt>
                <c:pt idx="1565">
                  <c:v>-88.32800087</c:v>
                </c:pt>
                <c:pt idx="1566">
                  <c:v>-88.32800087</c:v>
                </c:pt>
                <c:pt idx="1567">
                  <c:v>-87.85055221</c:v>
                </c:pt>
                <c:pt idx="1568">
                  <c:v>-87.85055221</c:v>
                </c:pt>
                <c:pt idx="1569">
                  <c:v>-87.37310356</c:v>
                </c:pt>
                <c:pt idx="1570">
                  <c:v>-87.37310356</c:v>
                </c:pt>
                <c:pt idx="1571">
                  <c:v>-86.8956549</c:v>
                </c:pt>
                <c:pt idx="1572">
                  <c:v>-86.8956549</c:v>
                </c:pt>
                <c:pt idx="1573">
                  <c:v>-86.41820624</c:v>
                </c:pt>
                <c:pt idx="1574">
                  <c:v>-86.41820624</c:v>
                </c:pt>
                <c:pt idx="1575">
                  <c:v>-85.94075759</c:v>
                </c:pt>
                <c:pt idx="1576">
                  <c:v>-85.94075759</c:v>
                </c:pt>
                <c:pt idx="1577">
                  <c:v>-85.46330893</c:v>
                </c:pt>
                <c:pt idx="1578">
                  <c:v>-85.46330893</c:v>
                </c:pt>
                <c:pt idx="1579">
                  <c:v>-84.98586027</c:v>
                </c:pt>
                <c:pt idx="1580">
                  <c:v>-84.98586027</c:v>
                </c:pt>
                <c:pt idx="1581">
                  <c:v>-84.50841162</c:v>
                </c:pt>
                <c:pt idx="1582">
                  <c:v>-84.50841162</c:v>
                </c:pt>
                <c:pt idx="1583">
                  <c:v>-84.03096296</c:v>
                </c:pt>
                <c:pt idx="1584">
                  <c:v>-84.03096296</c:v>
                </c:pt>
                <c:pt idx="1585">
                  <c:v>-83.5535143</c:v>
                </c:pt>
                <c:pt idx="1586">
                  <c:v>-83.5535143</c:v>
                </c:pt>
                <c:pt idx="1587">
                  <c:v>-83.07606565</c:v>
                </c:pt>
                <c:pt idx="1588">
                  <c:v>-83.07606565</c:v>
                </c:pt>
                <c:pt idx="1589">
                  <c:v>-82.59861699</c:v>
                </c:pt>
                <c:pt idx="1590">
                  <c:v>-82.59861699</c:v>
                </c:pt>
                <c:pt idx="1591">
                  <c:v>-82.12116833</c:v>
                </c:pt>
                <c:pt idx="1592">
                  <c:v>-82.12116833</c:v>
                </c:pt>
                <c:pt idx="1593">
                  <c:v>-81.64371968</c:v>
                </c:pt>
                <c:pt idx="1594">
                  <c:v>-81.64371968</c:v>
                </c:pt>
                <c:pt idx="1595">
                  <c:v>-81.16627102</c:v>
                </c:pt>
                <c:pt idx="1596">
                  <c:v>-81.16627102</c:v>
                </c:pt>
                <c:pt idx="1597">
                  <c:v>-80.68882236</c:v>
                </c:pt>
                <c:pt idx="1598">
                  <c:v>-80.68882236</c:v>
                </c:pt>
                <c:pt idx="1599">
                  <c:v>-80.21137371</c:v>
                </c:pt>
                <c:pt idx="1600">
                  <c:v>-80.21137371</c:v>
                </c:pt>
                <c:pt idx="1601">
                  <c:v>-79.73392505</c:v>
                </c:pt>
                <c:pt idx="1602">
                  <c:v>-79.73392505</c:v>
                </c:pt>
                <c:pt idx="1603">
                  <c:v>-79.2564764</c:v>
                </c:pt>
                <c:pt idx="1604">
                  <c:v>-79.2564764</c:v>
                </c:pt>
                <c:pt idx="1605">
                  <c:v>-78.77902774</c:v>
                </c:pt>
                <c:pt idx="1606">
                  <c:v>-78.77902774</c:v>
                </c:pt>
                <c:pt idx="1607">
                  <c:v>-78.30157908</c:v>
                </c:pt>
                <c:pt idx="1608">
                  <c:v>-78.30157908</c:v>
                </c:pt>
                <c:pt idx="1609">
                  <c:v>-77.82413043</c:v>
                </c:pt>
                <c:pt idx="1610">
                  <c:v>-77.82413043</c:v>
                </c:pt>
                <c:pt idx="1611">
                  <c:v>-77.34668177</c:v>
                </c:pt>
                <c:pt idx="1612">
                  <c:v>-77.34668177</c:v>
                </c:pt>
                <c:pt idx="1613">
                  <c:v>-76.86923312</c:v>
                </c:pt>
                <c:pt idx="1614">
                  <c:v>-76.86923312</c:v>
                </c:pt>
                <c:pt idx="1615">
                  <c:v>-76.39178446</c:v>
                </c:pt>
                <c:pt idx="1616">
                  <c:v>-76.39178446</c:v>
                </c:pt>
                <c:pt idx="1617">
                  <c:v>-75.91433581</c:v>
                </c:pt>
                <c:pt idx="1618">
                  <c:v>-75.91433581</c:v>
                </c:pt>
                <c:pt idx="1619">
                  <c:v>-75.43688716</c:v>
                </c:pt>
                <c:pt idx="1620">
                  <c:v>-75.43688716</c:v>
                </c:pt>
                <c:pt idx="1621">
                  <c:v>-74.9594385</c:v>
                </c:pt>
                <c:pt idx="1622">
                  <c:v>-74.9594385</c:v>
                </c:pt>
                <c:pt idx="1623">
                  <c:v>-74.48198985000001</c:v>
                </c:pt>
                <c:pt idx="1624">
                  <c:v>-74.48198985000001</c:v>
                </c:pt>
                <c:pt idx="1625">
                  <c:v>-74.00454119</c:v>
                </c:pt>
                <c:pt idx="1626">
                  <c:v>-74.00454119</c:v>
                </c:pt>
                <c:pt idx="1627">
                  <c:v>-73.52709254</c:v>
                </c:pt>
                <c:pt idx="1628">
                  <c:v>-73.52709254</c:v>
                </c:pt>
                <c:pt idx="1629">
                  <c:v>-73.04964388</c:v>
                </c:pt>
                <c:pt idx="1630">
                  <c:v>-73.04964388</c:v>
                </c:pt>
                <c:pt idx="1631">
                  <c:v>-72.57219523000001</c:v>
                </c:pt>
                <c:pt idx="1632">
                  <c:v>-72.57219523000001</c:v>
                </c:pt>
                <c:pt idx="1633">
                  <c:v>-72.09474658000001</c:v>
                </c:pt>
                <c:pt idx="1634">
                  <c:v>-72.09474658000001</c:v>
                </c:pt>
                <c:pt idx="1635">
                  <c:v>-71.61729793000001</c:v>
                </c:pt>
                <c:pt idx="1636">
                  <c:v>-71.61729793000001</c:v>
                </c:pt>
                <c:pt idx="1637">
                  <c:v>-71.13984927</c:v>
                </c:pt>
                <c:pt idx="1638">
                  <c:v>-71.13984928000001</c:v>
                </c:pt>
                <c:pt idx="1639">
                  <c:v>-70.66240062</c:v>
                </c:pt>
                <c:pt idx="1640">
                  <c:v>-70.66240062</c:v>
                </c:pt>
                <c:pt idx="1641">
                  <c:v>-70.18495197</c:v>
                </c:pt>
                <c:pt idx="1642">
                  <c:v>-70.18495197</c:v>
                </c:pt>
                <c:pt idx="1643">
                  <c:v>-69.70750332</c:v>
                </c:pt>
                <c:pt idx="1644">
                  <c:v>-69.70750332</c:v>
                </c:pt>
                <c:pt idx="1645">
                  <c:v>-69.23005467</c:v>
                </c:pt>
                <c:pt idx="1646">
                  <c:v>-69.23005467</c:v>
                </c:pt>
                <c:pt idx="1647">
                  <c:v>-68.75260600999999</c:v>
                </c:pt>
                <c:pt idx="1648">
                  <c:v>-68.75260600999999</c:v>
                </c:pt>
                <c:pt idx="1649">
                  <c:v>-68.27515735999999</c:v>
                </c:pt>
                <c:pt idx="1650">
                  <c:v>-68.27515735999999</c:v>
                </c:pt>
                <c:pt idx="1651">
                  <c:v>-67.79770870999999</c:v>
                </c:pt>
                <c:pt idx="1652">
                  <c:v>-67.79770870999999</c:v>
                </c:pt>
                <c:pt idx="1653">
                  <c:v>-67.32026006</c:v>
                </c:pt>
                <c:pt idx="1654">
                  <c:v>-67.32026006</c:v>
                </c:pt>
                <c:pt idx="1655">
                  <c:v>-66.84281141</c:v>
                </c:pt>
                <c:pt idx="1656">
                  <c:v>-66.84281141</c:v>
                </c:pt>
                <c:pt idx="1657">
                  <c:v>-66.36536275</c:v>
                </c:pt>
                <c:pt idx="1658">
                  <c:v>-66.36536275</c:v>
                </c:pt>
                <c:pt idx="1659">
                  <c:v>-65.8879141</c:v>
                </c:pt>
                <c:pt idx="1660">
                  <c:v>-65.8879141</c:v>
                </c:pt>
                <c:pt idx="1661">
                  <c:v>-65.41046545</c:v>
                </c:pt>
                <c:pt idx="1662">
                  <c:v>-65.41046545</c:v>
                </c:pt>
                <c:pt idx="1663">
                  <c:v>-64.9330168</c:v>
                </c:pt>
                <c:pt idx="1664">
                  <c:v>-64.9330168</c:v>
                </c:pt>
                <c:pt idx="1665">
                  <c:v>-64.45556815</c:v>
                </c:pt>
                <c:pt idx="1666">
                  <c:v>-64.45556815</c:v>
                </c:pt>
                <c:pt idx="1667">
                  <c:v>-63.9781195</c:v>
                </c:pt>
                <c:pt idx="1668">
                  <c:v>-63.9781195</c:v>
                </c:pt>
                <c:pt idx="1669">
                  <c:v>-63.50067086</c:v>
                </c:pt>
                <c:pt idx="1670">
                  <c:v>-63.50067085</c:v>
                </c:pt>
                <c:pt idx="1671">
                  <c:v>-63.02322221</c:v>
                </c:pt>
                <c:pt idx="1672">
                  <c:v>-63.02322221</c:v>
                </c:pt>
                <c:pt idx="1673">
                  <c:v>-62.54577356</c:v>
                </c:pt>
                <c:pt idx="1674">
                  <c:v>-62.54577356</c:v>
                </c:pt>
                <c:pt idx="1675">
                  <c:v>-62.06832491</c:v>
                </c:pt>
                <c:pt idx="1676">
                  <c:v>-62.06832491</c:v>
                </c:pt>
                <c:pt idx="1677">
                  <c:v>-61.59087626</c:v>
                </c:pt>
                <c:pt idx="1678">
                  <c:v>-61.59087626</c:v>
                </c:pt>
                <c:pt idx="1679">
                  <c:v>-61.11342761</c:v>
                </c:pt>
                <c:pt idx="1680">
                  <c:v>-61.11342761</c:v>
                </c:pt>
                <c:pt idx="1681">
                  <c:v>-60.63597896</c:v>
                </c:pt>
                <c:pt idx="1682">
                  <c:v>-60.63597896</c:v>
                </c:pt>
                <c:pt idx="1683">
                  <c:v>-60.15853031</c:v>
                </c:pt>
                <c:pt idx="1684">
                  <c:v>-60.15853031</c:v>
                </c:pt>
                <c:pt idx="1685">
                  <c:v>-59.68108166</c:v>
                </c:pt>
                <c:pt idx="1686">
                  <c:v>-59.68108166</c:v>
                </c:pt>
                <c:pt idx="1687">
                  <c:v>-59.20363301</c:v>
                </c:pt>
                <c:pt idx="1688">
                  <c:v>-59.20363301</c:v>
                </c:pt>
                <c:pt idx="1689">
                  <c:v>-58.72618436</c:v>
                </c:pt>
                <c:pt idx="1690">
                  <c:v>-58.72618436</c:v>
                </c:pt>
                <c:pt idx="1691">
                  <c:v>-58.24873571</c:v>
                </c:pt>
                <c:pt idx="1692">
                  <c:v>-58.24873571</c:v>
                </c:pt>
                <c:pt idx="1693">
                  <c:v>-57.77128706</c:v>
                </c:pt>
                <c:pt idx="1694">
                  <c:v>-57.77128706</c:v>
                </c:pt>
                <c:pt idx="1695">
                  <c:v>-57.29383841</c:v>
                </c:pt>
                <c:pt idx="1696">
                  <c:v>-57.29383841</c:v>
                </c:pt>
                <c:pt idx="1697">
                  <c:v>-56.81638976</c:v>
                </c:pt>
                <c:pt idx="1698">
                  <c:v>-56.81638976</c:v>
                </c:pt>
                <c:pt idx="1699">
                  <c:v>-56.33894111</c:v>
                </c:pt>
                <c:pt idx="1700">
                  <c:v>-56.33894111</c:v>
                </c:pt>
                <c:pt idx="1701">
                  <c:v>-55.86149246</c:v>
                </c:pt>
                <c:pt idx="1702">
                  <c:v>-55.86149246</c:v>
                </c:pt>
                <c:pt idx="1703">
                  <c:v>-55.3840438</c:v>
                </c:pt>
                <c:pt idx="1704">
                  <c:v>-55.3840438</c:v>
                </c:pt>
                <c:pt idx="1705">
                  <c:v>-54.90659515</c:v>
                </c:pt>
                <c:pt idx="1706">
                  <c:v>-54.90659515</c:v>
                </c:pt>
                <c:pt idx="1707">
                  <c:v>-54.4291465</c:v>
                </c:pt>
                <c:pt idx="1708">
                  <c:v>-54.4291465</c:v>
                </c:pt>
                <c:pt idx="1709">
                  <c:v>-53.95169785</c:v>
                </c:pt>
                <c:pt idx="1710">
                  <c:v>-53.95169785</c:v>
                </c:pt>
                <c:pt idx="1711">
                  <c:v>-53.4742492</c:v>
                </c:pt>
                <c:pt idx="1712">
                  <c:v>-53.4742492</c:v>
                </c:pt>
                <c:pt idx="1713">
                  <c:v>-52.99680055</c:v>
                </c:pt>
                <c:pt idx="1714">
                  <c:v>-52.99680055</c:v>
                </c:pt>
                <c:pt idx="1715">
                  <c:v>-52.51935189</c:v>
                </c:pt>
                <c:pt idx="1716">
                  <c:v>-52.51935189</c:v>
                </c:pt>
                <c:pt idx="1717">
                  <c:v>-52.04190324</c:v>
                </c:pt>
                <c:pt idx="1718">
                  <c:v>-52.04190324</c:v>
                </c:pt>
                <c:pt idx="1719">
                  <c:v>-51.56445459</c:v>
                </c:pt>
                <c:pt idx="1720">
                  <c:v>-51.56445459</c:v>
                </c:pt>
                <c:pt idx="1721">
                  <c:v>-51.08700594</c:v>
                </c:pt>
                <c:pt idx="1722">
                  <c:v>-51.08700594</c:v>
                </c:pt>
                <c:pt idx="1723">
                  <c:v>-50.60955729</c:v>
                </c:pt>
                <c:pt idx="1724">
                  <c:v>-50.60955729</c:v>
                </c:pt>
                <c:pt idx="1725">
                  <c:v>-50.13210863</c:v>
                </c:pt>
                <c:pt idx="1726">
                  <c:v>-50.13210863</c:v>
                </c:pt>
                <c:pt idx="1727">
                  <c:v>-49.65465998</c:v>
                </c:pt>
                <c:pt idx="1728">
                  <c:v>-49.65465998</c:v>
                </c:pt>
                <c:pt idx="1729">
                  <c:v>-49.17721133</c:v>
                </c:pt>
                <c:pt idx="1730">
                  <c:v>-49.17721133</c:v>
                </c:pt>
                <c:pt idx="1731">
                  <c:v>-48.69976268</c:v>
                </c:pt>
                <c:pt idx="1732">
                  <c:v>-48.69976268</c:v>
                </c:pt>
                <c:pt idx="1733">
                  <c:v>-48.22231402</c:v>
                </c:pt>
                <c:pt idx="1734">
                  <c:v>-48.22231402</c:v>
                </c:pt>
                <c:pt idx="1735">
                  <c:v>-47.74486537</c:v>
                </c:pt>
                <c:pt idx="1736">
                  <c:v>-47.74486537</c:v>
                </c:pt>
                <c:pt idx="1737">
                  <c:v>-47.26741671</c:v>
                </c:pt>
                <c:pt idx="1738">
                  <c:v>-47.26741671</c:v>
                </c:pt>
                <c:pt idx="1739">
                  <c:v>-46.78996806</c:v>
                </c:pt>
                <c:pt idx="1740">
                  <c:v>-46.78996806</c:v>
                </c:pt>
                <c:pt idx="1741">
                  <c:v>-46.31251941</c:v>
                </c:pt>
                <c:pt idx="1742">
                  <c:v>-46.31251941</c:v>
                </c:pt>
                <c:pt idx="1743">
                  <c:v>-45.83507075</c:v>
                </c:pt>
                <c:pt idx="1744">
                  <c:v>-45.83507075</c:v>
                </c:pt>
                <c:pt idx="1745">
                  <c:v>-45.3576221</c:v>
                </c:pt>
                <c:pt idx="1746">
                  <c:v>-45.3576221</c:v>
                </c:pt>
                <c:pt idx="1747">
                  <c:v>-44.88017345</c:v>
                </c:pt>
                <c:pt idx="1748">
                  <c:v>-44.88017345</c:v>
                </c:pt>
                <c:pt idx="1749">
                  <c:v>-44.40272479</c:v>
                </c:pt>
                <c:pt idx="1750">
                  <c:v>-44.40272479</c:v>
                </c:pt>
                <c:pt idx="1751">
                  <c:v>-43.92527614</c:v>
                </c:pt>
                <c:pt idx="1752">
                  <c:v>-43.92527614</c:v>
                </c:pt>
                <c:pt idx="1753">
                  <c:v>-43.44782749</c:v>
                </c:pt>
                <c:pt idx="1754">
                  <c:v>-43.44782749</c:v>
                </c:pt>
                <c:pt idx="1755">
                  <c:v>-42.97037883</c:v>
                </c:pt>
                <c:pt idx="1756">
                  <c:v>-42.97037883</c:v>
                </c:pt>
                <c:pt idx="1757">
                  <c:v>-42.49293018</c:v>
                </c:pt>
                <c:pt idx="1758">
                  <c:v>-42.49293018</c:v>
                </c:pt>
                <c:pt idx="1759">
                  <c:v>-42.01548152</c:v>
                </c:pt>
                <c:pt idx="1760">
                  <c:v>-42.01548152</c:v>
                </c:pt>
                <c:pt idx="1761">
                  <c:v>-41.53803287</c:v>
                </c:pt>
                <c:pt idx="1762">
                  <c:v>-41.53803287</c:v>
                </c:pt>
                <c:pt idx="1763">
                  <c:v>-41.06058422</c:v>
                </c:pt>
                <c:pt idx="1764">
                  <c:v>-41.06058422</c:v>
                </c:pt>
                <c:pt idx="1765">
                  <c:v>-40.58313556</c:v>
                </c:pt>
                <c:pt idx="1766">
                  <c:v>-40.58313556</c:v>
                </c:pt>
                <c:pt idx="1767">
                  <c:v>-40.10568691</c:v>
                </c:pt>
                <c:pt idx="1768">
                  <c:v>-40.10568691</c:v>
                </c:pt>
                <c:pt idx="1769">
                  <c:v>-39.62823826</c:v>
                </c:pt>
                <c:pt idx="1770">
                  <c:v>-39.62823826</c:v>
                </c:pt>
                <c:pt idx="1771">
                  <c:v>-39.1507896</c:v>
                </c:pt>
                <c:pt idx="1772">
                  <c:v>-39.1507896</c:v>
                </c:pt>
                <c:pt idx="1773">
                  <c:v>-38.67334095</c:v>
                </c:pt>
                <c:pt idx="1774">
                  <c:v>-38.67334095</c:v>
                </c:pt>
                <c:pt idx="1775">
                  <c:v>-38.1958923</c:v>
                </c:pt>
                <c:pt idx="1776">
                  <c:v>-38.1958923</c:v>
                </c:pt>
                <c:pt idx="1777">
                  <c:v>-37.71844364</c:v>
                </c:pt>
                <c:pt idx="1778">
                  <c:v>-37.71844364</c:v>
                </c:pt>
                <c:pt idx="1779">
                  <c:v>-37.24099499</c:v>
                </c:pt>
                <c:pt idx="1780">
                  <c:v>-37.24099499</c:v>
                </c:pt>
                <c:pt idx="1781">
                  <c:v>-36.76354634</c:v>
                </c:pt>
                <c:pt idx="1782">
                  <c:v>-36.76354634</c:v>
                </c:pt>
                <c:pt idx="1783">
                  <c:v>-36.28609768</c:v>
                </c:pt>
                <c:pt idx="1784">
                  <c:v>-36.28609768</c:v>
                </c:pt>
                <c:pt idx="1785">
                  <c:v>-35.80864903</c:v>
                </c:pt>
                <c:pt idx="1786">
                  <c:v>-35.80864903</c:v>
                </c:pt>
                <c:pt idx="1787">
                  <c:v>-35.33120037</c:v>
                </c:pt>
                <c:pt idx="1788">
                  <c:v>-35.33120037</c:v>
                </c:pt>
                <c:pt idx="1789">
                  <c:v>-34.85375172</c:v>
                </c:pt>
                <c:pt idx="1790">
                  <c:v>-34.85375172</c:v>
                </c:pt>
                <c:pt idx="1791">
                  <c:v>-34.37630307</c:v>
                </c:pt>
                <c:pt idx="1792">
                  <c:v>-34.37630307</c:v>
                </c:pt>
                <c:pt idx="1793">
                  <c:v>-33.89885441</c:v>
                </c:pt>
                <c:pt idx="1794">
                  <c:v>-33.89885441</c:v>
                </c:pt>
                <c:pt idx="1795">
                  <c:v>-33.42140576</c:v>
                </c:pt>
                <c:pt idx="1796">
                  <c:v>-33.42140576</c:v>
                </c:pt>
                <c:pt idx="1797">
                  <c:v>-32.94395711</c:v>
                </c:pt>
                <c:pt idx="1798">
                  <c:v>-32.94395711</c:v>
                </c:pt>
                <c:pt idx="1799">
                  <c:v>-32.46650845</c:v>
                </c:pt>
                <c:pt idx="1800">
                  <c:v>-32.46650845</c:v>
                </c:pt>
                <c:pt idx="1801">
                  <c:v>-31.9890598</c:v>
                </c:pt>
                <c:pt idx="1802">
                  <c:v>-31.9890598</c:v>
                </c:pt>
                <c:pt idx="1803">
                  <c:v>-31.51161115</c:v>
                </c:pt>
                <c:pt idx="1804">
                  <c:v>-31.51161115</c:v>
                </c:pt>
                <c:pt idx="1805">
                  <c:v>-31.03416249</c:v>
                </c:pt>
                <c:pt idx="1806">
                  <c:v>-31.03416249</c:v>
                </c:pt>
                <c:pt idx="1807">
                  <c:v>-30.55671384</c:v>
                </c:pt>
                <c:pt idx="1808">
                  <c:v>-30.55671384</c:v>
                </c:pt>
                <c:pt idx="1809">
                  <c:v>-30.07926518</c:v>
                </c:pt>
                <c:pt idx="1810">
                  <c:v>-30.07926518</c:v>
                </c:pt>
                <c:pt idx="1811">
                  <c:v>-29.60181653</c:v>
                </c:pt>
                <c:pt idx="1812">
                  <c:v>-29.60181653</c:v>
                </c:pt>
                <c:pt idx="1813">
                  <c:v>-29.12436788</c:v>
                </c:pt>
                <c:pt idx="1814">
                  <c:v>-29.12436788</c:v>
                </c:pt>
                <c:pt idx="1815">
                  <c:v>-28.64691922</c:v>
                </c:pt>
                <c:pt idx="1816">
                  <c:v>-28.64691922</c:v>
                </c:pt>
                <c:pt idx="1817">
                  <c:v>-28.16947057</c:v>
                </c:pt>
                <c:pt idx="1818">
                  <c:v>-28.16947057</c:v>
                </c:pt>
                <c:pt idx="1819">
                  <c:v>-27.69202192</c:v>
                </c:pt>
                <c:pt idx="1820">
                  <c:v>-27.69202192</c:v>
                </c:pt>
                <c:pt idx="1821">
                  <c:v>-27.21457326</c:v>
                </c:pt>
                <c:pt idx="1822">
                  <c:v>-27.21457326</c:v>
                </c:pt>
                <c:pt idx="1823">
                  <c:v>-26.73712461</c:v>
                </c:pt>
                <c:pt idx="1824">
                  <c:v>-26.73712461</c:v>
                </c:pt>
                <c:pt idx="1825">
                  <c:v>-26.25967595</c:v>
                </c:pt>
                <c:pt idx="1826">
                  <c:v>-26.25967595</c:v>
                </c:pt>
                <c:pt idx="1827">
                  <c:v>-25.7822273</c:v>
                </c:pt>
                <c:pt idx="1828">
                  <c:v>-25.7822273</c:v>
                </c:pt>
                <c:pt idx="1829">
                  <c:v>-25.30477865</c:v>
                </c:pt>
                <c:pt idx="1830">
                  <c:v>-25.30477865</c:v>
                </c:pt>
                <c:pt idx="1831">
                  <c:v>-24.82732999</c:v>
                </c:pt>
                <c:pt idx="1832">
                  <c:v>-24.82732999</c:v>
                </c:pt>
                <c:pt idx="1833">
                  <c:v>-24.34988134</c:v>
                </c:pt>
                <c:pt idx="1834">
                  <c:v>-24.34988134</c:v>
                </c:pt>
                <c:pt idx="1835">
                  <c:v>-23.87243268</c:v>
                </c:pt>
                <c:pt idx="1836">
                  <c:v>-23.87243268</c:v>
                </c:pt>
                <c:pt idx="1837">
                  <c:v>-23.39498403</c:v>
                </c:pt>
                <c:pt idx="1838">
                  <c:v>-23.39498403</c:v>
                </c:pt>
                <c:pt idx="1839">
                  <c:v>-22.91753537</c:v>
                </c:pt>
                <c:pt idx="1840">
                  <c:v>-22.91753537</c:v>
                </c:pt>
                <c:pt idx="1841">
                  <c:v>-22.44008672</c:v>
                </c:pt>
                <c:pt idx="1842">
                  <c:v>-22.44008672</c:v>
                </c:pt>
                <c:pt idx="1843">
                  <c:v>-21.96263807</c:v>
                </c:pt>
                <c:pt idx="1844">
                  <c:v>-21.96263807</c:v>
                </c:pt>
                <c:pt idx="1845">
                  <c:v>-21.48518941</c:v>
                </c:pt>
                <c:pt idx="1846">
                  <c:v>-21.48518941</c:v>
                </c:pt>
                <c:pt idx="1847">
                  <c:v>-21.00774076</c:v>
                </c:pt>
                <c:pt idx="1848">
                  <c:v>-21.00774076</c:v>
                </c:pt>
                <c:pt idx="1849">
                  <c:v>-20.5302921</c:v>
                </c:pt>
                <c:pt idx="1850">
                  <c:v>-20.5302921</c:v>
                </c:pt>
                <c:pt idx="1851">
                  <c:v>-20.05284345</c:v>
                </c:pt>
                <c:pt idx="1852">
                  <c:v>-20.05284345</c:v>
                </c:pt>
                <c:pt idx="1853">
                  <c:v>-19.5753948</c:v>
                </c:pt>
                <c:pt idx="1854">
                  <c:v>-19.5753948</c:v>
                </c:pt>
                <c:pt idx="1855">
                  <c:v>-19.09794614</c:v>
                </c:pt>
                <c:pt idx="1856">
                  <c:v>-19.09794614</c:v>
                </c:pt>
                <c:pt idx="1857">
                  <c:v>-18.62049749</c:v>
                </c:pt>
                <c:pt idx="1858">
                  <c:v>-18.62049749</c:v>
                </c:pt>
                <c:pt idx="1859">
                  <c:v>-18.14304884</c:v>
                </c:pt>
                <c:pt idx="1860">
                  <c:v>-18.14304884</c:v>
                </c:pt>
                <c:pt idx="1861">
                  <c:v>-17.66560018</c:v>
                </c:pt>
                <c:pt idx="1862">
                  <c:v>-17.66560018</c:v>
                </c:pt>
                <c:pt idx="1863">
                  <c:v>-17.18815153</c:v>
                </c:pt>
                <c:pt idx="1864">
                  <c:v>-17.18815153</c:v>
                </c:pt>
                <c:pt idx="1865">
                  <c:v>-16.71070288</c:v>
                </c:pt>
                <c:pt idx="1866">
                  <c:v>-16.71070288</c:v>
                </c:pt>
                <c:pt idx="1867">
                  <c:v>-16.23325422</c:v>
                </c:pt>
                <c:pt idx="1868">
                  <c:v>-16.23325422</c:v>
                </c:pt>
                <c:pt idx="1869">
                  <c:v>-15.75580557</c:v>
                </c:pt>
                <c:pt idx="1870">
                  <c:v>-15.75580557</c:v>
                </c:pt>
                <c:pt idx="1871">
                  <c:v>-15.27835692</c:v>
                </c:pt>
                <c:pt idx="1872">
                  <c:v>-15.27835692</c:v>
                </c:pt>
                <c:pt idx="1873">
                  <c:v>-14.80090826</c:v>
                </c:pt>
                <c:pt idx="1874">
                  <c:v>-14.80090826</c:v>
                </c:pt>
                <c:pt idx="1875">
                  <c:v>-14.32345961</c:v>
                </c:pt>
                <c:pt idx="1876">
                  <c:v>-14.32345961</c:v>
                </c:pt>
                <c:pt idx="1877">
                  <c:v>-13.84601096</c:v>
                </c:pt>
                <c:pt idx="1878">
                  <c:v>-13.84601096</c:v>
                </c:pt>
                <c:pt idx="1879">
                  <c:v>-13.3685623</c:v>
                </c:pt>
                <c:pt idx="1880">
                  <c:v>-13.3685623</c:v>
                </c:pt>
                <c:pt idx="1881">
                  <c:v>-12.89111365</c:v>
                </c:pt>
                <c:pt idx="1882">
                  <c:v>-12.89111365</c:v>
                </c:pt>
                <c:pt idx="1883">
                  <c:v>-12.41366499</c:v>
                </c:pt>
                <c:pt idx="1884">
                  <c:v>-12.41366499</c:v>
                </c:pt>
                <c:pt idx="1885">
                  <c:v>-11.93621634</c:v>
                </c:pt>
                <c:pt idx="1886">
                  <c:v>-11.93621634</c:v>
                </c:pt>
                <c:pt idx="1887">
                  <c:v>-11.45876769</c:v>
                </c:pt>
                <c:pt idx="1888">
                  <c:v>-11.45876769</c:v>
                </c:pt>
                <c:pt idx="1889">
                  <c:v>-10.98131903</c:v>
                </c:pt>
                <c:pt idx="1890">
                  <c:v>-10.98131903</c:v>
                </c:pt>
                <c:pt idx="1891">
                  <c:v>-10.50387038</c:v>
                </c:pt>
                <c:pt idx="1892">
                  <c:v>-10.50387038</c:v>
                </c:pt>
                <c:pt idx="1893">
                  <c:v>-10.02642173</c:v>
                </c:pt>
                <c:pt idx="1894">
                  <c:v>-10.02642173</c:v>
                </c:pt>
                <c:pt idx="1895">
                  <c:v>-9.548973070000001</c:v>
                </c:pt>
                <c:pt idx="1896">
                  <c:v>-9.548973070000001</c:v>
                </c:pt>
                <c:pt idx="1897">
                  <c:v>-9.071524419999999</c:v>
                </c:pt>
                <c:pt idx="1898">
                  <c:v>-9.071524419999999</c:v>
                </c:pt>
                <c:pt idx="1899">
                  <c:v>-8.59407577</c:v>
                </c:pt>
                <c:pt idx="1900">
                  <c:v>-8.59407577</c:v>
                </c:pt>
                <c:pt idx="1901">
                  <c:v>-8.11662711</c:v>
                </c:pt>
                <c:pt idx="1902">
                  <c:v>-8.11662711</c:v>
                </c:pt>
                <c:pt idx="1903">
                  <c:v>-7.63917846</c:v>
                </c:pt>
                <c:pt idx="1904">
                  <c:v>-7.63917846</c:v>
                </c:pt>
                <c:pt idx="1905">
                  <c:v>-7.16172981</c:v>
                </c:pt>
                <c:pt idx="1906">
                  <c:v>-7.16172981</c:v>
                </c:pt>
                <c:pt idx="1907">
                  <c:v>-6.68428115</c:v>
                </c:pt>
                <c:pt idx="1908">
                  <c:v>-6.68428115</c:v>
                </c:pt>
                <c:pt idx="1909">
                  <c:v>-6.2068325</c:v>
                </c:pt>
                <c:pt idx="1910">
                  <c:v>-6.2068325</c:v>
                </c:pt>
                <c:pt idx="1911">
                  <c:v>-5.72938385</c:v>
                </c:pt>
                <c:pt idx="1912">
                  <c:v>-5.72938385</c:v>
                </c:pt>
                <c:pt idx="1913">
                  <c:v>-5.25193519</c:v>
                </c:pt>
                <c:pt idx="1914">
                  <c:v>-5.25193519</c:v>
                </c:pt>
                <c:pt idx="1915">
                  <c:v>-4.77448654</c:v>
                </c:pt>
                <c:pt idx="1916">
                  <c:v>-4.77448654</c:v>
                </c:pt>
                <c:pt idx="1917">
                  <c:v>-4.29703788</c:v>
                </c:pt>
                <c:pt idx="1918">
                  <c:v>-4.29703788</c:v>
                </c:pt>
                <c:pt idx="1919">
                  <c:v>-3.81958923</c:v>
                </c:pt>
                <c:pt idx="1920">
                  <c:v>-3.81958923</c:v>
                </c:pt>
                <c:pt idx="1921">
                  <c:v>-3.34214058</c:v>
                </c:pt>
                <c:pt idx="1922">
                  <c:v>-3.34214058</c:v>
                </c:pt>
                <c:pt idx="1923">
                  <c:v>-2.86469192</c:v>
                </c:pt>
                <c:pt idx="1924">
                  <c:v>-2.86469192</c:v>
                </c:pt>
                <c:pt idx="1925">
                  <c:v>-2.38724327</c:v>
                </c:pt>
                <c:pt idx="1926">
                  <c:v>-2.38724327</c:v>
                </c:pt>
                <c:pt idx="1927">
                  <c:v>-1.90979462</c:v>
                </c:pt>
                <c:pt idx="1928">
                  <c:v>-1.90979462</c:v>
                </c:pt>
                <c:pt idx="1929">
                  <c:v>-1.43234596</c:v>
                </c:pt>
                <c:pt idx="1930">
                  <c:v>-1.43234596</c:v>
                </c:pt>
                <c:pt idx="1931">
                  <c:v>-0.95489731</c:v>
                </c:pt>
                <c:pt idx="1932">
                  <c:v>-0.95489731</c:v>
                </c:pt>
                <c:pt idx="1933">
                  <c:v>-0.47744865</c:v>
                </c:pt>
                <c:pt idx="1934">
                  <c:v>-0.47744865</c:v>
                </c:pt>
                <c:pt idx="1935">
                  <c:v>-0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</c:scaling>
        <c:delete val="0"/>
        <c:axPos val="b"/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纵向坐标 x / 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5323384"/>
        <c:crosses val="autoZero"/>
        <c:crossBetween val="midCat"/>
      </c:valAx>
      <c:valAx>
        <c:axId val="2165323384"/>
        <c:scaling>
          <c:orientation val="minMax"/>
        </c:scaling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弯矩 / (MN·m)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6026424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最大值</c:v>
                </c:pt>
              </c:strCache>
            </c:strRef>
          </c:tx>
          <c:spPr>
            <a:ln w="21590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Sheet1!$A$2:$A$1937</c:f>
              <c:numCache>
                <c:formatCode>General</c:formatCode>
                <c:ptCount val="1936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  <c:pt idx="880">
                  <c:v>220</c:v>
                </c:pt>
                <c:pt idx="881">
                  <c:v>220.5</c:v>
                </c:pt>
                <c:pt idx="882">
                  <c:v>220.5</c:v>
                </c:pt>
                <c:pt idx="883">
                  <c:v>221</c:v>
                </c:pt>
                <c:pt idx="884">
                  <c:v>221</c:v>
                </c:pt>
                <c:pt idx="885">
                  <c:v>221.5</c:v>
                </c:pt>
                <c:pt idx="886">
                  <c:v>221.5</c:v>
                </c:pt>
                <c:pt idx="887">
                  <c:v>222</c:v>
                </c:pt>
                <c:pt idx="888">
                  <c:v>222</c:v>
                </c:pt>
                <c:pt idx="889">
                  <c:v>222.5</c:v>
                </c:pt>
                <c:pt idx="890">
                  <c:v>222.5</c:v>
                </c:pt>
                <c:pt idx="891">
                  <c:v>223</c:v>
                </c:pt>
                <c:pt idx="892">
                  <c:v>223</c:v>
                </c:pt>
                <c:pt idx="893">
                  <c:v>223.5</c:v>
                </c:pt>
                <c:pt idx="894">
                  <c:v>223.5</c:v>
                </c:pt>
                <c:pt idx="895">
                  <c:v>224</c:v>
                </c:pt>
                <c:pt idx="896">
                  <c:v>224</c:v>
                </c:pt>
                <c:pt idx="897">
                  <c:v>224.5</c:v>
                </c:pt>
                <c:pt idx="898">
                  <c:v>224.5</c:v>
                </c:pt>
                <c:pt idx="899">
                  <c:v>225</c:v>
                </c:pt>
                <c:pt idx="900">
                  <c:v>225</c:v>
                </c:pt>
                <c:pt idx="901">
                  <c:v>225.5</c:v>
                </c:pt>
                <c:pt idx="902">
                  <c:v>225.5</c:v>
                </c:pt>
                <c:pt idx="903">
                  <c:v>226</c:v>
                </c:pt>
                <c:pt idx="904">
                  <c:v>226</c:v>
                </c:pt>
                <c:pt idx="905">
                  <c:v>226.5</c:v>
                </c:pt>
                <c:pt idx="906">
                  <c:v>226.5</c:v>
                </c:pt>
                <c:pt idx="907">
                  <c:v>227</c:v>
                </c:pt>
                <c:pt idx="908">
                  <c:v>227</c:v>
                </c:pt>
                <c:pt idx="909">
                  <c:v>227.5</c:v>
                </c:pt>
                <c:pt idx="910">
                  <c:v>227.5</c:v>
                </c:pt>
                <c:pt idx="911">
                  <c:v>228</c:v>
                </c:pt>
                <c:pt idx="912">
                  <c:v>228</c:v>
                </c:pt>
                <c:pt idx="913">
                  <c:v>228.5</c:v>
                </c:pt>
                <c:pt idx="914">
                  <c:v>228.5</c:v>
                </c:pt>
                <c:pt idx="915">
                  <c:v>229</c:v>
                </c:pt>
                <c:pt idx="916">
                  <c:v>229</c:v>
                </c:pt>
                <c:pt idx="917">
                  <c:v>229.5</c:v>
                </c:pt>
                <c:pt idx="918">
                  <c:v>229.5</c:v>
                </c:pt>
                <c:pt idx="919">
                  <c:v>230</c:v>
                </c:pt>
                <c:pt idx="920">
                  <c:v>230</c:v>
                </c:pt>
                <c:pt idx="921">
                  <c:v>230.5</c:v>
                </c:pt>
                <c:pt idx="922">
                  <c:v>230.5</c:v>
                </c:pt>
                <c:pt idx="923">
                  <c:v>231</c:v>
                </c:pt>
                <c:pt idx="924">
                  <c:v>231</c:v>
                </c:pt>
                <c:pt idx="925">
                  <c:v>231.5</c:v>
                </c:pt>
                <c:pt idx="926">
                  <c:v>231.5</c:v>
                </c:pt>
                <c:pt idx="927">
                  <c:v>232</c:v>
                </c:pt>
                <c:pt idx="928">
                  <c:v>232</c:v>
                </c:pt>
                <c:pt idx="929">
                  <c:v>232.5</c:v>
                </c:pt>
                <c:pt idx="930">
                  <c:v>232.5</c:v>
                </c:pt>
                <c:pt idx="931">
                  <c:v>233</c:v>
                </c:pt>
                <c:pt idx="932">
                  <c:v>233</c:v>
                </c:pt>
                <c:pt idx="933">
                  <c:v>233.5</c:v>
                </c:pt>
                <c:pt idx="934">
                  <c:v>233.5</c:v>
                </c:pt>
                <c:pt idx="935">
                  <c:v>234</c:v>
                </c:pt>
                <c:pt idx="936">
                  <c:v>234</c:v>
                </c:pt>
                <c:pt idx="937">
                  <c:v>234.5</c:v>
                </c:pt>
                <c:pt idx="938">
                  <c:v>234.5</c:v>
                </c:pt>
                <c:pt idx="939">
                  <c:v>235</c:v>
                </c:pt>
                <c:pt idx="940">
                  <c:v>235</c:v>
                </c:pt>
                <c:pt idx="941">
                  <c:v>235.5</c:v>
                </c:pt>
                <c:pt idx="942">
                  <c:v>235.5</c:v>
                </c:pt>
                <c:pt idx="943">
                  <c:v>236</c:v>
                </c:pt>
                <c:pt idx="944">
                  <c:v>236</c:v>
                </c:pt>
                <c:pt idx="945">
                  <c:v>236.5</c:v>
                </c:pt>
                <c:pt idx="946">
                  <c:v>236.5</c:v>
                </c:pt>
                <c:pt idx="947">
                  <c:v>237</c:v>
                </c:pt>
                <c:pt idx="948">
                  <c:v>237</c:v>
                </c:pt>
                <c:pt idx="949">
                  <c:v>237.5</c:v>
                </c:pt>
                <c:pt idx="950">
                  <c:v>237.5</c:v>
                </c:pt>
                <c:pt idx="951">
                  <c:v>238</c:v>
                </c:pt>
                <c:pt idx="952">
                  <c:v>238</c:v>
                </c:pt>
                <c:pt idx="953">
                  <c:v>238.5</c:v>
                </c:pt>
                <c:pt idx="954">
                  <c:v>238.5</c:v>
                </c:pt>
                <c:pt idx="955">
                  <c:v>239</c:v>
                </c:pt>
                <c:pt idx="956">
                  <c:v>239</c:v>
                </c:pt>
                <c:pt idx="957">
                  <c:v>239.5</c:v>
                </c:pt>
                <c:pt idx="958">
                  <c:v>239.5</c:v>
                </c:pt>
                <c:pt idx="959">
                  <c:v>240</c:v>
                </c:pt>
                <c:pt idx="960">
                  <c:v>240</c:v>
                </c:pt>
                <c:pt idx="961">
                  <c:v>240.5</c:v>
                </c:pt>
                <c:pt idx="962">
                  <c:v>240.5</c:v>
                </c:pt>
                <c:pt idx="963">
                  <c:v>241</c:v>
                </c:pt>
                <c:pt idx="964">
                  <c:v>241</c:v>
                </c:pt>
                <c:pt idx="965">
                  <c:v>241.5</c:v>
                </c:pt>
                <c:pt idx="966">
                  <c:v>241.5</c:v>
                </c:pt>
                <c:pt idx="967">
                  <c:v>242</c:v>
                </c:pt>
                <c:pt idx="968">
                  <c:v>242</c:v>
                </c:pt>
                <c:pt idx="969">
                  <c:v>242.5</c:v>
                </c:pt>
                <c:pt idx="970">
                  <c:v>242.5</c:v>
                </c:pt>
                <c:pt idx="971">
                  <c:v>243</c:v>
                </c:pt>
                <c:pt idx="972">
                  <c:v>243</c:v>
                </c:pt>
                <c:pt idx="973">
                  <c:v>243.5</c:v>
                </c:pt>
                <c:pt idx="974">
                  <c:v>243.5</c:v>
                </c:pt>
                <c:pt idx="975">
                  <c:v>244</c:v>
                </c:pt>
                <c:pt idx="976">
                  <c:v>244</c:v>
                </c:pt>
                <c:pt idx="977">
                  <c:v>244.5</c:v>
                </c:pt>
                <c:pt idx="978">
                  <c:v>244.5</c:v>
                </c:pt>
                <c:pt idx="979">
                  <c:v>245</c:v>
                </c:pt>
                <c:pt idx="980">
                  <c:v>245</c:v>
                </c:pt>
                <c:pt idx="981">
                  <c:v>245.5</c:v>
                </c:pt>
                <c:pt idx="982">
                  <c:v>245.5</c:v>
                </c:pt>
                <c:pt idx="983">
                  <c:v>246</c:v>
                </c:pt>
                <c:pt idx="984">
                  <c:v>246</c:v>
                </c:pt>
                <c:pt idx="985">
                  <c:v>246.5</c:v>
                </c:pt>
                <c:pt idx="986">
                  <c:v>246.5</c:v>
                </c:pt>
                <c:pt idx="987">
                  <c:v>247</c:v>
                </c:pt>
                <c:pt idx="988">
                  <c:v>247</c:v>
                </c:pt>
                <c:pt idx="989">
                  <c:v>247.5</c:v>
                </c:pt>
                <c:pt idx="990">
                  <c:v>247.5</c:v>
                </c:pt>
                <c:pt idx="991">
                  <c:v>248</c:v>
                </c:pt>
                <c:pt idx="992">
                  <c:v>248</c:v>
                </c:pt>
                <c:pt idx="993">
                  <c:v>248.5</c:v>
                </c:pt>
                <c:pt idx="994">
                  <c:v>248.5</c:v>
                </c:pt>
                <c:pt idx="995">
                  <c:v>249</c:v>
                </c:pt>
                <c:pt idx="996">
                  <c:v>249</c:v>
                </c:pt>
                <c:pt idx="997">
                  <c:v>249.5</c:v>
                </c:pt>
                <c:pt idx="998">
                  <c:v>249.5</c:v>
                </c:pt>
                <c:pt idx="999">
                  <c:v>250</c:v>
                </c:pt>
                <c:pt idx="1000">
                  <c:v>250</c:v>
                </c:pt>
                <c:pt idx="1001">
                  <c:v>250.5</c:v>
                </c:pt>
                <c:pt idx="1002">
                  <c:v>250.5</c:v>
                </c:pt>
                <c:pt idx="1003">
                  <c:v>251</c:v>
                </c:pt>
                <c:pt idx="1004">
                  <c:v>251</c:v>
                </c:pt>
                <c:pt idx="1005">
                  <c:v>251.5</c:v>
                </c:pt>
                <c:pt idx="1006">
                  <c:v>251.5</c:v>
                </c:pt>
                <c:pt idx="1007">
                  <c:v>252</c:v>
                </c:pt>
                <c:pt idx="1008">
                  <c:v>252</c:v>
                </c:pt>
                <c:pt idx="1009">
                  <c:v>252.5</c:v>
                </c:pt>
                <c:pt idx="1010">
                  <c:v>252.5</c:v>
                </c:pt>
                <c:pt idx="1011">
                  <c:v>253</c:v>
                </c:pt>
                <c:pt idx="1012">
                  <c:v>253</c:v>
                </c:pt>
                <c:pt idx="1013">
                  <c:v>253.5</c:v>
                </c:pt>
                <c:pt idx="1014">
                  <c:v>253.5</c:v>
                </c:pt>
                <c:pt idx="1015">
                  <c:v>254</c:v>
                </c:pt>
                <c:pt idx="1016">
                  <c:v>254</c:v>
                </c:pt>
                <c:pt idx="1017">
                  <c:v>254.5</c:v>
                </c:pt>
                <c:pt idx="1018">
                  <c:v>254.5</c:v>
                </c:pt>
                <c:pt idx="1019">
                  <c:v>255</c:v>
                </c:pt>
                <c:pt idx="1020">
                  <c:v>255</c:v>
                </c:pt>
                <c:pt idx="1021">
                  <c:v>255.5</c:v>
                </c:pt>
                <c:pt idx="1022">
                  <c:v>255.5</c:v>
                </c:pt>
                <c:pt idx="1023">
                  <c:v>256</c:v>
                </c:pt>
                <c:pt idx="1024">
                  <c:v>256</c:v>
                </c:pt>
                <c:pt idx="1025">
                  <c:v>256.5</c:v>
                </c:pt>
                <c:pt idx="1026">
                  <c:v>256.5</c:v>
                </c:pt>
                <c:pt idx="1027">
                  <c:v>257</c:v>
                </c:pt>
                <c:pt idx="1028">
                  <c:v>257</c:v>
                </c:pt>
                <c:pt idx="1029">
                  <c:v>257.5</c:v>
                </c:pt>
                <c:pt idx="1030">
                  <c:v>257.5</c:v>
                </c:pt>
                <c:pt idx="1031">
                  <c:v>258</c:v>
                </c:pt>
                <c:pt idx="1032">
                  <c:v>258</c:v>
                </c:pt>
                <c:pt idx="1033">
                  <c:v>258.5</c:v>
                </c:pt>
                <c:pt idx="1034">
                  <c:v>258.5</c:v>
                </c:pt>
                <c:pt idx="1035">
                  <c:v>259</c:v>
                </c:pt>
                <c:pt idx="1036">
                  <c:v>259</c:v>
                </c:pt>
                <c:pt idx="1037">
                  <c:v>259.5</c:v>
                </c:pt>
                <c:pt idx="1038">
                  <c:v>259.5</c:v>
                </c:pt>
                <c:pt idx="1039">
                  <c:v>260</c:v>
                </c:pt>
                <c:pt idx="1040">
                  <c:v>260</c:v>
                </c:pt>
                <c:pt idx="1041">
                  <c:v>260.5</c:v>
                </c:pt>
                <c:pt idx="1042">
                  <c:v>260.5</c:v>
                </c:pt>
                <c:pt idx="1043">
                  <c:v>261</c:v>
                </c:pt>
                <c:pt idx="1044">
                  <c:v>261</c:v>
                </c:pt>
                <c:pt idx="1045">
                  <c:v>261.5</c:v>
                </c:pt>
                <c:pt idx="1046">
                  <c:v>261.5</c:v>
                </c:pt>
                <c:pt idx="1047">
                  <c:v>262</c:v>
                </c:pt>
                <c:pt idx="1048">
                  <c:v>262</c:v>
                </c:pt>
                <c:pt idx="1049">
                  <c:v>262.5</c:v>
                </c:pt>
                <c:pt idx="1050">
                  <c:v>262.5</c:v>
                </c:pt>
                <c:pt idx="1051">
                  <c:v>263</c:v>
                </c:pt>
                <c:pt idx="1052">
                  <c:v>263</c:v>
                </c:pt>
                <c:pt idx="1053">
                  <c:v>263.5</c:v>
                </c:pt>
                <c:pt idx="1054">
                  <c:v>263.5</c:v>
                </c:pt>
                <c:pt idx="1055">
                  <c:v>264</c:v>
                </c:pt>
                <c:pt idx="1056">
                  <c:v>264</c:v>
                </c:pt>
                <c:pt idx="1057">
                  <c:v>264.5</c:v>
                </c:pt>
                <c:pt idx="1058">
                  <c:v>264.5</c:v>
                </c:pt>
                <c:pt idx="1059">
                  <c:v>265</c:v>
                </c:pt>
                <c:pt idx="1060">
                  <c:v>265</c:v>
                </c:pt>
                <c:pt idx="1061">
                  <c:v>265.5</c:v>
                </c:pt>
                <c:pt idx="1062">
                  <c:v>265.5</c:v>
                </c:pt>
                <c:pt idx="1063">
                  <c:v>266</c:v>
                </c:pt>
                <c:pt idx="1064">
                  <c:v>266</c:v>
                </c:pt>
                <c:pt idx="1065">
                  <c:v>266.5</c:v>
                </c:pt>
                <c:pt idx="1066">
                  <c:v>266.5</c:v>
                </c:pt>
                <c:pt idx="1067">
                  <c:v>267</c:v>
                </c:pt>
                <c:pt idx="1068">
                  <c:v>267</c:v>
                </c:pt>
                <c:pt idx="1069">
                  <c:v>267.5</c:v>
                </c:pt>
                <c:pt idx="1070">
                  <c:v>267.5</c:v>
                </c:pt>
                <c:pt idx="1071">
                  <c:v>268</c:v>
                </c:pt>
                <c:pt idx="1072">
                  <c:v>268</c:v>
                </c:pt>
                <c:pt idx="1073">
                  <c:v>268.5</c:v>
                </c:pt>
                <c:pt idx="1074">
                  <c:v>268.5</c:v>
                </c:pt>
                <c:pt idx="1075">
                  <c:v>269</c:v>
                </c:pt>
                <c:pt idx="1076">
                  <c:v>269</c:v>
                </c:pt>
                <c:pt idx="1077">
                  <c:v>269.5</c:v>
                </c:pt>
                <c:pt idx="1078">
                  <c:v>269.5</c:v>
                </c:pt>
                <c:pt idx="1079">
                  <c:v>270</c:v>
                </c:pt>
                <c:pt idx="1080">
                  <c:v>270</c:v>
                </c:pt>
                <c:pt idx="1081">
                  <c:v>270.5</c:v>
                </c:pt>
                <c:pt idx="1082">
                  <c:v>270.5</c:v>
                </c:pt>
                <c:pt idx="1083">
                  <c:v>271</c:v>
                </c:pt>
                <c:pt idx="1084">
                  <c:v>271</c:v>
                </c:pt>
                <c:pt idx="1085">
                  <c:v>271.5</c:v>
                </c:pt>
                <c:pt idx="1086">
                  <c:v>271.5</c:v>
                </c:pt>
                <c:pt idx="1087">
                  <c:v>272</c:v>
                </c:pt>
                <c:pt idx="1088">
                  <c:v>272</c:v>
                </c:pt>
                <c:pt idx="1089">
                  <c:v>272.5</c:v>
                </c:pt>
                <c:pt idx="1090">
                  <c:v>272.5</c:v>
                </c:pt>
                <c:pt idx="1091">
                  <c:v>273</c:v>
                </c:pt>
                <c:pt idx="1092">
                  <c:v>273</c:v>
                </c:pt>
                <c:pt idx="1093">
                  <c:v>273.5</c:v>
                </c:pt>
                <c:pt idx="1094">
                  <c:v>273.5</c:v>
                </c:pt>
                <c:pt idx="1095">
                  <c:v>274</c:v>
                </c:pt>
                <c:pt idx="1096">
                  <c:v>274</c:v>
                </c:pt>
                <c:pt idx="1097">
                  <c:v>274.5</c:v>
                </c:pt>
                <c:pt idx="1098">
                  <c:v>274.5</c:v>
                </c:pt>
                <c:pt idx="1099">
                  <c:v>275</c:v>
                </c:pt>
                <c:pt idx="1100">
                  <c:v>275</c:v>
                </c:pt>
                <c:pt idx="1101">
                  <c:v>275.5</c:v>
                </c:pt>
                <c:pt idx="1102">
                  <c:v>275.5</c:v>
                </c:pt>
                <c:pt idx="1103">
                  <c:v>276</c:v>
                </c:pt>
                <c:pt idx="1104">
                  <c:v>276</c:v>
                </c:pt>
                <c:pt idx="1105">
                  <c:v>276.5</c:v>
                </c:pt>
                <c:pt idx="1106">
                  <c:v>276.5</c:v>
                </c:pt>
                <c:pt idx="1107">
                  <c:v>277</c:v>
                </c:pt>
                <c:pt idx="1108">
                  <c:v>277</c:v>
                </c:pt>
                <c:pt idx="1109">
                  <c:v>277.5</c:v>
                </c:pt>
                <c:pt idx="1110">
                  <c:v>277.5</c:v>
                </c:pt>
                <c:pt idx="1111">
                  <c:v>278</c:v>
                </c:pt>
                <c:pt idx="1112">
                  <c:v>278</c:v>
                </c:pt>
                <c:pt idx="1113">
                  <c:v>278.5</c:v>
                </c:pt>
                <c:pt idx="1114">
                  <c:v>278.5</c:v>
                </c:pt>
                <c:pt idx="1115">
                  <c:v>279</c:v>
                </c:pt>
                <c:pt idx="1116">
                  <c:v>279</c:v>
                </c:pt>
                <c:pt idx="1117">
                  <c:v>279.5</c:v>
                </c:pt>
                <c:pt idx="1118">
                  <c:v>279.5</c:v>
                </c:pt>
                <c:pt idx="1119">
                  <c:v>280</c:v>
                </c:pt>
                <c:pt idx="1120">
                  <c:v>280</c:v>
                </c:pt>
                <c:pt idx="1121">
                  <c:v>280.5</c:v>
                </c:pt>
                <c:pt idx="1122">
                  <c:v>280.5</c:v>
                </c:pt>
                <c:pt idx="1123">
                  <c:v>281</c:v>
                </c:pt>
                <c:pt idx="1124">
                  <c:v>281</c:v>
                </c:pt>
                <c:pt idx="1125">
                  <c:v>281.5</c:v>
                </c:pt>
                <c:pt idx="1126">
                  <c:v>281.5</c:v>
                </c:pt>
                <c:pt idx="1127">
                  <c:v>282</c:v>
                </c:pt>
                <c:pt idx="1128">
                  <c:v>282</c:v>
                </c:pt>
                <c:pt idx="1129">
                  <c:v>282.5</c:v>
                </c:pt>
                <c:pt idx="1130">
                  <c:v>282.5</c:v>
                </c:pt>
                <c:pt idx="1131">
                  <c:v>283</c:v>
                </c:pt>
                <c:pt idx="1132">
                  <c:v>283</c:v>
                </c:pt>
                <c:pt idx="1133">
                  <c:v>283.5</c:v>
                </c:pt>
                <c:pt idx="1134">
                  <c:v>283.5</c:v>
                </c:pt>
                <c:pt idx="1135">
                  <c:v>284</c:v>
                </c:pt>
                <c:pt idx="1136">
                  <c:v>284</c:v>
                </c:pt>
                <c:pt idx="1137">
                  <c:v>284.5</c:v>
                </c:pt>
                <c:pt idx="1138">
                  <c:v>284.5</c:v>
                </c:pt>
                <c:pt idx="1139">
                  <c:v>285</c:v>
                </c:pt>
                <c:pt idx="1140">
                  <c:v>285</c:v>
                </c:pt>
                <c:pt idx="1141">
                  <c:v>285.5</c:v>
                </c:pt>
                <c:pt idx="1142">
                  <c:v>285.5</c:v>
                </c:pt>
                <c:pt idx="1143">
                  <c:v>286</c:v>
                </c:pt>
                <c:pt idx="1144">
                  <c:v>286</c:v>
                </c:pt>
                <c:pt idx="1145">
                  <c:v>286.5</c:v>
                </c:pt>
                <c:pt idx="1146">
                  <c:v>286.5</c:v>
                </c:pt>
                <c:pt idx="1147">
                  <c:v>287</c:v>
                </c:pt>
                <c:pt idx="1148">
                  <c:v>287</c:v>
                </c:pt>
                <c:pt idx="1149">
                  <c:v>287.5</c:v>
                </c:pt>
                <c:pt idx="1150">
                  <c:v>287.5</c:v>
                </c:pt>
                <c:pt idx="1151">
                  <c:v>288</c:v>
                </c:pt>
                <c:pt idx="1152">
                  <c:v>288</c:v>
                </c:pt>
                <c:pt idx="1153">
                  <c:v>288.5</c:v>
                </c:pt>
                <c:pt idx="1154">
                  <c:v>288.5</c:v>
                </c:pt>
                <c:pt idx="1155">
                  <c:v>289</c:v>
                </c:pt>
                <c:pt idx="1156">
                  <c:v>289</c:v>
                </c:pt>
                <c:pt idx="1157">
                  <c:v>289.5</c:v>
                </c:pt>
                <c:pt idx="1158">
                  <c:v>289.5</c:v>
                </c:pt>
                <c:pt idx="1159">
                  <c:v>290</c:v>
                </c:pt>
                <c:pt idx="1160">
                  <c:v>290</c:v>
                </c:pt>
                <c:pt idx="1161">
                  <c:v>290.5</c:v>
                </c:pt>
                <c:pt idx="1162">
                  <c:v>290.5</c:v>
                </c:pt>
                <c:pt idx="1163">
                  <c:v>291</c:v>
                </c:pt>
                <c:pt idx="1164">
                  <c:v>291</c:v>
                </c:pt>
                <c:pt idx="1165">
                  <c:v>291.5</c:v>
                </c:pt>
                <c:pt idx="1166">
                  <c:v>291.5</c:v>
                </c:pt>
                <c:pt idx="1167">
                  <c:v>292</c:v>
                </c:pt>
                <c:pt idx="1168">
                  <c:v>292</c:v>
                </c:pt>
                <c:pt idx="1169">
                  <c:v>292.5</c:v>
                </c:pt>
                <c:pt idx="1170">
                  <c:v>292.5</c:v>
                </c:pt>
                <c:pt idx="1171">
                  <c:v>293</c:v>
                </c:pt>
                <c:pt idx="1172">
                  <c:v>293</c:v>
                </c:pt>
                <c:pt idx="1173">
                  <c:v>293.5</c:v>
                </c:pt>
                <c:pt idx="1174">
                  <c:v>293.5</c:v>
                </c:pt>
                <c:pt idx="1175">
                  <c:v>294</c:v>
                </c:pt>
                <c:pt idx="1176">
                  <c:v>294</c:v>
                </c:pt>
                <c:pt idx="1177">
                  <c:v>294.5</c:v>
                </c:pt>
                <c:pt idx="1178">
                  <c:v>294.5</c:v>
                </c:pt>
                <c:pt idx="1179">
                  <c:v>295</c:v>
                </c:pt>
                <c:pt idx="1180">
                  <c:v>295</c:v>
                </c:pt>
                <c:pt idx="1181">
                  <c:v>295.5</c:v>
                </c:pt>
                <c:pt idx="1182">
                  <c:v>295.5</c:v>
                </c:pt>
                <c:pt idx="1183">
                  <c:v>296</c:v>
                </c:pt>
                <c:pt idx="1184">
                  <c:v>296</c:v>
                </c:pt>
                <c:pt idx="1185">
                  <c:v>296.5</c:v>
                </c:pt>
                <c:pt idx="1186">
                  <c:v>296.5</c:v>
                </c:pt>
                <c:pt idx="1187">
                  <c:v>297</c:v>
                </c:pt>
                <c:pt idx="1188">
                  <c:v>297</c:v>
                </c:pt>
                <c:pt idx="1189">
                  <c:v>297.5</c:v>
                </c:pt>
                <c:pt idx="1190">
                  <c:v>297.5</c:v>
                </c:pt>
                <c:pt idx="1191">
                  <c:v>298</c:v>
                </c:pt>
                <c:pt idx="1192">
                  <c:v>298</c:v>
                </c:pt>
                <c:pt idx="1193">
                  <c:v>298.5</c:v>
                </c:pt>
                <c:pt idx="1194">
                  <c:v>298.5</c:v>
                </c:pt>
                <c:pt idx="1195">
                  <c:v>299</c:v>
                </c:pt>
                <c:pt idx="1196">
                  <c:v>299</c:v>
                </c:pt>
                <c:pt idx="1197">
                  <c:v>299.5</c:v>
                </c:pt>
                <c:pt idx="1198">
                  <c:v>299.5</c:v>
                </c:pt>
                <c:pt idx="1199">
                  <c:v>300</c:v>
                </c:pt>
                <c:pt idx="1200">
                  <c:v>300</c:v>
                </c:pt>
                <c:pt idx="1201">
                  <c:v>300.5</c:v>
                </c:pt>
                <c:pt idx="1202">
                  <c:v>300.5</c:v>
                </c:pt>
                <c:pt idx="1203">
                  <c:v>301</c:v>
                </c:pt>
                <c:pt idx="1204">
                  <c:v>301</c:v>
                </c:pt>
                <c:pt idx="1205">
                  <c:v>301.5</c:v>
                </c:pt>
                <c:pt idx="1206">
                  <c:v>301.5</c:v>
                </c:pt>
                <c:pt idx="1207">
                  <c:v>302</c:v>
                </c:pt>
                <c:pt idx="1208">
                  <c:v>302</c:v>
                </c:pt>
                <c:pt idx="1209">
                  <c:v>302.5</c:v>
                </c:pt>
                <c:pt idx="1210">
                  <c:v>302.5</c:v>
                </c:pt>
                <c:pt idx="1211">
                  <c:v>303</c:v>
                </c:pt>
                <c:pt idx="1212">
                  <c:v>303</c:v>
                </c:pt>
                <c:pt idx="1213">
                  <c:v>303.5</c:v>
                </c:pt>
                <c:pt idx="1214">
                  <c:v>303.5</c:v>
                </c:pt>
                <c:pt idx="1215">
                  <c:v>304</c:v>
                </c:pt>
                <c:pt idx="1216">
                  <c:v>304</c:v>
                </c:pt>
                <c:pt idx="1217">
                  <c:v>304.5</c:v>
                </c:pt>
                <c:pt idx="1218">
                  <c:v>304.5</c:v>
                </c:pt>
                <c:pt idx="1219">
                  <c:v>305</c:v>
                </c:pt>
                <c:pt idx="1220">
                  <c:v>305</c:v>
                </c:pt>
                <c:pt idx="1221">
                  <c:v>305.5</c:v>
                </c:pt>
                <c:pt idx="1222">
                  <c:v>305.5</c:v>
                </c:pt>
                <c:pt idx="1223">
                  <c:v>306</c:v>
                </c:pt>
                <c:pt idx="1224">
                  <c:v>306</c:v>
                </c:pt>
                <c:pt idx="1225">
                  <c:v>306.5</c:v>
                </c:pt>
                <c:pt idx="1226">
                  <c:v>306.5</c:v>
                </c:pt>
                <c:pt idx="1227">
                  <c:v>307</c:v>
                </c:pt>
                <c:pt idx="1228">
                  <c:v>307</c:v>
                </c:pt>
                <c:pt idx="1229">
                  <c:v>307.5</c:v>
                </c:pt>
                <c:pt idx="1230">
                  <c:v>307.5</c:v>
                </c:pt>
                <c:pt idx="1231">
                  <c:v>308</c:v>
                </c:pt>
                <c:pt idx="1232">
                  <c:v>308</c:v>
                </c:pt>
                <c:pt idx="1233">
                  <c:v>308.5</c:v>
                </c:pt>
                <c:pt idx="1234">
                  <c:v>308.5</c:v>
                </c:pt>
                <c:pt idx="1235">
                  <c:v>309</c:v>
                </c:pt>
                <c:pt idx="1236">
                  <c:v>309</c:v>
                </c:pt>
                <c:pt idx="1237">
                  <c:v>309.5</c:v>
                </c:pt>
                <c:pt idx="1238">
                  <c:v>309.5</c:v>
                </c:pt>
                <c:pt idx="1239">
                  <c:v>310</c:v>
                </c:pt>
                <c:pt idx="1240">
                  <c:v>310</c:v>
                </c:pt>
                <c:pt idx="1241">
                  <c:v>310.5</c:v>
                </c:pt>
                <c:pt idx="1242">
                  <c:v>310.5</c:v>
                </c:pt>
                <c:pt idx="1243">
                  <c:v>311</c:v>
                </c:pt>
                <c:pt idx="1244">
                  <c:v>311</c:v>
                </c:pt>
                <c:pt idx="1245">
                  <c:v>311.5</c:v>
                </c:pt>
                <c:pt idx="1246">
                  <c:v>311.5</c:v>
                </c:pt>
                <c:pt idx="1247">
                  <c:v>312</c:v>
                </c:pt>
                <c:pt idx="1248">
                  <c:v>312</c:v>
                </c:pt>
                <c:pt idx="1249">
                  <c:v>312.5</c:v>
                </c:pt>
                <c:pt idx="1250">
                  <c:v>312.5</c:v>
                </c:pt>
                <c:pt idx="1251">
                  <c:v>313</c:v>
                </c:pt>
                <c:pt idx="1252">
                  <c:v>313</c:v>
                </c:pt>
                <c:pt idx="1253">
                  <c:v>313.5</c:v>
                </c:pt>
                <c:pt idx="1254">
                  <c:v>313.5</c:v>
                </c:pt>
                <c:pt idx="1255">
                  <c:v>314</c:v>
                </c:pt>
                <c:pt idx="1256">
                  <c:v>314</c:v>
                </c:pt>
                <c:pt idx="1257">
                  <c:v>314.5</c:v>
                </c:pt>
                <c:pt idx="1258">
                  <c:v>314.5</c:v>
                </c:pt>
                <c:pt idx="1259">
                  <c:v>315</c:v>
                </c:pt>
                <c:pt idx="1260">
                  <c:v>315</c:v>
                </c:pt>
                <c:pt idx="1261">
                  <c:v>315.5</c:v>
                </c:pt>
                <c:pt idx="1262">
                  <c:v>315.5</c:v>
                </c:pt>
                <c:pt idx="1263">
                  <c:v>316</c:v>
                </c:pt>
                <c:pt idx="1264">
                  <c:v>316</c:v>
                </c:pt>
                <c:pt idx="1265">
                  <c:v>316.5</c:v>
                </c:pt>
                <c:pt idx="1266">
                  <c:v>316.5</c:v>
                </c:pt>
                <c:pt idx="1267">
                  <c:v>317</c:v>
                </c:pt>
                <c:pt idx="1268">
                  <c:v>317</c:v>
                </c:pt>
                <c:pt idx="1269">
                  <c:v>317.5</c:v>
                </c:pt>
                <c:pt idx="1270">
                  <c:v>317.5</c:v>
                </c:pt>
                <c:pt idx="1271">
                  <c:v>318</c:v>
                </c:pt>
                <c:pt idx="1272">
                  <c:v>318</c:v>
                </c:pt>
                <c:pt idx="1273">
                  <c:v>318.5</c:v>
                </c:pt>
                <c:pt idx="1274">
                  <c:v>318.5</c:v>
                </c:pt>
                <c:pt idx="1275">
                  <c:v>319</c:v>
                </c:pt>
                <c:pt idx="1276">
                  <c:v>319</c:v>
                </c:pt>
                <c:pt idx="1277">
                  <c:v>319.5</c:v>
                </c:pt>
                <c:pt idx="1278">
                  <c:v>319.5</c:v>
                </c:pt>
                <c:pt idx="1279">
                  <c:v>320</c:v>
                </c:pt>
                <c:pt idx="1280">
                  <c:v>320</c:v>
                </c:pt>
                <c:pt idx="1281">
                  <c:v>320.5</c:v>
                </c:pt>
                <c:pt idx="1282">
                  <c:v>320.5</c:v>
                </c:pt>
                <c:pt idx="1283">
                  <c:v>321</c:v>
                </c:pt>
                <c:pt idx="1284">
                  <c:v>321</c:v>
                </c:pt>
                <c:pt idx="1285">
                  <c:v>321.5</c:v>
                </c:pt>
                <c:pt idx="1286">
                  <c:v>321.5</c:v>
                </c:pt>
                <c:pt idx="1287">
                  <c:v>322</c:v>
                </c:pt>
                <c:pt idx="1288">
                  <c:v>322</c:v>
                </c:pt>
                <c:pt idx="1289">
                  <c:v>322.5</c:v>
                </c:pt>
                <c:pt idx="1290">
                  <c:v>322.5</c:v>
                </c:pt>
                <c:pt idx="1291">
                  <c:v>323</c:v>
                </c:pt>
                <c:pt idx="1292">
                  <c:v>323</c:v>
                </c:pt>
                <c:pt idx="1293">
                  <c:v>323.5</c:v>
                </c:pt>
                <c:pt idx="1294">
                  <c:v>323.5</c:v>
                </c:pt>
                <c:pt idx="1295">
                  <c:v>324</c:v>
                </c:pt>
                <c:pt idx="1296">
                  <c:v>324</c:v>
                </c:pt>
                <c:pt idx="1297">
                  <c:v>324.5</c:v>
                </c:pt>
                <c:pt idx="1298">
                  <c:v>324.5</c:v>
                </c:pt>
                <c:pt idx="1299">
                  <c:v>325</c:v>
                </c:pt>
                <c:pt idx="1300">
                  <c:v>325</c:v>
                </c:pt>
                <c:pt idx="1301">
                  <c:v>325.5</c:v>
                </c:pt>
                <c:pt idx="1302">
                  <c:v>325.5</c:v>
                </c:pt>
                <c:pt idx="1303">
                  <c:v>326</c:v>
                </c:pt>
                <c:pt idx="1304">
                  <c:v>326</c:v>
                </c:pt>
                <c:pt idx="1305">
                  <c:v>326.5</c:v>
                </c:pt>
                <c:pt idx="1306">
                  <c:v>326.5</c:v>
                </c:pt>
                <c:pt idx="1307">
                  <c:v>327</c:v>
                </c:pt>
                <c:pt idx="1308">
                  <c:v>327</c:v>
                </c:pt>
                <c:pt idx="1309">
                  <c:v>327.5</c:v>
                </c:pt>
                <c:pt idx="1310">
                  <c:v>327.5</c:v>
                </c:pt>
                <c:pt idx="1311">
                  <c:v>328</c:v>
                </c:pt>
                <c:pt idx="1312">
                  <c:v>328</c:v>
                </c:pt>
                <c:pt idx="1313">
                  <c:v>328.5</c:v>
                </c:pt>
                <c:pt idx="1314">
                  <c:v>328.5</c:v>
                </c:pt>
                <c:pt idx="1315">
                  <c:v>329</c:v>
                </c:pt>
                <c:pt idx="1316">
                  <c:v>329</c:v>
                </c:pt>
                <c:pt idx="1317">
                  <c:v>329.5</c:v>
                </c:pt>
                <c:pt idx="1318">
                  <c:v>329.5</c:v>
                </c:pt>
                <c:pt idx="1319">
                  <c:v>330</c:v>
                </c:pt>
                <c:pt idx="1320">
                  <c:v>330</c:v>
                </c:pt>
                <c:pt idx="1321">
                  <c:v>330.5</c:v>
                </c:pt>
                <c:pt idx="1322">
                  <c:v>330.5</c:v>
                </c:pt>
                <c:pt idx="1323">
                  <c:v>331</c:v>
                </c:pt>
                <c:pt idx="1324">
                  <c:v>331</c:v>
                </c:pt>
                <c:pt idx="1325">
                  <c:v>331.5</c:v>
                </c:pt>
                <c:pt idx="1326">
                  <c:v>331.5</c:v>
                </c:pt>
                <c:pt idx="1327">
                  <c:v>332</c:v>
                </c:pt>
                <c:pt idx="1328">
                  <c:v>332</c:v>
                </c:pt>
                <c:pt idx="1329">
                  <c:v>332.5</c:v>
                </c:pt>
                <c:pt idx="1330">
                  <c:v>332.5</c:v>
                </c:pt>
                <c:pt idx="1331">
                  <c:v>333</c:v>
                </c:pt>
                <c:pt idx="1332">
                  <c:v>333</c:v>
                </c:pt>
                <c:pt idx="1333">
                  <c:v>333.5</c:v>
                </c:pt>
                <c:pt idx="1334">
                  <c:v>333.5</c:v>
                </c:pt>
                <c:pt idx="1335">
                  <c:v>334</c:v>
                </c:pt>
                <c:pt idx="1336">
                  <c:v>334</c:v>
                </c:pt>
                <c:pt idx="1337">
                  <c:v>334.5</c:v>
                </c:pt>
                <c:pt idx="1338">
                  <c:v>334.5</c:v>
                </c:pt>
                <c:pt idx="1339">
                  <c:v>335</c:v>
                </c:pt>
                <c:pt idx="1340">
                  <c:v>335</c:v>
                </c:pt>
                <c:pt idx="1341">
                  <c:v>335.5</c:v>
                </c:pt>
                <c:pt idx="1342">
                  <c:v>335.5</c:v>
                </c:pt>
                <c:pt idx="1343">
                  <c:v>336</c:v>
                </c:pt>
                <c:pt idx="1344">
                  <c:v>336</c:v>
                </c:pt>
                <c:pt idx="1345">
                  <c:v>336.5</c:v>
                </c:pt>
                <c:pt idx="1346">
                  <c:v>336.5</c:v>
                </c:pt>
                <c:pt idx="1347">
                  <c:v>337</c:v>
                </c:pt>
                <c:pt idx="1348">
                  <c:v>337</c:v>
                </c:pt>
                <c:pt idx="1349">
                  <c:v>337.5</c:v>
                </c:pt>
                <c:pt idx="1350">
                  <c:v>337.5</c:v>
                </c:pt>
                <c:pt idx="1351">
                  <c:v>338</c:v>
                </c:pt>
                <c:pt idx="1352">
                  <c:v>338</c:v>
                </c:pt>
                <c:pt idx="1353">
                  <c:v>338.5</c:v>
                </c:pt>
                <c:pt idx="1354">
                  <c:v>338.5</c:v>
                </c:pt>
                <c:pt idx="1355">
                  <c:v>339</c:v>
                </c:pt>
                <c:pt idx="1356">
                  <c:v>339</c:v>
                </c:pt>
                <c:pt idx="1357">
                  <c:v>339.5</c:v>
                </c:pt>
                <c:pt idx="1358">
                  <c:v>339.5</c:v>
                </c:pt>
                <c:pt idx="1359">
                  <c:v>340</c:v>
                </c:pt>
                <c:pt idx="1360">
                  <c:v>340</c:v>
                </c:pt>
                <c:pt idx="1361">
                  <c:v>340.5</c:v>
                </c:pt>
                <c:pt idx="1362">
                  <c:v>340.5</c:v>
                </c:pt>
                <c:pt idx="1363">
                  <c:v>341</c:v>
                </c:pt>
                <c:pt idx="1364">
                  <c:v>341</c:v>
                </c:pt>
                <c:pt idx="1365">
                  <c:v>341.5</c:v>
                </c:pt>
                <c:pt idx="1366">
                  <c:v>341.5</c:v>
                </c:pt>
                <c:pt idx="1367">
                  <c:v>342</c:v>
                </c:pt>
                <c:pt idx="1368">
                  <c:v>342</c:v>
                </c:pt>
                <c:pt idx="1369">
                  <c:v>342.5</c:v>
                </c:pt>
                <c:pt idx="1370">
                  <c:v>342.5</c:v>
                </c:pt>
                <c:pt idx="1371">
                  <c:v>343</c:v>
                </c:pt>
                <c:pt idx="1372">
                  <c:v>343</c:v>
                </c:pt>
                <c:pt idx="1373">
                  <c:v>343.5</c:v>
                </c:pt>
                <c:pt idx="1374">
                  <c:v>343.5</c:v>
                </c:pt>
                <c:pt idx="1375">
                  <c:v>344</c:v>
                </c:pt>
                <c:pt idx="1376">
                  <c:v>344</c:v>
                </c:pt>
                <c:pt idx="1377">
                  <c:v>344.5</c:v>
                </c:pt>
                <c:pt idx="1378">
                  <c:v>344.5</c:v>
                </c:pt>
                <c:pt idx="1379">
                  <c:v>345</c:v>
                </c:pt>
                <c:pt idx="1380">
                  <c:v>345</c:v>
                </c:pt>
                <c:pt idx="1381">
                  <c:v>345.5</c:v>
                </c:pt>
                <c:pt idx="1382">
                  <c:v>345.5</c:v>
                </c:pt>
                <c:pt idx="1383">
                  <c:v>346</c:v>
                </c:pt>
                <c:pt idx="1384">
                  <c:v>346</c:v>
                </c:pt>
                <c:pt idx="1385">
                  <c:v>346.5</c:v>
                </c:pt>
                <c:pt idx="1386">
                  <c:v>346.5</c:v>
                </c:pt>
                <c:pt idx="1387">
                  <c:v>347</c:v>
                </c:pt>
                <c:pt idx="1388">
                  <c:v>347</c:v>
                </c:pt>
                <c:pt idx="1389">
                  <c:v>347.5</c:v>
                </c:pt>
                <c:pt idx="1390">
                  <c:v>347.5</c:v>
                </c:pt>
                <c:pt idx="1391">
                  <c:v>348</c:v>
                </c:pt>
                <c:pt idx="1392">
                  <c:v>348</c:v>
                </c:pt>
                <c:pt idx="1393">
                  <c:v>348.5</c:v>
                </c:pt>
                <c:pt idx="1394">
                  <c:v>348.5</c:v>
                </c:pt>
                <c:pt idx="1395">
                  <c:v>349</c:v>
                </c:pt>
                <c:pt idx="1396">
                  <c:v>349</c:v>
                </c:pt>
                <c:pt idx="1397">
                  <c:v>349.5</c:v>
                </c:pt>
                <c:pt idx="1398">
                  <c:v>349.5</c:v>
                </c:pt>
                <c:pt idx="1399">
                  <c:v>350</c:v>
                </c:pt>
                <c:pt idx="1400">
                  <c:v>350</c:v>
                </c:pt>
                <c:pt idx="1401">
                  <c:v>350.5</c:v>
                </c:pt>
                <c:pt idx="1402">
                  <c:v>350.5</c:v>
                </c:pt>
                <c:pt idx="1403">
                  <c:v>351</c:v>
                </c:pt>
                <c:pt idx="1404">
                  <c:v>351</c:v>
                </c:pt>
                <c:pt idx="1405">
                  <c:v>351.5</c:v>
                </c:pt>
                <c:pt idx="1406">
                  <c:v>351.5</c:v>
                </c:pt>
                <c:pt idx="1407">
                  <c:v>352</c:v>
                </c:pt>
                <c:pt idx="1408">
                  <c:v>352</c:v>
                </c:pt>
                <c:pt idx="1409">
                  <c:v>352.5</c:v>
                </c:pt>
                <c:pt idx="1410">
                  <c:v>352.5</c:v>
                </c:pt>
                <c:pt idx="1411">
                  <c:v>353</c:v>
                </c:pt>
                <c:pt idx="1412">
                  <c:v>353</c:v>
                </c:pt>
                <c:pt idx="1413">
                  <c:v>353.5</c:v>
                </c:pt>
                <c:pt idx="1414">
                  <c:v>353.5</c:v>
                </c:pt>
                <c:pt idx="1415">
                  <c:v>354</c:v>
                </c:pt>
                <c:pt idx="1416">
                  <c:v>354</c:v>
                </c:pt>
                <c:pt idx="1417">
                  <c:v>354.5</c:v>
                </c:pt>
                <c:pt idx="1418">
                  <c:v>354.5</c:v>
                </c:pt>
                <c:pt idx="1419">
                  <c:v>355</c:v>
                </c:pt>
                <c:pt idx="1420">
                  <c:v>355</c:v>
                </c:pt>
                <c:pt idx="1421">
                  <c:v>355.5</c:v>
                </c:pt>
                <c:pt idx="1422">
                  <c:v>355.5</c:v>
                </c:pt>
                <c:pt idx="1423">
                  <c:v>356</c:v>
                </c:pt>
                <c:pt idx="1424">
                  <c:v>356</c:v>
                </c:pt>
                <c:pt idx="1425">
                  <c:v>356.5</c:v>
                </c:pt>
                <c:pt idx="1426">
                  <c:v>356.5</c:v>
                </c:pt>
                <c:pt idx="1427">
                  <c:v>357</c:v>
                </c:pt>
                <c:pt idx="1428">
                  <c:v>357</c:v>
                </c:pt>
                <c:pt idx="1429">
                  <c:v>357.5</c:v>
                </c:pt>
                <c:pt idx="1430">
                  <c:v>357.5</c:v>
                </c:pt>
                <c:pt idx="1431">
                  <c:v>358</c:v>
                </c:pt>
                <c:pt idx="1432">
                  <c:v>358</c:v>
                </c:pt>
                <c:pt idx="1433">
                  <c:v>358.5</c:v>
                </c:pt>
                <c:pt idx="1434">
                  <c:v>358.5</c:v>
                </c:pt>
                <c:pt idx="1435">
                  <c:v>359</c:v>
                </c:pt>
                <c:pt idx="1436">
                  <c:v>359</c:v>
                </c:pt>
                <c:pt idx="1437">
                  <c:v>359.5</c:v>
                </c:pt>
                <c:pt idx="1438">
                  <c:v>359.5</c:v>
                </c:pt>
                <c:pt idx="1439">
                  <c:v>360</c:v>
                </c:pt>
                <c:pt idx="1440">
                  <c:v>360</c:v>
                </c:pt>
                <c:pt idx="1441">
                  <c:v>360.5</c:v>
                </c:pt>
                <c:pt idx="1442">
                  <c:v>360.5</c:v>
                </c:pt>
                <c:pt idx="1443">
                  <c:v>361</c:v>
                </c:pt>
                <c:pt idx="1444">
                  <c:v>361</c:v>
                </c:pt>
                <c:pt idx="1445">
                  <c:v>361.5</c:v>
                </c:pt>
                <c:pt idx="1446">
                  <c:v>361.5</c:v>
                </c:pt>
                <c:pt idx="1447">
                  <c:v>362</c:v>
                </c:pt>
                <c:pt idx="1448">
                  <c:v>362</c:v>
                </c:pt>
                <c:pt idx="1449">
                  <c:v>362.5</c:v>
                </c:pt>
                <c:pt idx="1450">
                  <c:v>362.5</c:v>
                </c:pt>
                <c:pt idx="1451">
                  <c:v>363</c:v>
                </c:pt>
                <c:pt idx="1452">
                  <c:v>363</c:v>
                </c:pt>
                <c:pt idx="1453">
                  <c:v>363.5</c:v>
                </c:pt>
                <c:pt idx="1454">
                  <c:v>363.5</c:v>
                </c:pt>
                <c:pt idx="1455">
                  <c:v>364</c:v>
                </c:pt>
                <c:pt idx="1456">
                  <c:v>364</c:v>
                </c:pt>
                <c:pt idx="1457">
                  <c:v>364.5</c:v>
                </c:pt>
                <c:pt idx="1458">
                  <c:v>364.5</c:v>
                </c:pt>
                <c:pt idx="1459">
                  <c:v>365</c:v>
                </c:pt>
                <c:pt idx="1460">
                  <c:v>365</c:v>
                </c:pt>
                <c:pt idx="1461">
                  <c:v>365.5</c:v>
                </c:pt>
                <c:pt idx="1462">
                  <c:v>365.5</c:v>
                </c:pt>
                <c:pt idx="1463">
                  <c:v>366</c:v>
                </c:pt>
                <c:pt idx="1464">
                  <c:v>366</c:v>
                </c:pt>
                <c:pt idx="1465">
                  <c:v>366.5</c:v>
                </c:pt>
                <c:pt idx="1466">
                  <c:v>366.5</c:v>
                </c:pt>
                <c:pt idx="1467">
                  <c:v>367</c:v>
                </c:pt>
                <c:pt idx="1468">
                  <c:v>367</c:v>
                </c:pt>
                <c:pt idx="1469">
                  <c:v>367.5</c:v>
                </c:pt>
                <c:pt idx="1470">
                  <c:v>367.5</c:v>
                </c:pt>
                <c:pt idx="1471">
                  <c:v>368</c:v>
                </c:pt>
                <c:pt idx="1472">
                  <c:v>368</c:v>
                </c:pt>
                <c:pt idx="1473">
                  <c:v>368.5</c:v>
                </c:pt>
                <c:pt idx="1474">
                  <c:v>368.5</c:v>
                </c:pt>
                <c:pt idx="1475">
                  <c:v>369</c:v>
                </c:pt>
                <c:pt idx="1476">
                  <c:v>369</c:v>
                </c:pt>
                <c:pt idx="1477">
                  <c:v>369.5</c:v>
                </c:pt>
                <c:pt idx="1478">
                  <c:v>369.5</c:v>
                </c:pt>
                <c:pt idx="1479">
                  <c:v>370</c:v>
                </c:pt>
                <c:pt idx="1480">
                  <c:v>370</c:v>
                </c:pt>
                <c:pt idx="1481">
                  <c:v>370.5</c:v>
                </c:pt>
                <c:pt idx="1482">
                  <c:v>370.5</c:v>
                </c:pt>
                <c:pt idx="1483">
                  <c:v>371</c:v>
                </c:pt>
                <c:pt idx="1484">
                  <c:v>371</c:v>
                </c:pt>
                <c:pt idx="1485">
                  <c:v>371.5</c:v>
                </c:pt>
                <c:pt idx="1486">
                  <c:v>371.5</c:v>
                </c:pt>
                <c:pt idx="1487">
                  <c:v>372</c:v>
                </c:pt>
                <c:pt idx="1488">
                  <c:v>372</c:v>
                </c:pt>
                <c:pt idx="1489">
                  <c:v>372.5</c:v>
                </c:pt>
                <c:pt idx="1490">
                  <c:v>372.5</c:v>
                </c:pt>
                <c:pt idx="1491">
                  <c:v>373</c:v>
                </c:pt>
                <c:pt idx="1492">
                  <c:v>373</c:v>
                </c:pt>
                <c:pt idx="1493">
                  <c:v>373.5</c:v>
                </c:pt>
                <c:pt idx="1494">
                  <c:v>373.5</c:v>
                </c:pt>
                <c:pt idx="1495">
                  <c:v>374</c:v>
                </c:pt>
                <c:pt idx="1496">
                  <c:v>374</c:v>
                </c:pt>
                <c:pt idx="1497">
                  <c:v>374.5</c:v>
                </c:pt>
                <c:pt idx="1498">
                  <c:v>374.5</c:v>
                </c:pt>
                <c:pt idx="1499">
                  <c:v>375</c:v>
                </c:pt>
                <c:pt idx="1500">
                  <c:v>375</c:v>
                </c:pt>
                <c:pt idx="1501">
                  <c:v>375.5</c:v>
                </c:pt>
                <c:pt idx="1502">
                  <c:v>375.5</c:v>
                </c:pt>
                <c:pt idx="1503">
                  <c:v>376</c:v>
                </c:pt>
                <c:pt idx="1504">
                  <c:v>376</c:v>
                </c:pt>
                <c:pt idx="1505">
                  <c:v>376.5</c:v>
                </c:pt>
                <c:pt idx="1506">
                  <c:v>376.5</c:v>
                </c:pt>
                <c:pt idx="1507">
                  <c:v>377</c:v>
                </c:pt>
                <c:pt idx="1508">
                  <c:v>377</c:v>
                </c:pt>
                <c:pt idx="1509">
                  <c:v>377.5</c:v>
                </c:pt>
                <c:pt idx="1510">
                  <c:v>377.5</c:v>
                </c:pt>
                <c:pt idx="1511">
                  <c:v>378</c:v>
                </c:pt>
                <c:pt idx="1512">
                  <c:v>378</c:v>
                </c:pt>
                <c:pt idx="1513">
                  <c:v>378.5</c:v>
                </c:pt>
                <c:pt idx="1514">
                  <c:v>378.5</c:v>
                </c:pt>
                <c:pt idx="1515">
                  <c:v>379</c:v>
                </c:pt>
                <c:pt idx="1516">
                  <c:v>379</c:v>
                </c:pt>
                <c:pt idx="1517">
                  <c:v>379.5</c:v>
                </c:pt>
                <c:pt idx="1518">
                  <c:v>379.5</c:v>
                </c:pt>
                <c:pt idx="1519">
                  <c:v>380</c:v>
                </c:pt>
                <c:pt idx="1520">
                  <c:v>380</c:v>
                </c:pt>
                <c:pt idx="1521">
                  <c:v>380.5</c:v>
                </c:pt>
                <c:pt idx="1522">
                  <c:v>380.5</c:v>
                </c:pt>
                <c:pt idx="1523">
                  <c:v>381</c:v>
                </c:pt>
                <c:pt idx="1524">
                  <c:v>381</c:v>
                </c:pt>
                <c:pt idx="1525">
                  <c:v>381.5</c:v>
                </c:pt>
                <c:pt idx="1526">
                  <c:v>381.5</c:v>
                </c:pt>
                <c:pt idx="1527">
                  <c:v>382</c:v>
                </c:pt>
                <c:pt idx="1528">
                  <c:v>382</c:v>
                </c:pt>
                <c:pt idx="1529">
                  <c:v>382.5</c:v>
                </c:pt>
                <c:pt idx="1530">
                  <c:v>382.5</c:v>
                </c:pt>
                <c:pt idx="1531">
                  <c:v>383</c:v>
                </c:pt>
                <c:pt idx="1532">
                  <c:v>383</c:v>
                </c:pt>
                <c:pt idx="1533">
                  <c:v>383.5</c:v>
                </c:pt>
                <c:pt idx="1534">
                  <c:v>383.5</c:v>
                </c:pt>
                <c:pt idx="1535">
                  <c:v>384</c:v>
                </c:pt>
                <c:pt idx="1536">
                  <c:v>384</c:v>
                </c:pt>
                <c:pt idx="1537">
                  <c:v>384.5</c:v>
                </c:pt>
                <c:pt idx="1538">
                  <c:v>384.5</c:v>
                </c:pt>
                <c:pt idx="1539">
                  <c:v>385</c:v>
                </c:pt>
                <c:pt idx="1540">
                  <c:v>385</c:v>
                </c:pt>
                <c:pt idx="1541">
                  <c:v>385.5</c:v>
                </c:pt>
                <c:pt idx="1542">
                  <c:v>385.5</c:v>
                </c:pt>
                <c:pt idx="1543">
                  <c:v>386</c:v>
                </c:pt>
                <c:pt idx="1544">
                  <c:v>386</c:v>
                </c:pt>
                <c:pt idx="1545">
                  <c:v>386.5</c:v>
                </c:pt>
                <c:pt idx="1546">
                  <c:v>386.5</c:v>
                </c:pt>
                <c:pt idx="1547">
                  <c:v>387</c:v>
                </c:pt>
                <c:pt idx="1548">
                  <c:v>387</c:v>
                </c:pt>
                <c:pt idx="1549">
                  <c:v>387.5</c:v>
                </c:pt>
                <c:pt idx="1550">
                  <c:v>387.5</c:v>
                </c:pt>
                <c:pt idx="1551">
                  <c:v>388</c:v>
                </c:pt>
                <c:pt idx="1552">
                  <c:v>388</c:v>
                </c:pt>
                <c:pt idx="1553">
                  <c:v>388.5</c:v>
                </c:pt>
                <c:pt idx="1554">
                  <c:v>388.5</c:v>
                </c:pt>
                <c:pt idx="1555">
                  <c:v>389</c:v>
                </c:pt>
                <c:pt idx="1556">
                  <c:v>389</c:v>
                </c:pt>
                <c:pt idx="1557">
                  <c:v>389.5</c:v>
                </c:pt>
                <c:pt idx="1558">
                  <c:v>389.5</c:v>
                </c:pt>
                <c:pt idx="1559">
                  <c:v>390</c:v>
                </c:pt>
                <c:pt idx="1560">
                  <c:v>390</c:v>
                </c:pt>
                <c:pt idx="1561">
                  <c:v>390.5</c:v>
                </c:pt>
                <c:pt idx="1562">
                  <c:v>390.5</c:v>
                </c:pt>
                <c:pt idx="1563">
                  <c:v>391</c:v>
                </c:pt>
                <c:pt idx="1564">
                  <c:v>391</c:v>
                </c:pt>
                <c:pt idx="1565">
                  <c:v>391.5</c:v>
                </c:pt>
                <c:pt idx="1566">
                  <c:v>391.5</c:v>
                </c:pt>
                <c:pt idx="1567">
                  <c:v>392</c:v>
                </c:pt>
                <c:pt idx="1568">
                  <c:v>392</c:v>
                </c:pt>
                <c:pt idx="1569">
                  <c:v>392.5</c:v>
                </c:pt>
                <c:pt idx="1570">
                  <c:v>392.5</c:v>
                </c:pt>
                <c:pt idx="1571">
                  <c:v>393</c:v>
                </c:pt>
                <c:pt idx="1572">
                  <c:v>393</c:v>
                </c:pt>
                <c:pt idx="1573">
                  <c:v>393.5</c:v>
                </c:pt>
                <c:pt idx="1574">
                  <c:v>393.5</c:v>
                </c:pt>
                <c:pt idx="1575">
                  <c:v>394</c:v>
                </c:pt>
                <c:pt idx="1576">
                  <c:v>394</c:v>
                </c:pt>
                <c:pt idx="1577">
                  <c:v>394.5</c:v>
                </c:pt>
                <c:pt idx="1578">
                  <c:v>394.5</c:v>
                </c:pt>
                <c:pt idx="1579">
                  <c:v>395</c:v>
                </c:pt>
                <c:pt idx="1580">
                  <c:v>395</c:v>
                </c:pt>
                <c:pt idx="1581">
                  <c:v>395.5</c:v>
                </c:pt>
                <c:pt idx="1582">
                  <c:v>395.5</c:v>
                </c:pt>
                <c:pt idx="1583">
                  <c:v>396</c:v>
                </c:pt>
                <c:pt idx="1584">
                  <c:v>396</c:v>
                </c:pt>
                <c:pt idx="1585">
                  <c:v>396.5</c:v>
                </c:pt>
                <c:pt idx="1586">
                  <c:v>396.5</c:v>
                </c:pt>
                <c:pt idx="1587">
                  <c:v>397</c:v>
                </c:pt>
                <c:pt idx="1588">
                  <c:v>397</c:v>
                </c:pt>
                <c:pt idx="1589">
                  <c:v>397.5</c:v>
                </c:pt>
                <c:pt idx="1590">
                  <c:v>397.5</c:v>
                </c:pt>
                <c:pt idx="1591">
                  <c:v>398</c:v>
                </c:pt>
                <c:pt idx="1592">
                  <c:v>398</c:v>
                </c:pt>
                <c:pt idx="1593">
                  <c:v>398.5</c:v>
                </c:pt>
                <c:pt idx="1594">
                  <c:v>398.5</c:v>
                </c:pt>
                <c:pt idx="1595">
                  <c:v>399</c:v>
                </c:pt>
                <c:pt idx="1596">
                  <c:v>399</c:v>
                </c:pt>
                <c:pt idx="1597">
                  <c:v>399.5</c:v>
                </c:pt>
                <c:pt idx="1598">
                  <c:v>399.5</c:v>
                </c:pt>
                <c:pt idx="1599">
                  <c:v>400</c:v>
                </c:pt>
                <c:pt idx="1600">
                  <c:v>400</c:v>
                </c:pt>
                <c:pt idx="1601">
                  <c:v>400.5</c:v>
                </c:pt>
                <c:pt idx="1602">
                  <c:v>400.5</c:v>
                </c:pt>
                <c:pt idx="1603">
                  <c:v>401</c:v>
                </c:pt>
                <c:pt idx="1604">
                  <c:v>401</c:v>
                </c:pt>
                <c:pt idx="1605">
                  <c:v>401.5</c:v>
                </c:pt>
                <c:pt idx="1606">
                  <c:v>401.5</c:v>
                </c:pt>
                <c:pt idx="1607">
                  <c:v>402</c:v>
                </c:pt>
                <c:pt idx="1608">
                  <c:v>402</c:v>
                </c:pt>
                <c:pt idx="1609">
                  <c:v>402.5</c:v>
                </c:pt>
                <c:pt idx="1610">
                  <c:v>402.5</c:v>
                </c:pt>
                <c:pt idx="1611">
                  <c:v>403</c:v>
                </c:pt>
                <c:pt idx="1612">
                  <c:v>403</c:v>
                </c:pt>
                <c:pt idx="1613">
                  <c:v>403.5</c:v>
                </c:pt>
                <c:pt idx="1614">
                  <c:v>403.5</c:v>
                </c:pt>
                <c:pt idx="1615">
                  <c:v>404</c:v>
                </c:pt>
                <c:pt idx="1616">
                  <c:v>404</c:v>
                </c:pt>
                <c:pt idx="1617">
                  <c:v>404.5</c:v>
                </c:pt>
                <c:pt idx="1618">
                  <c:v>404.5</c:v>
                </c:pt>
                <c:pt idx="1619">
                  <c:v>405</c:v>
                </c:pt>
                <c:pt idx="1620">
                  <c:v>405</c:v>
                </c:pt>
                <c:pt idx="1621">
                  <c:v>405.5</c:v>
                </c:pt>
                <c:pt idx="1622">
                  <c:v>405.5</c:v>
                </c:pt>
                <c:pt idx="1623">
                  <c:v>406</c:v>
                </c:pt>
                <c:pt idx="1624">
                  <c:v>406</c:v>
                </c:pt>
                <c:pt idx="1625">
                  <c:v>406.5</c:v>
                </c:pt>
                <c:pt idx="1626">
                  <c:v>406.5</c:v>
                </c:pt>
                <c:pt idx="1627">
                  <c:v>407</c:v>
                </c:pt>
                <c:pt idx="1628">
                  <c:v>407</c:v>
                </c:pt>
                <c:pt idx="1629">
                  <c:v>407.5</c:v>
                </c:pt>
                <c:pt idx="1630">
                  <c:v>407.5</c:v>
                </c:pt>
                <c:pt idx="1631">
                  <c:v>408</c:v>
                </c:pt>
                <c:pt idx="1632">
                  <c:v>408</c:v>
                </c:pt>
                <c:pt idx="1633">
                  <c:v>408.5</c:v>
                </c:pt>
                <c:pt idx="1634">
                  <c:v>408.5</c:v>
                </c:pt>
                <c:pt idx="1635">
                  <c:v>409</c:v>
                </c:pt>
                <c:pt idx="1636">
                  <c:v>409</c:v>
                </c:pt>
                <c:pt idx="1637">
                  <c:v>409.5</c:v>
                </c:pt>
                <c:pt idx="1638">
                  <c:v>409.5</c:v>
                </c:pt>
                <c:pt idx="1639">
                  <c:v>410</c:v>
                </c:pt>
                <c:pt idx="1640">
                  <c:v>410</c:v>
                </c:pt>
                <c:pt idx="1641">
                  <c:v>410.5</c:v>
                </c:pt>
                <c:pt idx="1642">
                  <c:v>410.5</c:v>
                </c:pt>
                <c:pt idx="1643">
                  <c:v>411</c:v>
                </c:pt>
                <c:pt idx="1644">
                  <c:v>411</c:v>
                </c:pt>
                <c:pt idx="1645">
                  <c:v>411.5</c:v>
                </c:pt>
                <c:pt idx="1646">
                  <c:v>411.5</c:v>
                </c:pt>
                <c:pt idx="1647">
                  <c:v>412</c:v>
                </c:pt>
                <c:pt idx="1648">
                  <c:v>412</c:v>
                </c:pt>
                <c:pt idx="1649">
                  <c:v>412.5</c:v>
                </c:pt>
                <c:pt idx="1650">
                  <c:v>412.5</c:v>
                </c:pt>
                <c:pt idx="1651">
                  <c:v>413</c:v>
                </c:pt>
                <c:pt idx="1652">
                  <c:v>413</c:v>
                </c:pt>
                <c:pt idx="1653">
                  <c:v>413.5</c:v>
                </c:pt>
                <c:pt idx="1654">
                  <c:v>413.5</c:v>
                </c:pt>
                <c:pt idx="1655">
                  <c:v>414</c:v>
                </c:pt>
                <c:pt idx="1656">
                  <c:v>414</c:v>
                </c:pt>
                <c:pt idx="1657">
                  <c:v>414.5</c:v>
                </c:pt>
                <c:pt idx="1658">
                  <c:v>414.5</c:v>
                </c:pt>
                <c:pt idx="1659">
                  <c:v>415</c:v>
                </c:pt>
                <c:pt idx="1660">
                  <c:v>415</c:v>
                </c:pt>
                <c:pt idx="1661">
                  <c:v>415.5</c:v>
                </c:pt>
                <c:pt idx="1662">
                  <c:v>415.5</c:v>
                </c:pt>
                <c:pt idx="1663">
                  <c:v>416</c:v>
                </c:pt>
                <c:pt idx="1664">
                  <c:v>416</c:v>
                </c:pt>
                <c:pt idx="1665">
                  <c:v>416.5</c:v>
                </c:pt>
                <c:pt idx="1666">
                  <c:v>416.5</c:v>
                </c:pt>
                <c:pt idx="1667">
                  <c:v>417</c:v>
                </c:pt>
                <c:pt idx="1668">
                  <c:v>417</c:v>
                </c:pt>
                <c:pt idx="1669">
                  <c:v>417.5</c:v>
                </c:pt>
                <c:pt idx="1670">
                  <c:v>417.5</c:v>
                </c:pt>
                <c:pt idx="1671">
                  <c:v>418</c:v>
                </c:pt>
                <c:pt idx="1672">
                  <c:v>418</c:v>
                </c:pt>
                <c:pt idx="1673">
                  <c:v>418.5</c:v>
                </c:pt>
                <c:pt idx="1674">
                  <c:v>418.5</c:v>
                </c:pt>
                <c:pt idx="1675">
                  <c:v>419</c:v>
                </c:pt>
                <c:pt idx="1676">
                  <c:v>419</c:v>
                </c:pt>
                <c:pt idx="1677">
                  <c:v>419.5</c:v>
                </c:pt>
                <c:pt idx="1678">
                  <c:v>419.5</c:v>
                </c:pt>
                <c:pt idx="1679">
                  <c:v>420</c:v>
                </c:pt>
                <c:pt idx="1680">
                  <c:v>420</c:v>
                </c:pt>
                <c:pt idx="1681">
                  <c:v>420.5</c:v>
                </c:pt>
                <c:pt idx="1682">
                  <c:v>420.5</c:v>
                </c:pt>
                <c:pt idx="1683">
                  <c:v>421</c:v>
                </c:pt>
                <c:pt idx="1684">
                  <c:v>421</c:v>
                </c:pt>
                <c:pt idx="1685">
                  <c:v>421.5</c:v>
                </c:pt>
                <c:pt idx="1686">
                  <c:v>421.5</c:v>
                </c:pt>
                <c:pt idx="1687">
                  <c:v>422</c:v>
                </c:pt>
                <c:pt idx="1688">
                  <c:v>422</c:v>
                </c:pt>
                <c:pt idx="1689">
                  <c:v>422.5</c:v>
                </c:pt>
                <c:pt idx="1690">
                  <c:v>422.5</c:v>
                </c:pt>
                <c:pt idx="1691">
                  <c:v>423</c:v>
                </c:pt>
                <c:pt idx="1692">
                  <c:v>423</c:v>
                </c:pt>
                <c:pt idx="1693">
                  <c:v>423.5</c:v>
                </c:pt>
                <c:pt idx="1694">
                  <c:v>423.5</c:v>
                </c:pt>
                <c:pt idx="1695">
                  <c:v>424</c:v>
                </c:pt>
                <c:pt idx="1696">
                  <c:v>424</c:v>
                </c:pt>
                <c:pt idx="1697">
                  <c:v>424.5</c:v>
                </c:pt>
                <c:pt idx="1698">
                  <c:v>424.5</c:v>
                </c:pt>
                <c:pt idx="1699">
                  <c:v>425</c:v>
                </c:pt>
                <c:pt idx="1700">
                  <c:v>425</c:v>
                </c:pt>
                <c:pt idx="1701">
                  <c:v>425.5</c:v>
                </c:pt>
                <c:pt idx="1702">
                  <c:v>425.5</c:v>
                </c:pt>
                <c:pt idx="1703">
                  <c:v>426</c:v>
                </c:pt>
                <c:pt idx="1704">
                  <c:v>426</c:v>
                </c:pt>
                <c:pt idx="1705">
                  <c:v>426.5</c:v>
                </c:pt>
                <c:pt idx="1706">
                  <c:v>426.5</c:v>
                </c:pt>
                <c:pt idx="1707">
                  <c:v>427</c:v>
                </c:pt>
                <c:pt idx="1708">
                  <c:v>427</c:v>
                </c:pt>
                <c:pt idx="1709">
                  <c:v>427.5</c:v>
                </c:pt>
                <c:pt idx="1710">
                  <c:v>427.5</c:v>
                </c:pt>
                <c:pt idx="1711">
                  <c:v>428</c:v>
                </c:pt>
                <c:pt idx="1712">
                  <c:v>428</c:v>
                </c:pt>
                <c:pt idx="1713">
                  <c:v>428.5</c:v>
                </c:pt>
                <c:pt idx="1714">
                  <c:v>428.5</c:v>
                </c:pt>
                <c:pt idx="1715">
                  <c:v>429</c:v>
                </c:pt>
                <c:pt idx="1716">
                  <c:v>429</c:v>
                </c:pt>
                <c:pt idx="1717">
                  <c:v>429.5</c:v>
                </c:pt>
                <c:pt idx="1718">
                  <c:v>429.5</c:v>
                </c:pt>
                <c:pt idx="1719">
                  <c:v>430</c:v>
                </c:pt>
                <c:pt idx="1720">
                  <c:v>430</c:v>
                </c:pt>
                <c:pt idx="1721">
                  <c:v>430.5</c:v>
                </c:pt>
                <c:pt idx="1722">
                  <c:v>430.5</c:v>
                </c:pt>
                <c:pt idx="1723">
                  <c:v>431</c:v>
                </c:pt>
                <c:pt idx="1724">
                  <c:v>431</c:v>
                </c:pt>
                <c:pt idx="1725">
                  <c:v>431.5</c:v>
                </c:pt>
                <c:pt idx="1726">
                  <c:v>431.5</c:v>
                </c:pt>
                <c:pt idx="1727">
                  <c:v>432</c:v>
                </c:pt>
                <c:pt idx="1728">
                  <c:v>432</c:v>
                </c:pt>
                <c:pt idx="1729">
                  <c:v>432.5</c:v>
                </c:pt>
                <c:pt idx="1730">
                  <c:v>432.5</c:v>
                </c:pt>
                <c:pt idx="1731">
                  <c:v>433</c:v>
                </c:pt>
                <c:pt idx="1732">
                  <c:v>433</c:v>
                </c:pt>
                <c:pt idx="1733">
                  <c:v>433.5</c:v>
                </c:pt>
                <c:pt idx="1734">
                  <c:v>433.5</c:v>
                </c:pt>
                <c:pt idx="1735">
                  <c:v>434</c:v>
                </c:pt>
                <c:pt idx="1736">
                  <c:v>434</c:v>
                </c:pt>
                <c:pt idx="1737">
                  <c:v>434.5</c:v>
                </c:pt>
                <c:pt idx="1738">
                  <c:v>434.5</c:v>
                </c:pt>
                <c:pt idx="1739">
                  <c:v>435</c:v>
                </c:pt>
                <c:pt idx="1740">
                  <c:v>435</c:v>
                </c:pt>
                <c:pt idx="1741">
                  <c:v>435.5</c:v>
                </c:pt>
                <c:pt idx="1742">
                  <c:v>435.5</c:v>
                </c:pt>
                <c:pt idx="1743">
                  <c:v>436</c:v>
                </c:pt>
                <c:pt idx="1744">
                  <c:v>436</c:v>
                </c:pt>
                <c:pt idx="1745">
                  <c:v>436.5</c:v>
                </c:pt>
                <c:pt idx="1746">
                  <c:v>436.5</c:v>
                </c:pt>
                <c:pt idx="1747">
                  <c:v>437</c:v>
                </c:pt>
                <c:pt idx="1748">
                  <c:v>437</c:v>
                </c:pt>
                <c:pt idx="1749">
                  <c:v>437.5</c:v>
                </c:pt>
                <c:pt idx="1750">
                  <c:v>437.5</c:v>
                </c:pt>
                <c:pt idx="1751">
                  <c:v>438</c:v>
                </c:pt>
                <c:pt idx="1752">
                  <c:v>438</c:v>
                </c:pt>
                <c:pt idx="1753">
                  <c:v>438.5</c:v>
                </c:pt>
                <c:pt idx="1754">
                  <c:v>438.5</c:v>
                </c:pt>
                <c:pt idx="1755">
                  <c:v>439</c:v>
                </c:pt>
                <c:pt idx="1756">
                  <c:v>439</c:v>
                </c:pt>
                <c:pt idx="1757">
                  <c:v>439.5</c:v>
                </c:pt>
                <c:pt idx="1758">
                  <c:v>439.5</c:v>
                </c:pt>
                <c:pt idx="1759">
                  <c:v>440</c:v>
                </c:pt>
                <c:pt idx="1760">
                  <c:v>440</c:v>
                </c:pt>
                <c:pt idx="1761">
                  <c:v>440.5</c:v>
                </c:pt>
                <c:pt idx="1762">
                  <c:v>440.5</c:v>
                </c:pt>
                <c:pt idx="1763">
                  <c:v>441</c:v>
                </c:pt>
                <c:pt idx="1764">
                  <c:v>441</c:v>
                </c:pt>
                <c:pt idx="1765">
                  <c:v>441.5</c:v>
                </c:pt>
                <c:pt idx="1766">
                  <c:v>441.5</c:v>
                </c:pt>
                <c:pt idx="1767">
                  <c:v>442</c:v>
                </c:pt>
                <c:pt idx="1768">
                  <c:v>442</c:v>
                </c:pt>
                <c:pt idx="1769">
                  <c:v>442.5</c:v>
                </c:pt>
                <c:pt idx="1770">
                  <c:v>442.5</c:v>
                </c:pt>
                <c:pt idx="1771">
                  <c:v>443</c:v>
                </c:pt>
                <c:pt idx="1772">
                  <c:v>443</c:v>
                </c:pt>
                <c:pt idx="1773">
                  <c:v>443.5</c:v>
                </c:pt>
                <c:pt idx="1774">
                  <c:v>443.5</c:v>
                </c:pt>
                <c:pt idx="1775">
                  <c:v>444</c:v>
                </c:pt>
                <c:pt idx="1776">
                  <c:v>444</c:v>
                </c:pt>
                <c:pt idx="1777">
                  <c:v>444.5</c:v>
                </c:pt>
                <c:pt idx="1778">
                  <c:v>444.5</c:v>
                </c:pt>
                <c:pt idx="1779">
                  <c:v>445</c:v>
                </c:pt>
                <c:pt idx="1780">
                  <c:v>445</c:v>
                </c:pt>
                <c:pt idx="1781">
                  <c:v>445.5</c:v>
                </c:pt>
                <c:pt idx="1782">
                  <c:v>445.5</c:v>
                </c:pt>
                <c:pt idx="1783">
                  <c:v>446</c:v>
                </c:pt>
                <c:pt idx="1784">
                  <c:v>446</c:v>
                </c:pt>
                <c:pt idx="1785">
                  <c:v>446.5</c:v>
                </c:pt>
                <c:pt idx="1786">
                  <c:v>446.5</c:v>
                </c:pt>
                <c:pt idx="1787">
                  <c:v>447</c:v>
                </c:pt>
                <c:pt idx="1788">
                  <c:v>447</c:v>
                </c:pt>
                <c:pt idx="1789">
                  <c:v>447.5</c:v>
                </c:pt>
                <c:pt idx="1790">
                  <c:v>447.5</c:v>
                </c:pt>
                <c:pt idx="1791">
                  <c:v>448</c:v>
                </c:pt>
                <c:pt idx="1792">
                  <c:v>448</c:v>
                </c:pt>
                <c:pt idx="1793">
                  <c:v>448.5</c:v>
                </c:pt>
                <c:pt idx="1794">
                  <c:v>448.5</c:v>
                </c:pt>
                <c:pt idx="1795">
                  <c:v>449</c:v>
                </c:pt>
                <c:pt idx="1796">
                  <c:v>449</c:v>
                </c:pt>
                <c:pt idx="1797">
                  <c:v>449.5</c:v>
                </c:pt>
                <c:pt idx="1798">
                  <c:v>449.5</c:v>
                </c:pt>
                <c:pt idx="1799">
                  <c:v>450</c:v>
                </c:pt>
                <c:pt idx="1800">
                  <c:v>450</c:v>
                </c:pt>
                <c:pt idx="1801">
                  <c:v>450.5</c:v>
                </c:pt>
                <c:pt idx="1802">
                  <c:v>450.5</c:v>
                </c:pt>
                <c:pt idx="1803">
                  <c:v>451</c:v>
                </c:pt>
                <c:pt idx="1804">
                  <c:v>451</c:v>
                </c:pt>
                <c:pt idx="1805">
                  <c:v>451.5</c:v>
                </c:pt>
                <c:pt idx="1806">
                  <c:v>451.5</c:v>
                </c:pt>
                <c:pt idx="1807">
                  <c:v>452</c:v>
                </c:pt>
                <c:pt idx="1808">
                  <c:v>452</c:v>
                </c:pt>
                <c:pt idx="1809">
                  <c:v>452.5</c:v>
                </c:pt>
                <c:pt idx="1810">
                  <c:v>452.5</c:v>
                </c:pt>
                <c:pt idx="1811">
                  <c:v>453</c:v>
                </c:pt>
                <c:pt idx="1812">
                  <c:v>453</c:v>
                </c:pt>
                <c:pt idx="1813">
                  <c:v>453.5</c:v>
                </c:pt>
                <c:pt idx="1814">
                  <c:v>453.5</c:v>
                </c:pt>
                <c:pt idx="1815">
                  <c:v>454</c:v>
                </c:pt>
                <c:pt idx="1816">
                  <c:v>454</c:v>
                </c:pt>
                <c:pt idx="1817">
                  <c:v>454.5</c:v>
                </c:pt>
                <c:pt idx="1818">
                  <c:v>454.5</c:v>
                </c:pt>
                <c:pt idx="1819">
                  <c:v>455</c:v>
                </c:pt>
                <c:pt idx="1820">
                  <c:v>455</c:v>
                </c:pt>
                <c:pt idx="1821">
                  <c:v>455.5</c:v>
                </c:pt>
                <c:pt idx="1822">
                  <c:v>455.5</c:v>
                </c:pt>
                <c:pt idx="1823">
                  <c:v>456</c:v>
                </c:pt>
                <c:pt idx="1824">
                  <c:v>456</c:v>
                </c:pt>
                <c:pt idx="1825">
                  <c:v>456.5</c:v>
                </c:pt>
                <c:pt idx="1826">
                  <c:v>456.5</c:v>
                </c:pt>
                <c:pt idx="1827">
                  <c:v>457</c:v>
                </c:pt>
                <c:pt idx="1828">
                  <c:v>457</c:v>
                </c:pt>
                <c:pt idx="1829">
                  <c:v>457.5</c:v>
                </c:pt>
                <c:pt idx="1830">
                  <c:v>457.5</c:v>
                </c:pt>
                <c:pt idx="1831">
                  <c:v>458</c:v>
                </c:pt>
                <c:pt idx="1832">
                  <c:v>458</c:v>
                </c:pt>
                <c:pt idx="1833">
                  <c:v>458.5</c:v>
                </c:pt>
                <c:pt idx="1834">
                  <c:v>458.5</c:v>
                </c:pt>
                <c:pt idx="1835">
                  <c:v>459</c:v>
                </c:pt>
                <c:pt idx="1836">
                  <c:v>459</c:v>
                </c:pt>
                <c:pt idx="1837">
                  <c:v>459.5</c:v>
                </c:pt>
                <c:pt idx="1838">
                  <c:v>459.5</c:v>
                </c:pt>
                <c:pt idx="1839">
                  <c:v>460</c:v>
                </c:pt>
                <c:pt idx="1840">
                  <c:v>460</c:v>
                </c:pt>
                <c:pt idx="1841">
                  <c:v>460.5</c:v>
                </c:pt>
                <c:pt idx="1842">
                  <c:v>460.5</c:v>
                </c:pt>
                <c:pt idx="1843">
                  <c:v>461</c:v>
                </c:pt>
                <c:pt idx="1844">
                  <c:v>461</c:v>
                </c:pt>
                <c:pt idx="1845">
                  <c:v>461.5</c:v>
                </c:pt>
                <c:pt idx="1846">
                  <c:v>461.5</c:v>
                </c:pt>
                <c:pt idx="1847">
                  <c:v>462</c:v>
                </c:pt>
                <c:pt idx="1848">
                  <c:v>462</c:v>
                </c:pt>
                <c:pt idx="1849">
                  <c:v>462.5</c:v>
                </c:pt>
                <c:pt idx="1850">
                  <c:v>462.5</c:v>
                </c:pt>
                <c:pt idx="1851">
                  <c:v>463</c:v>
                </c:pt>
                <c:pt idx="1852">
                  <c:v>463</c:v>
                </c:pt>
                <c:pt idx="1853">
                  <c:v>463.5</c:v>
                </c:pt>
                <c:pt idx="1854">
                  <c:v>463.5</c:v>
                </c:pt>
                <c:pt idx="1855">
                  <c:v>464</c:v>
                </c:pt>
                <c:pt idx="1856">
                  <c:v>464</c:v>
                </c:pt>
                <c:pt idx="1857">
                  <c:v>464.5</c:v>
                </c:pt>
                <c:pt idx="1858">
                  <c:v>464.5</c:v>
                </c:pt>
                <c:pt idx="1859">
                  <c:v>465</c:v>
                </c:pt>
                <c:pt idx="1860">
                  <c:v>465</c:v>
                </c:pt>
                <c:pt idx="1861">
                  <c:v>465.5</c:v>
                </c:pt>
                <c:pt idx="1862">
                  <c:v>465.5</c:v>
                </c:pt>
                <c:pt idx="1863">
                  <c:v>466</c:v>
                </c:pt>
                <c:pt idx="1864">
                  <c:v>466</c:v>
                </c:pt>
                <c:pt idx="1865">
                  <c:v>466.5</c:v>
                </c:pt>
                <c:pt idx="1866">
                  <c:v>466.5</c:v>
                </c:pt>
                <c:pt idx="1867">
                  <c:v>467</c:v>
                </c:pt>
                <c:pt idx="1868">
                  <c:v>467</c:v>
                </c:pt>
                <c:pt idx="1869">
                  <c:v>467.5</c:v>
                </c:pt>
                <c:pt idx="1870">
                  <c:v>467.5</c:v>
                </c:pt>
                <c:pt idx="1871">
                  <c:v>468</c:v>
                </c:pt>
                <c:pt idx="1872">
                  <c:v>468</c:v>
                </c:pt>
                <c:pt idx="1873">
                  <c:v>468.5</c:v>
                </c:pt>
                <c:pt idx="1874">
                  <c:v>468.5</c:v>
                </c:pt>
                <c:pt idx="1875">
                  <c:v>469</c:v>
                </c:pt>
                <c:pt idx="1876">
                  <c:v>469</c:v>
                </c:pt>
                <c:pt idx="1877">
                  <c:v>469.5</c:v>
                </c:pt>
                <c:pt idx="1878">
                  <c:v>469.5</c:v>
                </c:pt>
                <c:pt idx="1879">
                  <c:v>470</c:v>
                </c:pt>
                <c:pt idx="1880">
                  <c:v>470</c:v>
                </c:pt>
                <c:pt idx="1881">
                  <c:v>470.5</c:v>
                </c:pt>
                <c:pt idx="1882">
                  <c:v>470.5</c:v>
                </c:pt>
                <c:pt idx="1883">
                  <c:v>471</c:v>
                </c:pt>
                <c:pt idx="1884">
                  <c:v>471</c:v>
                </c:pt>
                <c:pt idx="1885">
                  <c:v>471.5</c:v>
                </c:pt>
                <c:pt idx="1886">
                  <c:v>471.5</c:v>
                </c:pt>
                <c:pt idx="1887">
                  <c:v>472</c:v>
                </c:pt>
                <c:pt idx="1888">
                  <c:v>472</c:v>
                </c:pt>
                <c:pt idx="1889">
                  <c:v>472.5</c:v>
                </c:pt>
                <c:pt idx="1890">
                  <c:v>472.5</c:v>
                </c:pt>
                <c:pt idx="1891">
                  <c:v>473</c:v>
                </c:pt>
                <c:pt idx="1892">
                  <c:v>473</c:v>
                </c:pt>
                <c:pt idx="1893">
                  <c:v>473.5</c:v>
                </c:pt>
                <c:pt idx="1894">
                  <c:v>473.5</c:v>
                </c:pt>
                <c:pt idx="1895">
                  <c:v>474</c:v>
                </c:pt>
                <c:pt idx="1896">
                  <c:v>474</c:v>
                </c:pt>
                <c:pt idx="1897">
                  <c:v>474.5</c:v>
                </c:pt>
                <c:pt idx="1898">
                  <c:v>474.5</c:v>
                </c:pt>
                <c:pt idx="1899">
                  <c:v>475</c:v>
                </c:pt>
                <c:pt idx="1900">
                  <c:v>475</c:v>
                </c:pt>
                <c:pt idx="1901">
                  <c:v>475.5</c:v>
                </c:pt>
                <c:pt idx="1902">
                  <c:v>475.5</c:v>
                </c:pt>
                <c:pt idx="1903">
                  <c:v>476</c:v>
                </c:pt>
                <c:pt idx="1904">
                  <c:v>476</c:v>
                </c:pt>
                <c:pt idx="1905">
                  <c:v>476.5</c:v>
                </c:pt>
                <c:pt idx="1906">
                  <c:v>476.5</c:v>
                </c:pt>
                <c:pt idx="1907">
                  <c:v>477</c:v>
                </c:pt>
                <c:pt idx="1908">
                  <c:v>477</c:v>
                </c:pt>
                <c:pt idx="1909">
                  <c:v>477.5</c:v>
                </c:pt>
                <c:pt idx="1910">
                  <c:v>477.5</c:v>
                </c:pt>
                <c:pt idx="1911">
                  <c:v>478</c:v>
                </c:pt>
                <c:pt idx="1912">
                  <c:v>478</c:v>
                </c:pt>
                <c:pt idx="1913">
                  <c:v>478.5</c:v>
                </c:pt>
                <c:pt idx="1914">
                  <c:v>478.5</c:v>
                </c:pt>
                <c:pt idx="1915">
                  <c:v>479</c:v>
                </c:pt>
                <c:pt idx="1916">
                  <c:v>479</c:v>
                </c:pt>
                <c:pt idx="1917">
                  <c:v>479.5</c:v>
                </c:pt>
                <c:pt idx="1918">
                  <c:v>479.5</c:v>
                </c:pt>
                <c:pt idx="1919">
                  <c:v>480</c:v>
                </c:pt>
                <c:pt idx="1920">
                  <c:v>480</c:v>
                </c:pt>
                <c:pt idx="1921">
                  <c:v>480.5</c:v>
                </c:pt>
                <c:pt idx="1922">
                  <c:v>480.5</c:v>
                </c:pt>
                <c:pt idx="1923">
                  <c:v>481</c:v>
                </c:pt>
                <c:pt idx="1924">
                  <c:v>481</c:v>
                </c:pt>
                <c:pt idx="1925">
                  <c:v>481.5</c:v>
                </c:pt>
                <c:pt idx="1926">
                  <c:v>481.5</c:v>
                </c:pt>
                <c:pt idx="1927">
                  <c:v>482</c:v>
                </c:pt>
                <c:pt idx="1928">
                  <c:v>482</c:v>
                </c:pt>
                <c:pt idx="1929">
                  <c:v>482.5</c:v>
                </c:pt>
                <c:pt idx="1930">
                  <c:v>482.5</c:v>
                </c:pt>
                <c:pt idx="1931">
                  <c:v>483</c:v>
                </c:pt>
                <c:pt idx="1932">
                  <c:v>483</c:v>
                </c:pt>
                <c:pt idx="1933">
                  <c:v>483.5</c:v>
                </c:pt>
                <c:pt idx="1934">
                  <c:v>483.5</c:v>
                </c:pt>
                <c:pt idx="1935">
                  <c:v>484</c:v>
                </c:pt>
              </c:numCache>
            </c:numRef>
          </c:xVal>
          <c:yVal>
            <c:numRef>
              <c:f>Sheet1!$B$2:$B$1937</c:f>
              <c:numCache>
                <c:formatCode>General</c:formatCode>
                <c:ptCount val="1936"/>
                <c:pt idx="0">
                  <c:v>0</c:v>
                </c:pt>
                <c:pt idx="1">
                  <c:v>13.59247859</c:v>
                </c:pt>
                <c:pt idx="2">
                  <c:v>13.59247859</c:v>
                </c:pt>
                <c:pt idx="3">
                  <c:v>27.00220345</c:v>
                </c:pt>
                <c:pt idx="4">
                  <c:v>27.00220345</c:v>
                </c:pt>
                <c:pt idx="5">
                  <c:v>40.2291567</c:v>
                </c:pt>
                <c:pt idx="6">
                  <c:v>40.2291567</c:v>
                </c:pt>
                <c:pt idx="7">
                  <c:v>53.27331136</c:v>
                </c:pt>
                <c:pt idx="8">
                  <c:v>53.27331136</c:v>
                </c:pt>
                <c:pt idx="9">
                  <c:v>66.13463222</c:v>
                </c:pt>
                <c:pt idx="10">
                  <c:v>66.13463222</c:v>
                </c:pt>
                <c:pt idx="11">
                  <c:v>78.81307630000001</c:v>
                </c:pt>
                <c:pt idx="12">
                  <c:v>78.81307630000001</c:v>
                </c:pt>
                <c:pt idx="13">
                  <c:v>91.30859325999999</c:v>
                </c:pt>
                <c:pt idx="14">
                  <c:v>91.30859325999999</c:v>
                </c:pt>
                <c:pt idx="15">
                  <c:v>103.62112562</c:v>
                </c:pt>
                <c:pt idx="16">
                  <c:v>103.62112562</c:v>
                </c:pt>
                <c:pt idx="17">
                  <c:v>115.75060907</c:v>
                </c:pt>
                <c:pt idx="18">
                  <c:v>115.75060907</c:v>
                </c:pt>
                <c:pt idx="19">
                  <c:v>127.69697259</c:v>
                </c:pt>
                <c:pt idx="20">
                  <c:v>127.69697259</c:v>
                </c:pt>
                <c:pt idx="21">
                  <c:v>139.46013863</c:v>
                </c:pt>
                <c:pt idx="22">
                  <c:v>139.46013863</c:v>
                </c:pt>
                <c:pt idx="23">
                  <c:v>151.04002329</c:v>
                </c:pt>
                <c:pt idx="24">
                  <c:v>151.04002329</c:v>
                </c:pt>
                <c:pt idx="25">
                  <c:v>162.43653638</c:v>
                </c:pt>
                <c:pt idx="26">
                  <c:v>162.43653638</c:v>
                </c:pt>
                <c:pt idx="27">
                  <c:v>173.64958157</c:v>
                </c:pt>
                <c:pt idx="28">
                  <c:v>173.64958157</c:v>
                </c:pt>
                <c:pt idx="29">
                  <c:v>184.67905646</c:v>
                </c:pt>
                <c:pt idx="30">
                  <c:v>184.67905646</c:v>
                </c:pt>
                <c:pt idx="31">
                  <c:v>195.52485269</c:v>
                </c:pt>
                <c:pt idx="32">
                  <c:v>195.52485269</c:v>
                </c:pt>
                <c:pt idx="33">
                  <c:v>206.18685601</c:v>
                </c:pt>
                <c:pt idx="34">
                  <c:v>206.18685601</c:v>
                </c:pt>
                <c:pt idx="35">
                  <c:v>216.66494633</c:v>
                </c:pt>
                <c:pt idx="36">
                  <c:v>216.66494633</c:v>
                </c:pt>
                <c:pt idx="37">
                  <c:v>226.9589978</c:v>
                </c:pt>
                <c:pt idx="38">
                  <c:v>226.9589978</c:v>
                </c:pt>
                <c:pt idx="39">
                  <c:v>237.06887886</c:v>
                </c:pt>
                <c:pt idx="40">
                  <c:v>237.06887886</c:v>
                </c:pt>
                <c:pt idx="41">
                  <c:v>246.99445233</c:v>
                </c:pt>
                <c:pt idx="42">
                  <c:v>246.99445233</c:v>
                </c:pt>
                <c:pt idx="43">
                  <c:v>256.73557539</c:v>
                </c:pt>
                <c:pt idx="44">
                  <c:v>256.73557539</c:v>
                </c:pt>
                <c:pt idx="45">
                  <c:v>266.29209967</c:v>
                </c:pt>
                <c:pt idx="46">
                  <c:v>266.29209967</c:v>
                </c:pt>
                <c:pt idx="47">
                  <c:v>275.66387128</c:v>
                </c:pt>
                <c:pt idx="48">
                  <c:v>275.66387128</c:v>
                </c:pt>
                <c:pt idx="49">
                  <c:v>284.85073088</c:v>
                </c:pt>
                <c:pt idx="50">
                  <c:v>284.85073088</c:v>
                </c:pt>
                <c:pt idx="51">
                  <c:v>293.85251365</c:v>
                </c:pt>
                <c:pt idx="52">
                  <c:v>293.85251365</c:v>
                </c:pt>
                <c:pt idx="53">
                  <c:v>302.66904932</c:v>
                </c:pt>
                <c:pt idx="54">
                  <c:v>302.66904932</c:v>
                </c:pt>
                <c:pt idx="55">
                  <c:v>311.30016231</c:v>
                </c:pt>
                <c:pt idx="56">
                  <c:v>311.30016231</c:v>
                </c:pt>
                <c:pt idx="57">
                  <c:v>319.74567163</c:v>
                </c:pt>
                <c:pt idx="58">
                  <c:v>319.74567163</c:v>
                </c:pt>
                <c:pt idx="59">
                  <c:v>328.00539094</c:v>
                </c:pt>
                <c:pt idx="60">
                  <c:v>328.00539094</c:v>
                </c:pt>
                <c:pt idx="61">
                  <c:v>336.07912856</c:v>
                </c:pt>
                <c:pt idx="62">
                  <c:v>336.07912856</c:v>
                </c:pt>
                <c:pt idx="63">
                  <c:v>343.96668758</c:v>
                </c:pt>
                <c:pt idx="64">
                  <c:v>343.96668758</c:v>
                </c:pt>
                <c:pt idx="65">
                  <c:v>351.66786581</c:v>
                </c:pt>
                <c:pt idx="66">
                  <c:v>351.66786581</c:v>
                </c:pt>
                <c:pt idx="67">
                  <c:v>359.18245575</c:v>
                </c:pt>
                <c:pt idx="68">
                  <c:v>359.18245576</c:v>
                </c:pt>
                <c:pt idx="69">
                  <c:v>366.5102447</c:v>
                </c:pt>
                <c:pt idx="70">
                  <c:v>366.5102447</c:v>
                </c:pt>
                <c:pt idx="71">
                  <c:v>373.65101459</c:v>
                </c:pt>
                <c:pt idx="72">
                  <c:v>373.65101459</c:v>
                </c:pt>
                <c:pt idx="73">
                  <c:v>380.60454232</c:v>
                </c:pt>
                <c:pt idx="74">
                  <c:v>380.60454232</c:v>
                </c:pt>
                <c:pt idx="75">
                  <c:v>387.37059943</c:v>
                </c:pt>
                <c:pt idx="76">
                  <c:v>387.37059943</c:v>
                </c:pt>
                <c:pt idx="77">
                  <c:v>393.94895238</c:v>
                </c:pt>
                <c:pt idx="78">
                  <c:v>393.94895238</c:v>
                </c:pt>
                <c:pt idx="79">
                  <c:v>400.33936229</c:v>
                </c:pt>
                <c:pt idx="80">
                  <c:v>400.33936229</c:v>
                </c:pt>
                <c:pt idx="81">
                  <c:v>406.54158523</c:v>
                </c:pt>
                <c:pt idx="82">
                  <c:v>406.54158523</c:v>
                </c:pt>
                <c:pt idx="83">
                  <c:v>412.55537197</c:v>
                </c:pt>
                <c:pt idx="84">
                  <c:v>412.55537197</c:v>
                </c:pt>
                <c:pt idx="85">
                  <c:v>418.38046812</c:v>
                </c:pt>
                <c:pt idx="86">
                  <c:v>418.38046812</c:v>
                </c:pt>
                <c:pt idx="87">
                  <c:v>424.01661427</c:v>
                </c:pt>
                <c:pt idx="88">
                  <c:v>424.01661427</c:v>
                </c:pt>
                <c:pt idx="89">
                  <c:v>429.46354563</c:v>
                </c:pt>
                <c:pt idx="90">
                  <c:v>429.46354563</c:v>
                </c:pt>
                <c:pt idx="91">
                  <c:v>434.72099231</c:v>
                </c:pt>
                <c:pt idx="92">
                  <c:v>434.72099231</c:v>
                </c:pt>
                <c:pt idx="93">
                  <c:v>439.78867932</c:v>
                </c:pt>
                <c:pt idx="94">
                  <c:v>439.78867932</c:v>
                </c:pt>
                <c:pt idx="95">
                  <c:v>444.66632636</c:v>
                </c:pt>
                <c:pt idx="96">
                  <c:v>444.66632636</c:v>
                </c:pt>
                <c:pt idx="97">
                  <c:v>449.35364809</c:v>
                </c:pt>
                <c:pt idx="98">
                  <c:v>449.35364809</c:v>
                </c:pt>
                <c:pt idx="99">
                  <c:v>453.85035402</c:v>
                </c:pt>
                <c:pt idx="100">
                  <c:v>453.85035402</c:v>
                </c:pt>
                <c:pt idx="101">
                  <c:v>458.15614837</c:v>
                </c:pt>
                <c:pt idx="102">
                  <c:v>458.15614837</c:v>
                </c:pt>
                <c:pt idx="103">
                  <c:v>462.27073026</c:v>
                </c:pt>
                <c:pt idx="104">
                  <c:v>462.27073025</c:v>
                </c:pt>
                <c:pt idx="105">
                  <c:v>466.19379345</c:v>
                </c:pt>
                <c:pt idx="106">
                  <c:v>466.19379345</c:v>
                </c:pt>
                <c:pt idx="107">
                  <c:v>469.92502685</c:v>
                </c:pt>
                <c:pt idx="108">
                  <c:v>469.92502685</c:v>
                </c:pt>
                <c:pt idx="109">
                  <c:v>473.46411408</c:v>
                </c:pt>
                <c:pt idx="110">
                  <c:v>473.46411408</c:v>
                </c:pt>
                <c:pt idx="111">
                  <c:v>476.81073324</c:v>
                </c:pt>
                <c:pt idx="112">
                  <c:v>476.81073324</c:v>
                </c:pt>
                <c:pt idx="113">
                  <c:v>479.96455762</c:v>
                </c:pt>
                <c:pt idx="114">
                  <c:v>479.96455762</c:v>
                </c:pt>
                <c:pt idx="115">
                  <c:v>482.92525533</c:v>
                </c:pt>
                <c:pt idx="116">
                  <c:v>482.92525533</c:v>
                </c:pt>
                <c:pt idx="117">
                  <c:v>485.69248886</c:v>
                </c:pt>
                <c:pt idx="118">
                  <c:v>485.69248886</c:v>
                </c:pt>
                <c:pt idx="119">
                  <c:v>488.26591583</c:v>
                </c:pt>
                <c:pt idx="120">
                  <c:v>488.26591583</c:v>
                </c:pt>
                <c:pt idx="121">
                  <c:v>490.64518853</c:v>
                </c:pt>
                <c:pt idx="122">
                  <c:v>490.64518853</c:v>
                </c:pt>
                <c:pt idx="123">
                  <c:v>492.82995397</c:v>
                </c:pt>
                <c:pt idx="124">
                  <c:v>492.82995397</c:v>
                </c:pt>
                <c:pt idx="125">
                  <c:v>494.81985436</c:v>
                </c:pt>
                <c:pt idx="126">
                  <c:v>494.81985436</c:v>
                </c:pt>
                <c:pt idx="127">
                  <c:v>496.6145257</c:v>
                </c:pt>
                <c:pt idx="128">
                  <c:v>496.6145257</c:v>
                </c:pt>
                <c:pt idx="129">
                  <c:v>498.21359974</c:v>
                </c:pt>
                <c:pt idx="130">
                  <c:v>498.21359974</c:v>
                </c:pt>
                <c:pt idx="131">
                  <c:v>499.61670244</c:v>
                </c:pt>
                <c:pt idx="132">
                  <c:v>499.61670244</c:v>
                </c:pt>
                <c:pt idx="133">
                  <c:v>500.8234543</c:v>
                </c:pt>
                <c:pt idx="134">
                  <c:v>500.8234543</c:v>
                </c:pt>
                <c:pt idx="135">
                  <c:v>501.83347128</c:v>
                </c:pt>
                <c:pt idx="136">
                  <c:v>501.83347128</c:v>
                </c:pt>
                <c:pt idx="137">
                  <c:v>502.64636309</c:v>
                </c:pt>
                <c:pt idx="138">
                  <c:v>502.64636309</c:v>
                </c:pt>
                <c:pt idx="139">
                  <c:v>503.26173489</c:v>
                </c:pt>
                <c:pt idx="140">
                  <c:v>503.26173489</c:v>
                </c:pt>
                <c:pt idx="141">
                  <c:v>503.67918612</c:v>
                </c:pt>
                <c:pt idx="142">
                  <c:v>503.67918612</c:v>
                </c:pt>
                <c:pt idx="143">
                  <c:v>503.89831107</c:v>
                </c:pt>
                <c:pt idx="144">
                  <c:v>503.89831107</c:v>
                </c:pt>
                <c:pt idx="145">
                  <c:v>503.91869837</c:v>
                </c:pt>
                <c:pt idx="146">
                  <c:v>503.91869837</c:v>
                </c:pt>
                <c:pt idx="147">
                  <c:v>503.7399319</c:v>
                </c:pt>
                <c:pt idx="148">
                  <c:v>503.7399319</c:v>
                </c:pt>
                <c:pt idx="149">
                  <c:v>503.36158961</c:v>
                </c:pt>
                <c:pt idx="150">
                  <c:v>503.36158961</c:v>
                </c:pt>
                <c:pt idx="151">
                  <c:v>502.78324407</c:v>
                </c:pt>
                <c:pt idx="152">
                  <c:v>502.78324407</c:v>
                </c:pt>
                <c:pt idx="153">
                  <c:v>502.00446306</c:v>
                </c:pt>
                <c:pt idx="154">
                  <c:v>502.00446305</c:v>
                </c:pt>
                <c:pt idx="155">
                  <c:v>501.02480829</c:v>
                </c:pt>
                <c:pt idx="156">
                  <c:v>501.02480829</c:v>
                </c:pt>
                <c:pt idx="157">
                  <c:v>499.84383632</c:v>
                </c:pt>
                <c:pt idx="158">
                  <c:v>499.84383632</c:v>
                </c:pt>
                <c:pt idx="159">
                  <c:v>498.46109835</c:v>
                </c:pt>
                <c:pt idx="160">
                  <c:v>498.46109835</c:v>
                </c:pt>
                <c:pt idx="161">
                  <c:v>496.87613979</c:v>
                </c:pt>
                <c:pt idx="162">
                  <c:v>496.87613979</c:v>
                </c:pt>
                <c:pt idx="163">
                  <c:v>495.08850096</c:v>
                </c:pt>
                <c:pt idx="164">
                  <c:v>495.08850096</c:v>
                </c:pt>
                <c:pt idx="165">
                  <c:v>493.09771656</c:v>
                </c:pt>
                <c:pt idx="166">
                  <c:v>493.09771656</c:v>
                </c:pt>
                <c:pt idx="167">
                  <c:v>490.90331567</c:v>
                </c:pt>
                <c:pt idx="168">
                  <c:v>490.90331567</c:v>
                </c:pt>
                <c:pt idx="169">
                  <c:v>488.50482221</c:v>
                </c:pt>
                <c:pt idx="170">
                  <c:v>488.50482221</c:v>
                </c:pt>
                <c:pt idx="171">
                  <c:v>485.90175425</c:v>
                </c:pt>
                <c:pt idx="172">
                  <c:v>485.90175425</c:v>
                </c:pt>
                <c:pt idx="173">
                  <c:v>483.09362458</c:v>
                </c:pt>
                <c:pt idx="174">
                  <c:v>483.09362458</c:v>
                </c:pt>
                <c:pt idx="175">
                  <c:v>480.07993998</c:v>
                </c:pt>
                <c:pt idx="176">
                  <c:v>480.07993998</c:v>
                </c:pt>
                <c:pt idx="177">
                  <c:v>476.86020222</c:v>
                </c:pt>
                <c:pt idx="178">
                  <c:v>476.86020222</c:v>
                </c:pt>
                <c:pt idx="179">
                  <c:v>473.43390715</c:v>
                </c:pt>
                <c:pt idx="180">
                  <c:v>473.43390715</c:v>
                </c:pt>
                <c:pt idx="181">
                  <c:v>469.80054494</c:v>
                </c:pt>
                <c:pt idx="182">
                  <c:v>469.80054494</c:v>
                </c:pt>
                <c:pt idx="183">
                  <c:v>465.95960059</c:v>
                </c:pt>
                <c:pt idx="184">
                  <c:v>465.95960059</c:v>
                </c:pt>
                <c:pt idx="185">
                  <c:v>461.91055298</c:v>
                </c:pt>
                <c:pt idx="186">
                  <c:v>461.91055298</c:v>
                </c:pt>
                <c:pt idx="187">
                  <c:v>457.65287584</c:v>
                </c:pt>
                <c:pt idx="188">
                  <c:v>457.65287584</c:v>
                </c:pt>
                <c:pt idx="189">
                  <c:v>453.18603642</c:v>
                </c:pt>
                <c:pt idx="190">
                  <c:v>453.18603642</c:v>
                </c:pt>
                <c:pt idx="191">
                  <c:v>448.5094972</c:v>
                </c:pt>
                <c:pt idx="192">
                  <c:v>448.5094972</c:v>
                </c:pt>
                <c:pt idx="193">
                  <c:v>443.62271448</c:v>
                </c:pt>
                <c:pt idx="194">
                  <c:v>443.62271448</c:v>
                </c:pt>
                <c:pt idx="195">
                  <c:v>438.52513901</c:v>
                </c:pt>
                <c:pt idx="196">
                  <c:v>438.52513901</c:v>
                </c:pt>
                <c:pt idx="197">
                  <c:v>433.21621559</c:v>
                </c:pt>
                <c:pt idx="198">
                  <c:v>433.21621559</c:v>
                </c:pt>
                <c:pt idx="199">
                  <c:v>427.69538371</c:v>
                </c:pt>
                <c:pt idx="200">
                  <c:v>427.69538371</c:v>
                </c:pt>
                <c:pt idx="201">
                  <c:v>421.96207635</c:v>
                </c:pt>
                <c:pt idx="202">
                  <c:v>421.96207635</c:v>
                </c:pt>
                <c:pt idx="203">
                  <c:v>416.01572144</c:v>
                </c:pt>
                <c:pt idx="204">
                  <c:v>416.01572144</c:v>
                </c:pt>
                <c:pt idx="205">
                  <c:v>409.85574078</c:v>
                </c:pt>
                <c:pt idx="206">
                  <c:v>409.85574078</c:v>
                </c:pt>
                <c:pt idx="207">
                  <c:v>403.48155045</c:v>
                </c:pt>
                <c:pt idx="208">
                  <c:v>403.48155045</c:v>
                </c:pt>
                <c:pt idx="209">
                  <c:v>396.89256047</c:v>
                </c:pt>
                <c:pt idx="210">
                  <c:v>396.89256047</c:v>
                </c:pt>
                <c:pt idx="211">
                  <c:v>390.0881754</c:v>
                </c:pt>
                <c:pt idx="212">
                  <c:v>390.0881754</c:v>
                </c:pt>
                <c:pt idx="213">
                  <c:v>383.06779348</c:v>
                </c:pt>
                <c:pt idx="214">
                  <c:v>383.06779348</c:v>
                </c:pt>
                <c:pt idx="215">
                  <c:v>375.83080751</c:v>
                </c:pt>
                <c:pt idx="216">
                  <c:v>375.83080751</c:v>
                </c:pt>
                <c:pt idx="217">
                  <c:v>368.37660378</c:v>
                </c:pt>
                <c:pt idx="218">
                  <c:v>368.37660378</c:v>
                </c:pt>
                <c:pt idx="219">
                  <c:v>360.70456364</c:v>
                </c:pt>
                <c:pt idx="220">
                  <c:v>360.70456364</c:v>
                </c:pt>
                <c:pt idx="221">
                  <c:v>352.81406143</c:v>
                </c:pt>
                <c:pt idx="222">
                  <c:v>352.81406143</c:v>
                </c:pt>
                <c:pt idx="223">
                  <c:v>344.70446595</c:v>
                </c:pt>
                <c:pt idx="224">
                  <c:v>344.70446595</c:v>
                </c:pt>
                <c:pt idx="225">
                  <c:v>336.3751402</c:v>
                </c:pt>
                <c:pt idx="226">
                  <c:v>336.3751402</c:v>
                </c:pt>
                <c:pt idx="227">
                  <c:v>327.82544129</c:v>
                </c:pt>
                <c:pt idx="228">
                  <c:v>327.82544129</c:v>
                </c:pt>
                <c:pt idx="229">
                  <c:v>319.05471939</c:v>
                </c:pt>
                <c:pt idx="230">
                  <c:v>319.05471938</c:v>
                </c:pt>
                <c:pt idx="231">
                  <c:v>310.06232001</c:v>
                </c:pt>
                <c:pt idx="232">
                  <c:v>310.06232001</c:v>
                </c:pt>
                <c:pt idx="233">
                  <c:v>300.84758144</c:v>
                </c:pt>
                <c:pt idx="234">
                  <c:v>300.84758144</c:v>
                </c:pt>
                <c:pt idx="235">
                  <c:v>291.40983668</c:v>
                </c:pt>
                <c:pt idx="236">
                  <c:v>291.40983668</c:v>
                </c:pt>
                <c:pt idx="237">
                  <c:v>281.74841177</c:v>
                </c:pt>
                <c:pt idx="238">
                  <c:v>281.74841177</c:v>
                </c:pt>
                <c:pt idx="239">
                  <c:v>271.86262763</c:v>
                </c:pt>
                <c:pt idx="240">
                  <c:v>271.86262763</c:v>
                </c:pt>
                <c:pt idx="241">
                  <c:v>261.75179825</c:v>
                </c:pt>
                <c:pt idx="242">
                  <c:v>261.75179825</c:v>
                </c:pt>
                <c:pt idx="243">
                  <c:v>251.51327041</c:v>
                </c:pt>
                <c:pt idx="244">
                  <c:v>251.51327041</c:v>
                </c:pt>
                <c:pt idx="245">
                  <c:v>241.14252247</c:v>
                </c:pt>
                <c:pt idx="246">
                  <c:v>241.14252247</c:v>
                </c:pt>
                <c:pt idx="247">
                  <c:v>230.54774845</c:v>
                </c:pt>
                <c:pt idx="248">
                  <c:v>230.54774845</c:v>
                </c:pt>
                <c:pt idx="249">
                  <c:v>219.72823753</c:v>
                </c:pt>
                <c:pt idx="250">
                  <c:v>219.72823753</c:v>
                </c:pt>
                <c:pt idx="251">
                  <c:v>208.68327375</c:v>
                </c:pt>
                <c:pt idx="252">
                  <c:v>208.68327375</c:v>
                </c:pt>
                <c:pt idx="253">
                  <c:v>197.41213364</c:v>
                </c:pt>
                <c:pt idx="254">
                  <c:v>197.41213364</c:v>
                </c:pt>
                <c:pt idx="255">
                  <c:v>185.91408854</c:v>
                </c:pt>
                <c:pt idx="256">
                  <c:v>185.91408854</c:v>
                </c:pt>
                <c:pt idx="257">
                  <c:v>174.18840243</c:v>
                </c:pt>
                <c:pt idx="258">
                  <c:v>174.18840243</c:v>
                </c:pt>
                <c:pt idx="259">
                  <c:v>162.23433414</c:v>
                </c:pt>
                <c:pt idx="260">
                  <c:v>162.23433414</c:v>
                </c:pt>
                <c:pt idx="261">
                  <c:v>150.05113505</c:v>
                </c:pt>
                <c:pt idx="262">
                  <c:v>150.05113505</c:v>
                </c:pt>
                <c:pt idx="263">
                  <c:v>137.63805081</c:v>
                </c:pt>
                <c:pt idx="264">
                  <c:v>137.63805081</c:v>
                </c:pt>
                <c:pt idx="265">
                  <c:v>124.9943209</c:v>
                </c:pt>
                <c:pt idx="266">
                  <c:v>124.9943209</c:v>
                </c:pt>
                <c:pt idx="267">
                  <c:v>112.11917786</c:v>
                </c:pt>
                <c:pt idx="268">
                  <c:v>112.11917786</c:v>
                </c:pt>
                <c:pt idx="269">
                  <c:v>99.01184789</c:v>
                </c:pt>
                <c:pt idx="270">
                  <c:v>99.01184789</c:v>
                </c:pt>
                <c:pt idx="271">
                  <c:v>86.74282176</c:v>
                </c:pt>
                <c:pt idx="272">
                  <c:v>86.74282176</c:v>
                </c:pt>
                <c:pt idx="273">
                  <c:v>75.20043609</c:v>
                </c:pt>
                <c:pt idx="274">
                  <c:v>75.20043609</c:v>
                </c:pt>
                <c:pt idx="275">
                  <c:v>63.45778026</c:v>
                </c:pt>
                <c:pt idx="276">
                  <c:v>63.45778026</c:v>
                </c:pt>
                <c:pt idx="277">
                  <c:v>51.51419198</c:v>
                </c:pt>
                <c:pt idx="278">
                  <c:v>51.51419198</c:v>
                </c:pt>
                <c:pt idx="279">
                  <c:v>39.36900311</c:v>
                </c:pt>
                <c:pt idx="280">
                  <c:v>39.36900311</c:v>
                </c:pt>
                <c:pt idx="281">
                  <c:v>27.02154048</c:v>
                </c:pt>
                <c:pt idx="282">
                  <c:v>27.02154048</c:v>
                </c:pt>
                <c:pt idx="283">
                  <c:v>14.47112531</c:v>
                </c:pt>
                <c:pt idx="284">
                  <c:v>14.47112531</c:v>
                </c:pt>
                <c:pt idx="285">
                  <c:v>1.71707316</c:v>
                </c:pt>
                <c:pt idx="286">
                  <c:v>1.71707316</c:v>
                </c:pt>
                <c:pt idx="287">
                  <c:v>-11.24130604</c:v>
                </c:pt>
                <c:pt idx="288">
                  <c:v>-11.24130604</c:v>
                </c:pt>
                <c:pt idx="289">
                  <c:v>-24.40470746</c:v>
                </c:pt>
                <c:pt idx="290">
                  <c:v>-24.40470746</c:v>
                </c:pt>
                <c:pt idx="291">
                  <c:v>-37.77383236</c:v>
                </c:pt>
                <c:pt idx="292">
                  <c:v>-37.77383236</c:v>
                </c:pt>
                <c:pt idx="293">
                  <c:v>-51.3493872</c:v>
                </c:pt>
                <c:pt idx="294">
                  <c:v>-51.3493872</c:v>
                </c:pt>
                <c:pt idx="295">
                  <c:v>-65.13208444</c:v>
                </c:pt>
                <c:pt idx="296">
                  <c:v>-65.13208444</c:v>
                </c:pt>
                <c:pt idx="297">
                  <c:v>-79.12264165000001</c:v>
                </c:pt>
                <c:pt idx="298">
                  <c:v>-79.12264165000001</c:v>
                </c:pt>
                <c:pt idx="299">
                  <c:v>-93.32178235000001</c:v>
                </c:pt>
                <c:pt idx="300">
                  <c:v>-93.32178235000001</c:v>
                </c:pt>
                <c:pt idx="301">
                  <c:v>-107.73023576</c:v>
                </c:pt>
                <c:pt idx="302">
                  <c:v>-107.73023576</c:v>
                </c:pt>
                <c:pt idx="303">
                  <c:v>-122.34873677</c:v>
                </c:pt>
                <c:pt idx="304">
                  <c:v>-122.34873677</c:v>
                </c:pt>
                <c:pt idx="305">
                  <c:v>-137.17802584</c:v>
                </c:pt>
                <c:pt idx="306">
                  <c:v>-137.17802584</c:v>
                </c:pt>
                <c:pt idx="307">
                  <c:v>-152.21884952</c:v>
                </c:pt>
                <c:pt idx="308">
                  <c:v>-152.21884952</c:v>
                </c:pt>
                <c:pt idx="309">
                  <c:v>-167.47195936</c:v>
                </c:pt>
                <c:pt idx="310">
                  <c:v>-167.47195936</c:v>
                </c:pt>
                <c:pt idx="311">
                  <c:v>-182.93811335</c:v>
                </c:pt>
                <c:pt idx="312">
                  <c:v>-182.93811335</c:v>
                </c:pt>
                <c:pt idx="313">
                  <c:v>-198.61807488</c:v>
                </c:pt>
                <c:pt idx="314">
                  <c:v>-198.61807488</c:v>
                </c:pt>
                <c:pt idx="315">
                  <c:v>-214.51261338</c:v>
                </c:pt>
                <c:pt idx="316">
                  <c:v>-214.51261338</c:v>
                </c:pt>
                <c:pt idx="317">
                  <c:v>-230.62250384</c:v>
                </c:pt>
                <c:pt idx="318">
                  <c:v>-230.62250384</c:v>
                </c:pt>
                <c:pt idx="319">
                  <c:v>-246.94852756</c:v>
                </c:pt>
                <c:pt idx="320">
                  <c:v>-246.94852756</c:v>
                </c:pt>
                <c:pt idx="321">
                  <c:v>-263.49147094</c:v>
                </c:pt>
                <c:pt idx="322">
                  <c:v>-263.49147094</c:v>
                </c:pt>
                <c:pt idx="323">
                  <c:v>-280.25212699</c:v>
                </c:pt>
                <c:pt idx="324">
                  <c:v>-280.25212699</c:v>
                </c:pt>
                <c:pt idx="325">
                  <c:v>-297.2312943</c:v>
                </c:pt>
                <c:pt idx="326">
                  <c:v>-297.2312943</c:v>
                </c:pt>
                <c:pt idx="327">
                  <c:v>-314.42977717</c:v>
                </c:pt>
                <c:pt idx="328">
                  <c:v>-314.42977717</c:v>
                </c:pt>
                <c:pt idx="329">
                  <c:v>-331.8483859</c:v>
                </c:pt>
                <c:pt idx="330">
                  <c:v>-331.8483859</c:v>
                </c:pt>
                <c:pt idx="331">
                  <c:v>-349.48793723</c:v>
                </c:pt>
                <c:pt idx="332">
                  <c:v>-349.48793723</c:v>
                </c:pt>
                <c:pt idx="333">
                  <c:v>-367.34925348</c:v>
                </c:pt>
                <c:pt idx="334">
                  <c:v>-367.34925348</c:v>
                </c:pt>
                <c:pt idx="335">
                  <c:v>-385.43316284</c:v>
                </c:pt>
                <c:pt idx="336">
                  <c:v>-385.43316284</c:v>
                </c:pt>
                <c:pt idx="337">
                  <c:v>-403.74049953</c:v>
                </c:pt>
                <c:pt idx="338">
                  <c:v>-403.74049953</c:v>
                </c:pt>
                <c:pt idx="339">
                  <c:v>-422.272104</c:v>
                </c:pt>
                <c:pt idx="340">
                  <c:v>-422.272104</c:v>
                </c:pt>
                <c:pt idx="341">
                  <c:v>-441.02882286</c:v>
                </c:pt>
                <c:pt idx="342">
                  <c:v>-441.02882286</c:v>
                </c:pt>
                <c:pt idx="343">
                  <c:v>-460.0115085</c:v>
                </c:pt>
                <c:pt idx="344">
                  <c:v>-460.0115085</c:v>
                </c:pt>
                <c:pt idx="345">
                  <c:v>-479.22101946</c:v>
                </c:pt>
                <c:pt idx="346">
                  <c:v>-479.22101946</c:v>
                </c:pt>
                <c:pt idx="347">
                  <c:v>-498.65822038</c:v>
                </c:pt>
                <c:pt idx="348">
                  <c:v>-498.65822038</c:v>
                </c:pt>
                <c:pt idx="349">
                  <c:v>-518.32398233</c:v>
                </c:pt>
                <c:pt idx="350">
                  <c:v>-518.32398233</c:v>
                </c:pt>
                <c:pt idx="351">
                  <c:v>-538.2191821599999</c:v>
                </c:pt>
                <c:pt idx="352">
                  <c:v>-538.2191821599999</c:v>
                </c:pt>
                <c:pt idx="353">
                  <c:v>-558.3447028099999</c:v>
                </c:pt>
                <c:pt idx="354">
                  <c:v>-558.3447028099999</c:v>
                </c:pt>
                <c:pt idx="355">
                  <c:v>-578.70143397</c:v>
                </c:pt>
                <c:pt idx="356">
                  <c:v>-578.70143397</c:v>
                </c:pt>
                <c:pt idx="357">
                  <c:v>-599.29027114</c:v>
                </c:pt>
                <c:pt idx="358">
                  <c:v>-599.29027114</c:v>
                </c:pt>
                <c:pt idx="359">
                  <c:v>-620.11211581</c:v>
                </c:pt>
                <c:pt idx="360">
                  <c:v>-620.11211581</c:v>
                </c:pt>
                <c:pt idx="361">
                  <c:v>-641.16787637</c:v>
                </c:pt>
                <c:pt idx="362">
                  <c:v>-641.16787637</c:v>
                </c:pt>
                <c:pt idx="363">
                  <c:v>-662.45846704</c:v>
                </c:pt>
                <c:pt idx="364">
                  <c:v>-662.45846704</c:v>
                </c:pt>
                <c:pt idx="365">
                  <c:v>-683.98480853</c:v>
                </c:pt>
                <c:pt idx="366">
                  <c:v>-683.98480853</c:v>
                </c:pt>
                <c:pt idx="367">
                  <c:v>-705.74782748</c:v>
                </c:pt>
                <c:pt idx="368">
                  <c:v>-705.74782748</c:v>
                </c:pt>
                <c:pt idx="369">
                  <c:v>-727.74845745</c:v>
                </c:pt>
                <c:pt idx="370">
                  <c:v>-727.74845745</c:v>
                </c:pt>
                <c:pt idx="371">
                  <c:v>-749.9876379</c:v>
                </c:pt>
                <c:pt idx="372">
                  <c:v>-749.9876379</c:v>
                </c:pt>
                <c:pt idx="373">
                  <c:v>-772.4663151</c:v>
                </c:pt>
                <c:pt idx="374">
                  <c:v>-772.4663151</c:v>
                </c:pt>
                <c:pt idx="375">
                  <c:v>-795.18544141</c:v>
                </c:pt>
                <c:pt idx="376">
                  <c:v>-795.18544141</c:v>
                </c:pt>
                <c:pt idx="377">
                  <c:v>-818.1459753300001</c:v>
                </c:pt>
                <c:pt idx="378">
                  <c:v>-818.1459753300001</c:v>
                </c:pt>
                <c:pt idx="379">
                  <c:v>-841.34888276</c:v>
                </c:pt>
                <c:pt idx="380">
                  <c:v>-841.34888276</c:v>
                </c:pt>
                <c:pt idx="381">
                  <c:v>-864.79513507</c:v>
                </c:pt>
                <c:pt idx="382">
                  <c:v>-864.79513507</c:v>
                </c:pt>
                <c:pt idx="383">
                  <c:v>-888.4857107300001</c:v>
                </c:pt>
                <c:pt idx="384">
                  <c:v>-888.4857107300001</c:v>
                </c:pt>
                <c:pt idx="385">
                  <c:v>-912.42159441</c:v>
                </c:pt>
                <c:pt idx="386">
                  <c:v>-912.4215944</c:v>
                </c:pt>
                <c:pt idx="387">
                  <c:v>-936.60377739</c:v>
                </c:pt>
                <c:pt idx="388">
                  <c:v>-936.60377739</c:v>
                </c:pt>
                <c:pt idx="389">
                  <c:v>-961.0332577299999</c:v>
                </c:pt>
                <c:pt idx="390">
                  <c:v>-961.0332577299999</c:v>
                </c:pt>
                <c:pt idx="391">
                  <c:v>-985.71103973</c:v>
                </c:pt>
                <c:pt idx="392">
                  <c:v>-985.71103973</c:v>
                </c:pt>
                <c:pt idx="393">
                  <c:v>-1010.63813441</c:v>
                </c:pt>
                <c:pt idx="394">
                  <c:v>-1010.63813441</c:v>
                </c:pt>
                <c:pt idx="395">
                  <c:v>-1035.81413301</c:v>
                </c:pt>
                <c:pt idx="396">
                  <c:v>-1035.81413301</c:v>
                </c:pt>
                <c:pt idx="397">
                  <c:v>-1061.22762229</c:v>
                </c:pt>
                <c:pt idx="398">
                  <c:v>-1061.22762229</c:v>
                </c:pt>
                <c:pt idx="399">
                  <c:v>-1086.87656415</c:v>
                </c:pt>
                <c:pt idx="400">
                  <c:v>-1086.87656415</c:v>
                </c:pt>
                <c:pt idx="401">
                  <c:v>-1112.76180048</c:v>
                </c:pt>
                <c:pt idx="402">
                  <c:v>-1112.76180048</c:v>
                </c:pt>
                <c:pt idx="403">
                  <c:v>-1138.8841963</c:v>
                </c:pt>
                <c:pt idx="404">
                  <c:v>-1138.8841963</c:v>
                </c:pt>
                <c:pt idx="405">
                  <c:v>-1165.24463142</c:v>
                </c:pt>
                <c:pt idx="406">
                  <c:v>-1165.24463142</c:v>
                </c:pt>
                <c:pt idx="407">
                  <c:v>-1191.84400721</c:v>
                </c:pt>
                <c:pt idx="408">
                  <c:v>-1191.84400721</c:v>
                </c:pt>
                <c:pt idx="409">
                  <c:v>-1218.68322692</c:v>
                </c:pt>
                <c:pt idx="410">
                  <c:v>-1218.68322691</c:v>
                </c:pt>
                <c:pt idx="411">
                  <c:v>-1245.76320777</c:v>
                </c:pt>
                <c:pt idx="412">
                  <c:v>-1245.76320777</c:v>
                </c:pt>
                <c:pt idx="413">
                  <c:v>-1273.08487412</c:v>
                </c:pt>
                <c:pt idx="414">
                  <c:v>-1273.08487413</c:v>
                </c:pt>
                <c:pt idx="415">
                  <c:v>-1300.64917531</c:v>
                </c:pt>
                <c:pt idx="416">
                  <c:v>-1300.64917531</c:v>
                </c:pt>
                <c:pt idx="417">
                  <c:v>-1328.45705443</c:v>
                </c:pt>
                <c:pt idx="418">
                  <c:v>-1328.45705443</c:v>
                </c:pt>
                <c:pt idx="419">
                  <c:v>-1356.50945959</c:v>
                </c:pt>
                <c:pt idx="420">
                  <c:v>-1356.5094596</c:v>
                </c:pt>
                <c:pt idx="421">
                  <c:v>-1384.80737881</c:v>
                </c:pt>
                <c:pt idx="422">
                  <c:v>-1384.80737881</c:v>
                </c:pt>
                <c:pt idx="423">
                  <c:v>-1413.35174762</c:v>
                </c:pt>
                <c:pt idx="424">
                  <c:v>-1413.35174763</c:v>
                </c:pt>
                <c:pt idx="425">
                  <c:v>-1442.14357491</c:v>
                </c:pt>
                <c:pt idx="426">
                  <c:v>-1442.14357491</c:v>
                </c:pt>
                <c:pt idx="427">
                  <c:v>-1471.18381891</c:v>
                </c:pt>
                <c:pt idx="428">
                  <c:v>-1471.18381892</c:v>
                </c:pt>
                <c:pt idx="429">
                  <c:v>-1500.47351696</c:v>
                </c:pt>
                <c:pt idx="430">
                  <c:v>-1500.47351696</c:v>
                </c:pt>
                <c:pt idx="431">
                  <c:v>-1530.0136466</c:v>
                </c:pt>
                <c:pt idx="432">
                  <c:v>-1530.0136466</c:v>
                </c:pt>
                <c:pt idx="433">
                  <c:v>-1559.80520885</c:v>
                </c:pt>
                <c:pt idx="434">
                  <c:v>-1559.80520885</c:v>
                </c:pt>
                <c:pt idx="435">
                  <c:v>-1589.84925037</c:v>
                </c:pt>
                <c:pt idx="436">
                  <c:v>-1589.84925037</c:v>
                </c:pt>
                <c:pt idx="437">
                  <c:v>-1620.14677327</c:v>
                </c:pt>
                <c:pt idx="438">
                  <c:v>-1620.14677327</c:v>
                </c:pt>
                <c:pt idx="439">
                  <c:v>-1650.698821</c:v>
                </c:pt>
                <c:pt idx="440">
                  <c:v>-1650.698821</c:v>
                </c:pt>
                <c:pt idx="441">
                  <c:v>-1681.50642013</c:v>
                </c:pt>
                <c:pt idx="442">
                  <c:v>-1681.50642013</c:v>
                </c:pt>
                <c:pt idx="443">
                  <c:v>-1712.57063373</c:v>
                </c:pt>
                <c:pt idx="444">
                  <c:v>-1712.57063374</c:v>
                </c:pt>
                <c:pt idx="445">
                  <c:v>-1743.89251094</c:v>
                </c:pt>
                <c:pt idx="446">
                  <c:v>-1743.89251094</c:v>
                </c:pt>
                <c:pt idx="447">
                  <c:v>-1775.47311206</c:v>
                </c:pt>
                <c:pt idx="448">
                  <c:v>-1775.47311206</c:v>
                </c:pt>
                <c:pt idx="449">
                  <c:v>-1807.31348066</c:v>
                </c:pt>
                <c:pt idx="450">
                  <c:v>-1807.31348066</c:v>
                </c:pt>
                <c:pt idx="451">
                  <c:v>-1839.41472099</c:v>
                </c:pt>
                <c:pt idx="452">
                  <c:v>-1839.41472099</c:v>
                </c:pt>
                <c:pt idx="453">
                  <c:v>-1871.77791389</c:v>
                </c:pt>
                <c:pt idx="454">
                  <c:v>-1871.77791389</c:v>
                </c:pt>
                <c:pt idx="455">
                  <c:v>-1904.40412847</c:v>
                </c:pt>
                <c:pt idx="456">
                  <c:v>-1904.40412847</c:v>
                </c:pt>
                <c:pt idx="457">
                  <c:v>-1937.294469</c:v>
                </c:pt>
                <c:pt idx="458">
                  <c:v>-1937.294469</c:v>
                </c:pt>
                <c:pt idx="459">
                  <c:v>-1970.45005871</c:v>
                </c:pt>
                <c:pt idx="460">
                  <c:v>-1970.45005871</c:v>
                </c:pt>
                <c:pt idx="461">
                  <c:v>-2003.87195623</c:v>
                </c:pt>
                <c:pt idx="462">
                  <c:v>-2003.87195622</c:v>
                </c:pt>
                <c:pt idx="463">
                  <c:v>-2037.5613033</c:v>
                </c:pt>
                <c:pt idx="464">
                  <c:v>-2037.5613033</c:v>
                </c:pt>
                <c:pt idx="465">
                  <c:v>-2071.51922957</c:v>
                </c:pt>
                <c:pt idx="466">
                  <c:v>-2071.51922957</c:v>
                </c:pt>
                <c:pt idx="467">
                  <c:v>-2105.74685992</c:v>
                </c:pt>
                <c:pt idx="468">
                  <c:v>-2105.74685992</c:v>
                </c:pt>
                <c:pt idx="469">
                  <c:v>-2140.24532872</c:v>
                </c:pt>
                <c:pt idx="470">
                  <c:v>-2140.24532873</c:v>
                </c:pt>
                <c:pt idx="471">
                  <c:v>-2175.01577928</c:v>
                </c:pt>
                <c:pt idx="472">
                  <c:v>-2175.01577928</c:v>
                </c:pt>
                <c:pt idx="473">
                  <c:v>-2210.05936363</c:v>
                </c:pt>
                <c:pt idx="474">
                  <c:v>-2210.05936363</c:v>
                </c:pt>
                <c:pt idx="475">
                  <c:v>-2245.37722594</c:v>
                </c:pt>
                <c:pt idx="476">
                  <c:v>-2245.37722594</c:v>
                </c:pt>
                <c:pt idx="477">
                  <c:v>-2280.97050398</c:v>
                </c:pt>
                <c:pt idx="478">
                  <c:v>-2280.97050399</c:v>
                </c:pt>
                <c:pt idx="479">
                  <c:v>-2316.84040801</c:v>
                </c:pt>
                <c:pt idx="480">
                  <c:v>-2316.84040801</c:v>
                </c:pt>
                <c:pt idx="481">
                  <c:v>-2352.98811639</c:v>
                </c:pt>
                <c:pt idx="482">
                  <c:v>-2352.98811639</c:v>
                </c:pt>
                <c:pt idx="483">
                  <c:v>-2389.41478058</c:v>
                </c:pt>
                <c:pt idx="484">
                  <c:v>-2389.41478058</c:v>
                </c:pt>
                <c:pt idx="485">
                  <c:v>-2426.02321419</c:v>
                </c:pt>
                <c:pt idx="486">
                  <c:v>-2426.0232142</c:v>
                </c:pt>
                <c:pt idx="487">
                  <c:v>-2462.59577625</c:v>
                </c:pt>
                <c:pt idx="488">
                  <c:v>-2462.59577625</c:v>
                </c:pt>
                <c:pt idx="489">
                  <c:v>-2499.44866373</c:v>
                </c:pt>
                <c:pt idx="490">
                  <c:v>-2499.44866373</c:v>
                </c:pt>
                <c:pt idx="491">
                  <c:v>-2536.58316104</c:v>
                </c:pt>
                <c:pt idx="492">
                  <c:v>-2536.58316104</c:v>
                </c:pt>
                <c:pt idx="493">
                  <c:v>-2574.00047069</c:v>
                </c:pt>
                <c:pt idx="494">
                  <c:v>-2574.00047069</c:v>
                </c:pt>
                <c:pt idx="495">
                  <c:v>-2611.70179683</c:v>
                </c:pt>
                <c:pt idx="496">
                  <c:v>-2611.70179683</c:v>
                </c:pt>
                <c:pt idx="497">
                  <c:v>-2649.68840395</c:v>
                </c:pt>
                <c:pt idx="498">
                  <c:v>-2649.68840394</c:v>
                </c:pt>
                <c:pt idx="499">
                  <c:v>-2687.96150103</c:v>
                </c:pt>
                <c:pt idx="500">
                  <c:v>-2687.96150102</c:v>
                </c:pt>
                <c:pt idx="501">
                  <c:v>-2726.5223627</c:v>
                </c:pt>
                <c:pt idx="502">
                  <c:v>-2726.52236269</c:v>
                </c:pt>
                <c:pt idx="503">
                  <c:v>-2765.37223141</c:v>
                </c:pt>
                <c:pt idx="504">
                  <c:v>-2765.37223141</c:v>
                </c:pt>
                <c:pt idx="505">
                  <c:v>-2804.51236523</c:v>
                </c:pt>
                <c:pt idx="506">
                  <c:v>-2804.51236523</c:v>
                </c:pt>
                <c:pt idx="507">
                  <c:v>-2843.94404298</c:v>
                </c:pt>
                <c:pt idx="508">
                  <c:v>-2843.94404298</c:v>
                </c:pt>
                <c:pt idx="509">
                  <c:v>-2883.66850877</c:v>
                </c:pt>
                <c:pt idx="510">
                  <c:v>-2883.66850876</c:v>
                </c:pt>
                <c:pt idx="511">
                  <c:v>-2923.68709564</c:v>
                </c:pt>
                <c:pt idx="512">
                  <c:v>-2923.68709564</c:v>
                </c:pt>
                <c:pt idx="513">
                  <c:v>-2964.00100459</c:v>
                </c:pt>
                <c:pt idx="514">
                  <c:v>-2964.00100459</c:v>
                </c:pt>
                <c:pt idx="515">
                  <c:v>-3004.61161117</c:v>
                </c:pt>
                <c:pt idx="516">
                  <c:v>-3004.61161116</c:v>
                </c:pt>
                <c:pt idx="517">
                  <c:v>-3045.5201775</c:v>
                </c:pt>
                <c:pt idx="518">
                  <c:v>-3045.52017751</c:v>
                </c:pt>
                <c:pt idx="519">
                  <c:v>-3086.72799406</c:v>
                </c:pt>
                <c:pt idx="520">
                  <c:v>-3086.72799406</c:v>
                </c:pt>
                <c:pt idx="521">
                  <c:v>-3128.23641912</c:v>
                </c:pt>
                <c:pt idx="522">
                  <c:v>-3128.23641912</c:v>
                </c:pt>
                <c:pt idx="523">
                  <c:v>-3170.04671102</c:v>
                </c:pt>
                <c:pt idx="524">
                  <c:v>-3170.04671102</c:v>
                </c:pt>
                <c:pt idx="525">
                  <c:v>-3212.16023443</c:v>
                </c:pt>
                <c:pt idx="526">
                  <c:v>-3212.16023443</c:v>
                </c:pt>
                <c:pt idx="527">
                  <c:v>-3254.57832142</c:v>
                </c:pt>
                <c:pt idx="528">
                  <c:v>-3254.57832142</c:v>
                </c:pt>
                <c:pt idx="529">
                  <c:v>-3211.15715085</c:v>
                </c:pt>
                <c:pt idx="530">
                  <c:v>-3211.15715085</c:v>
                </c:pt>
                <c:pt idx="531">
                  <c:v>-3168.05200234</c:v>
                </c:pt>
                <c:pt idx="532">
                  <c:v>-3168.05200234</c:v>
                </c:pt>
                <c:pt idx="533">
                  <c:v>-3125.26109533</c:v>
                </c:pt>
                <c:pt idx="534">
                  <c:v>-3125.26109533</c:v>
                </c:pt>
                <c:pt idx="535">
                  <c:v>-3082.78248936</c:v>
                </c:pt>
                <c:pt idx="536">
                  <c:v>-3082.78248936</c:v>
                </c:pt>
                <c:pt idx="537">
                  <c:v>-3040.61458336</c:v>
                </c:pt>
                <c:pt idx="538">
                  <c:v>-3040.61458335</c:v>
                </c:pt>
                <c:pt idx="539">
                  <c:v>-2998.75562828</c:v>
                </c:pt>
                <c:pt idx="540">
                  <c:v>-2998.75562828</c:v>
                </c:pt>
                <c:pt idx="541">
                  <c:v>-2957.20375902</c:v>
                </c:pt>
                <c:pt idx="542">
                  <c:v>-2957.20375902</c:v>
                </c:pt>
                <c:pt idx="543">
                  <c:v>-2915.95729401</c:v>
                </c:pt>
                <c:pt idx="544">
                  <c:v>-2915.95729401</c:v>
                </c:pt>
                <c:pt idx="545">
                  <c:v>-2875.01460681</c:v>
                </c:pt>
                <c:pt idx="546">
                  <c:v>-2875.01460681</c:v>
                </c:pt>
                <c:pt idx="547">
                  <c:v>-2834.37387258</c:v>
                </c:pt>
                <c:pt idx="548">
                  <c:v>-2834.37387258</c:v>
                </c:pt>
                <c:pt idx="549">
                  <c:v>-2794.03341296</c:v>
                </c:pt>
                <c:pt idx="550">
                  <c:v>-2794.03341296</c:v>
                </c:pt>
                <c:pt idx="551">
                  <c:v>-2753.9916067</c:v>
                </c:pt>
                <c:pt idx="552">
                  <c:v>-2753.9916067</c:v>
                </c:pt>
                <c:pt idx="553">
                  <c:v>-2714.24674508</c:v>
                </c:pt>
                <c:pt idx="554">
                  <c:v>-2714.24674508</c:v>
                </c:pt>
                <c:pt idx="555">
                  <c:v>-2674.79707583</c:v>
                </c:pt>
                <c:pt idx="556">
                  <c:v>-2674.79707584</c:v>
                </c:pt>
                <c:pt idx="557">
                  <c:v>-2635.6410593</c:v>
                </c:pt>
                <c:pt idx="558">
                  <c:v>-2635.6410593</c:v>
                </c:pt>
                <c:pt idx="559">
                  <c:v>-2596.77705561</c:v>
                </c:pt>
                <c:pt idx="560">
                  <c:v>-2596.77705561</c:v>
                </c:pt>
                <c:pt idx="561">
                  <c:v>-2558.20336599</c:v>
                </c:pt>
                <c:pt idx="562">
                  <c:v>-2558.20336598</c:v>
                </c:pt>
                <c:pt idx="563">
                  <c:v>-2519.91840598</c:v>
                </c:pt>
                <c:pt idx="564">
                  <c:v>-2519.91840599</c:v>
                </c:pt>
                <c:pt idx="565">
                  <c:v>-2481.9205992</c:v>
                </c:pt>
                <c:pt idx="566">
                  <c:v>-2481.9205992</c:v>
                </c:pt>
                <c:pt idx="567">
                  <c:v>-2444.20831938</c:v>
                </c:pt>
                <c:pt idx="568">
                  <c:v>-2444.20831937</c:v>
                </c:pt>
                <c:pt idx="569">
                  <c:v>-2406.77990542</c:v>
                </c:pt>
                <c:pt idx="570">
                  <c:v>-2406.77990543</c:v>
                </c:pt>
                <c:pt idx="571">
                  <c:v>-2369.63387685</c:v>
                </c:pt>
                <c:pt idx="572">
                  <c:v>-2369.63387685</c:v>
                </c:pt>
                <c:pt idx="573">
                  <c:v>-2332.76869747</c:v>
                </c:pt>
                <c:pt idx="574">
                  <c:v>-2332.76869747</c:v>
                </c:pt>
                <c:pt idx="575">
                  <c:v>-2296.18273763</c:v>
                </c:pt>
                <c:pt idx="576">
                  <c:v>-2296.18273764</c:v>
                </c:pt>
                <c:pt idx="577">
                  <c:v>-2259.87444256</c:v>
                </c:pt>
                <c:pt idx="578">
                  <c:v>-2259.87444255</c:v>
                </c:pt>
                <c:pt idx="579">
                  <c:v>-2223.84234485</c:v>
                </c:pt>
                <c:pt idx="580">
                  <c:v>-2223.84234485</c:v>
                </c:pt>
                <c:pt idx="581">
                  <c:v>-2188.08492078</c:v>
                </c:pt>
                <c:pt idx="582">
                  <c:v>-2188.08492077</c:v>
                </c:pt>
                <c:pt idx="583">
                  <c:v>-2152.60059509</c:v>
                </c:pt>
                <c:pt idx="584">
                  <c:v>-2152.60059509</c:v>
                </c:pt>
                <c:pt idx="585">
                  <c:v>-2117.38788838</c:v>
                </c:pt>
                <c:pt idx="586">
                  <c:v>-2117.38788837</c:v>
                </c:pt>
                <c:pt idx="587">
                  <c:v>-2082.44536118</c:v>
                </c:pt>
                <c:pt idx="588">
                  <c:v>-2082.44536118</c:v>
                </c:pt>
                <c:pt idx="589">
                  <c:v>-2047.77151208</c:v>
                </c:pt>
                <c:pt idx="590">
                  <c:v>-2047.77151208</c:v>
                </c:pt>
                <c:pt idx="591">
                  <c:v>-2013.36488408</c:v>
                </c:pt>
                <c:pt idx="592">
                  <c:v>-2013.36488409</c:v>
                </c:pt>
                <c:pt idx="593">
                  <c:v>-1978.946559</c:v>
                </c:pt>
                <c:pt idx="594">
                  <c:v>-1978.946559</c:v>
                </c:pt>
                <c:pt idx="595">
                  <c:v>-1944.78928363</c:v>
                </c:pt>
                <c:pt idx="596">
                  <c:v>-1944.78928363</c:v>
                </c:pt>
                <c:pt idx="597">
                  <c:v>-1910.89546453</c:v>
                </c:pt>
                <c:pt idx="598">
                  <c:v>-1910.89546454</c:v>
                </c:pt>
                <c:pt idx="599">
                  <c:v>-1877.26362261</c:v>
                </c:pt>
                <c:pt idx="600">
                  <c:v>-1877.26362261</c:v>
                </c:pt>
                <c:pt idx="601">
                  <c:v>-1843.89235708</c:v>
                </c:pt>
                <c:pt idx="602">
                  <c:v>-1843.89235708</c:v>
                </c:pt>
                <c:pt idx="603">
                  <c:v>-1810.78017452</c:v>
                </c:pt>
                <c:pt idx="604">
                  <c:v>-1810.78017452</c:v>
                </c:pt>
                <c:pt idx="605">
                  <c:v>-1777.92575821</c:v>
                </c:pt>
                <c:pt idx="606">
                  <c:v>-1777.92575822</c:v>
                </c:pt>
                <c:pt idx="607">
                  <c:v>-1745.32775004</c:v>
                </c:pt>
                <c:pt idx="608">
                  <c:v>-1745.32775004</c:v>
                </c:pt>
                <c:pt idx="609">
                  <c:v>-1712.98474267</c:v>
                </c:pt>
                <c:pt idx="610">
                  <c:v>-1712.98474266</c:v>
                </c:pt>
                <c:pt idx="611">
                  <c:v>-1680.89537508</c:v>
                </c:pt>
                <c:pt idx="612">
                  <c:v>-1680.89537507</c:v>
                </c:pt>
                <c:pt idx="613">
                  <c:v>-1649.05828319</c:v>
                </c:pt>
                <c:pt idx="614">
                  <c:v>-1649.05828319</c:v>
                </c:pt>
                <c:pt idx="615">
                  <c:v>-1617.47215071</c:v>
                </c:pt>
                <c:pt idx="616">
                  <c:v>-1617.47215071</c:v>
                </c:pt>
                <c:pt idx="617">
                  <c:v>-1586.13557398</c:v>
                </c:pt>
                <c:pt idx="618">
                  <c:v>-1586.13557398</c:v>
                </c:pt>
                <c:pt idx="619">
                  <c:v>-1555.047282</c:v>
                </c:pt>
                <c:pt idx="620">
                  <c:v>-1555.04728201</c:v>
                </c:pt>
                <c:pt idx="621">
                  <c:v>-1524.20593801</c:v>
                </c:pt>
                <c:pt idx="622">
                  <c:v>-1524.20593802</c:v>
                </c:pt>
                <c:pt idx="623">
                  <c:v>-1493.61028267</c:v>
                </c:pt>
                <c:pt idx="624">
                  <c:v>-1493.61028267</c:v>
                </c:pt>
                <c:pt idx="625">
                  <c:v>-1463.25897962</c:v>
                </c:pt>
                <c:pt idx="626">
                  <c:v>-1463.25897962</c:v>
                </c:pt>
                <c:pt idx="627">
                  <c:v>-1433.15074417</c:v>
                </c:pt>
                <c:pt idx="628">
                  <c:v>-1433.15074417</c:v>
                </c:pt>
                <c:pt idx="629">
                  <c:v>-1403.28433382</c:v>
                </c:pt>
                <c:pt idx="630">
                  <c:v>-1403.28433382</c:v>
                </c:pt>
                <c:pt idx="631">
                  <c:v>-1373.65843554</c:v>
                </c:pt>
                <c:pt idx="632">
                  <c:v>-1373.65843554</c:v>
                </c:pt>
                <c:pt idx="633">
                  <c:v>-1344.27180864</c:v>
                </c:pt>
                <c:pt idx="634">
                  <c:v>-1344.27180865</c:v>
                </c:pt>
                <c:pt idx="635">
                  <c:v>-1315.12321982</c:v>
                </c:pt>
                <c:pt idx="636">
                  <c:v>-1315.12321982</c:v>
                </c:pt>
                <c:pt idx="637">
                  <c:v>-1286.21141736</c:v>
                </c:pt>
                <c:pt idx="638">
                  <c:v>-1286.21141735</c:v>
                </c:pt>
                <c:pt idx="639">
                  <c:v>-1257.5351624</c:v>
                </c:pt>
                <c:pt idx="640">
                  <c:v>-1257.5351624</c:v>
                </c:pt>
                <c:pt idx="641">
                  <c:v>-1229.09325181</c:v>
                </c:pt>
                <c:pt idx="642">
                  <c:v>-1229.0932518</c:v>
                </c:pt>
                <c:pt idx="643">
                  <c:v>-1200.88448013</c:v>
                </c:pt>
                <c:pt idx="644">
                  <c:v>-1200.88448013</c:v>
                </c:pt>
                <c:pt idx="645">
                  <c:v>-1172.90762106</c:v>
                </c:pt>
                <c:pt idx="646">
                  <c:v>-1172.90762106</c:v>
                </c:pt>
                <c:pt idx="647">
                  <c:v>-1145.16152131</c:v>
                </c:pt>
                <c:pt idx="648">
                  <c:v>-1145.1615213</c:v>
                </c:pt>
                <c:pt idx="649">
                  <c:v>-1117.64495901</c:v>
                </c:pt>
                <c:pt idx="650">
                  <c:v>-1117.64495901</c:v>
                </c:pt>
                <c:pt idx="651">
                  <c:v>-1090.35677867</c:v>
                </c:pt>
                <c:pt idx="652">
                  <c:v>-1090.35677866</c:v>
                </c:pt>
                <c:pt idx="653">
                  <c:v>-1063.29584149</c:v>
                </c:pt>
                <c:pt idx="654">
                  <c:v>-1063.29584148</c:v>
                </c:pt>
                <c:pt idx="655">
                  <c:v>-1036.46096374</c:v>
                </c:pt>
                <c:pt idx="656">
                  <c:v>-1036.46096374</c:v>
                </c:pt>
                <c:pt idx="657">
                  <c:v>-1009.85100171</c:v>
                </c:pt>
                <c:pt idx="658">
                  <c:v>-1009.8510017</c:v>
                </c:pt>
                <c:pt idx="659">
                  <c:v>-983.46485177</c:v>
                </c:pt>
                <c:pt idx="660">
                  <c:v>-983.46485177</c:v>
                </c:pt>
                <c:pt idx="661">
                  <c:v>-957.30132685</c:v>
                </c:pt>
                <c:pt idx="662">
                  <c:v>-957.30132684</c:v>
                </c:pt>
                <c:pt idx="663">
                  <c:v>-931.35936393</c:v>
                </c:pt>
                <c:pt idx="664">
                  <c:v>-931.35936393</c:v>
                </c:pt>
                <c:pt idx="665">
                  <c:v>-905.6377810499999</c:v>
                </c:pt>
                <c:pt idx="666">
                  <c:v>-905.6377810499999</c:v>
                </c:pt>
                <c:pt idx="667">
                  <c:v>-880.13555949</c:v>
                </c:pt>
                <c:pt idx="668">
                  <c:v>-880.1355595</c:v>
                </c:pt>
                <c:pt idx="669">
                  <c:v>-854.85158831</c:v>
                </c:pt>
                <c:pt idx="670">
                  <c:v>-854.85158831</c:v>
                </c:pt>
                <c:pt idx="671">
                  <c:v>-829.78478222</c:v>
                </c:pt>
                <c:pt idx="672">
                  <c:v>-829.78478222</c:v>
                </c:pt>
                <c:pt idx="673">
                  <c:v>-804.93398812</c:v>
                </c:pt>
                <c:pt idx="674">
                  <c:v>-804.93398812</c:v>
                </c:pt>
                <c:pt idx="675">
                  <c:v>-780.29823623</c:v>
                </c:pt>
                <c:pt idx="676">
                  <c:v>-780.2982362499999</c:v>
                </c:pt>
                <c:pt idx="677">
                  <c:v>-755.87646878</c:v>
                </c:pt>
                <c:pt idx="678">
                  <c:v>-755.87646878</c:v>
                </c:pt>
                <c:pt idx="679">
                  <c:v>-731.66759327</c:v>
                </c:pt>
                <c:pt idx="680">
                  <c:v>-731.66759328</c:v>
                </c:pt>
                <c:pt idx="681">
                  <c:v>-707.67053988</c:v>
                </c:pt>
                <c:pt idx="682">
                  <c:v>-707.67053988</c:v>
                </c:pt>
                <c:pt idx="683">
                  <c:v>-683.88439245</c:v>
                </c:pt>
                <c:pt idx="684">
                  <c:v>-683.88439245</c:v>
                </c:pt>
                <c:pt idx="685">
                  <c:v>-660.30802094</c:v>
                </c:pt>
                <c:pt idx="686">
                  <c:v>-660.30802094</c:v>
                </c:pt>
                <c:pt idx="687">
                  <c:v>-636.94043749</c:v>
                </c:pt>
                <c:pt idx="688">
                  <c:v>-636.9404375</c:v>
                </c:pt>
                <c:pt idx="689">
                  <c:v>-613.78068835</c:v>
                </c:pt>
                <c:pt idx="690">
                  <c:v>-613.78068835</c:v>
                </c:pt>
                <c:pt idx="691">
                  <c:v>-590.8276603100001</c:v>
                </c:pt>
                <c:pt idx="692">
                  <c:v>-590.8276603100001</c:v>
                </c:pt>
                <c:pt idx="693">
                  <c:v>-568.08052688</c:v>
                </c:pt>
                <c:pt idx="694">
                  <c:v>-568.08052688</c:v>
                </c:pt>
                <c:pt idx="695">
                  <c:v>-545.53813207</c:v>
                </c:pt>
                <c:pt idx="696">
                  <c:v>-545.53813207</c:v>
                </c:pt>
                <c:pt idx="697">
                  <c:v>-523.19963861</c:v>
                </c:pt>
                <c:pt idx="698">
                  <c:v>-523.19963862</c:v>
                </c:pt>
                <c:pt idx="699">
                  <c:v>-501.0640109</c:v>
                </c:pt>
                <c:pt idx="700">
                  <c:v>-501.0640109</c:v>
                </c:pt>
                <c:pt idx="701">
                  <c:v>-479.13031507</c:v>
                </c:pt>
                <c:pt idx="702">
                  <c:v>-479.13031508</c:v>
                </c:pt>
                <c:pt idx="703">
                  <c:v>-457.39762153</c:v>
                </c:pt>
                <c:pt idx="704">
                  <c:v>-457.39762153</c:v>
                </c:pt>
                <c:pt idx="705">
                  <c:v>-435.86490813</c:v>
                </c:pt>
                <c:pt idx="706">
                  <c:v>-435.86490814</c:v>
                </c:pt>
                <c:pt idx="707">
                  <c:v>-414.53134064</c:v>
                </c:pt>
                <c:pt idx="708">
                  <c:v>-414.53134065</c:v>
                </c:pt>
                <c:pt idx="709">
                  <c:v>-393.39598017</c:v>
                </c:pt>
                <c:pt idx="710">
                  <c:v>-393.39598017</c:v>
                </c:pt>
                <c:pt idx="711">
                  <c:v>-372.4578358</c:v>
                </c:pt>
                <c:pt idx="712">
                  <c:v>-372.4578358</c:v>
                </c:pt>
                <c:pt idx="713">
                  <c:v>-351.71604175</c:v>
                </c:pt>
                <c:pt idx="714">
                  <c:v>-351.71604175</c:v>
                </c:pt>
                <c:pt idx="715">
                  <c:v>-331.16971066</c:v>
                </c:pt>
                <c:pt idx="716">
                  <c:v>-331.16971066</c:v>
                </c:pt>
                <c:pt idx="717">
                  <c:v>-310.81794103</c:v>
                </c:pt>
                <c:pt idx="718">
                  <c:v>-310.81794103</c:v>
                </c:pt>
                <c:pt idx="719">
                  <c:v>-290.65984095</c:v>
                </c:pt>
                <c:pt idx="720">
                  <c:v>-290.65984094</c:v>
                </c:pt>
                <c:pt idx="721">
                  <c:v>-270.69452778</c:v>
                </c:pt>
                <c:pt idx="722">
                  <c:v>-270.69452778</c:v>
                </c:pt>
                <c:pt idx="723">
                  <c:v>-250.92112871</c:v>
                </c:pt>
                <c:pt idx="724">
                  <c:v>-250.92112871</c:v>
                </c:pt>
                <c:pt idx="725">
                  <c:v>-231.33878043</c:v>
                </c:pt>
                <c:pt idx="726">
                  <c:v>-231.33878042</c:v>
                </c:pt>
                <c:pt idx="727">
                  <c:v>-211.94662933</c:v>
                </c:pt>
                <c:pt idx="728">
                  <c:v>-211.94662932</c:v>
                </c:pt>
                <c:pt idx="729">
                  <c:v>-192.74383117</c:v>
                </c:pt>
                <c:pt idx="730">
                  <c:v>-192.74383116</c:v>
                </c:pt>
                <c:pt idx="731">
                  <c:v>-173.72955174</c:v>
                </c:pt>
                <c:pt idx="732">
                  <c:v>-173.72955175</c:v>
                </c:pt>
                <c:pt idx="733">
                  <c:v>-154.90287406</c:v>
                </c:pt>
                <c:pt idx="734">
                  <c:v>-154.90287406</c:v>
                </c:pt>
                <c:pt idx="735">
                  <c:v>-136.26305957</c:v>
                </c:pt>
                <c:pt idx="736">
                  <c:v>-136.26305958</c:v>
                </c:pt>
                <c:pt idx="737">
                  <c:v>-117.80929165</c:v>
                </c:pt>
                <c:pt idx="738">
                  <c:v>-117.80929166</c:v>
                </c:pt>
                <c:pt idx="739">
                  <c:v>-99.54065719</c:v>
                </c:pt>
                <c:pt idx="740">
                  <c:v>-99.54065718</c:v>
                </c:pt>
                <c:pt idx="741">
                  <c:v>-81.45644179</c:v>
                </c:pt>
                <c:pt idx="742">
                  <c:v>-81.45644178000001</c:v>
                </c:pt>
                <c:pt idx="743">
                  <c:v>-63.55579225</c:v>
                </c:pt>
                <c:pt idx="744">
                  <c:v>-63.55579226</c:v>
                </c:pt>
                <c:pt idx="745">
                  <c:v>-45.83791686</c:v>
                </c:pt>
                <c:pt idx="746">
                  <c:v>-45.83791687</c:v>
                </c:pt>
                <c:pt idx="747">
                  <c:v>-28.30205575</c:v>
                </c:pt>
                <c:pt idx="748">
                  <c:v>-28.30205576</c:v>
                </c:pt>
                <c:pt idx="749">
                  <c:v>-10.94737686</c:v>
                </c:pt>
                <c:pt idx="750">
                  <c:v>-10.94737685</c:v>
                </c:pt>
                <c:pt idx="751">
                  <c:v>6.22685976</c:v>
                </c:pt>
                <c:pt idx="752">
                  <c:v>6.22685977</c:v>
                </c:pt>
                <c:pt idx="753">
                  <c:v>23.22147311</c:v>
                </c:pt>
                <c:pt idx="754">
                  <c:v>23.22147311</c:v>
                </c:pt>
                <c:pt idx="755">
                  <c:v>40.03721844</c:v>
                </c:pt>
                <c:pt idx="756">
                  <c:v>40.03721843</c:v>
                </c:pt>
                <c:pt idx="757">
                  <c:v>56.67486163</c:v>
                </c:pt>
                <c:pt idx="758">
                  <c:v>56.67486164</c:v>
                </c:pt>
                <c:pt idx="759">
                  <c:v>75.95365212</c:v>
                </c:pt>
                <c:pt idx="760">
                  <c:v>75.95365212999999</c:v>
                </c:pt>
                <c:pt idx="761">
                  <c:v>95.33319975000001</c:v>
                </c:pt>
                <c:pt idx="762">
                  <c:v>95.33319974</c:v>
                </c:pt>
                <c:pt idx="763">
                  <c:v>114.56396228</c:v>
                </c:pt>
                <c:pt idx="764">
                  <c:v>114.5639623</c:v>
                </c:pt>
                <c:pt idx="765">
                  <c:v>133.58414497</c:v>
                </c:pt>
                <c:pt idx="766">
                  <c:v>133.58414499</c:v>
                </c:pt>
                <c:pt idx="767">
                  <c:v>152.39461466</c:v>
                </c:pt>
                <c:pt idx="768">
                  <c:v>152.39461466</c:v>
                </c:pt>
                <c:pt idx="769">
                  <c:v>170.99626627</c:v>
                </c:pt>
                <c:pt idx="770">
                  <c:v>170.99626626</c:v>
                </c:pt>
                <c:pt idx="771">
                  <c:v>189.38997922</c:v>
                </c:pt>
                <c:pt idx="772">
                  <c:v>189.3899792</c:v>
                </c:pt>
                <c:pt idx="773">
                  <c:v>207.57664489</c:v>
                </c:pt>
                <c:pt idx="774">
                  <c:v>207.57664489</c:v>
                </c:pt>
                <c:pt idx="775">
                  <c:v>225.55711804</c:v>
                </c:pt>
                <c:pt idx="776">
                  <c:v>225.55711803</c:v>
                </c:pt>
                <c:pt idx="777">
                  <c:v>243.33229005</c:v>
                </c:pt>
                <c:pt idx="778">
                  <c:v>243.33229005</c:v>
                </c:pt>
                <c:pt idx="779">
                  <c:v>260.90300634</c:v>
                </c:pt>
                <c:pt idx="780">
                  <c:v>260.90300634</c:v>
                </c:pt>
                <c:pt idx="781">
                  <c:v>278.27012642</c:v>
                </c:pt>
                <c:pt idx="782">
                  <c:v>278.27012643</c:v>
                </c:pt>
                <c:pt idx="783">
                  <c:v>295.43453413</c:v>
                </c:pt>
                <c:pt idx="784">
                  <c:v>295.43453414</c:v>
                </c:pt>
                <c:pt idx="785">
                  <c:v>312.39704153</c:v>
                </c:pt>
                <c:pt idx="786">
                  <c:v>312.39704154</c:v>
                </c:pt>
                <c:pt idx="787">
                  <c:v>329.15852892</c:v>
                </c:pt>
                <c:pt idx="788">
                  <c:v>329.15852893</c:v>
                </c:pt>
                <c:pt idx="789">
                  <c:v>345.71983534</c:v>
                </c:pt>
                <c:pt idx="790">
                  <c:v>345.71983533</c:v>
                </c:pt>
                <c:pt idx="791">
                  <c:v>362.08178595</c:v>
                </c:pt>
                <c:pt idx="792">
                  <c:v>362.08178595</c:v>
                </c:pt>
                <c:pt idx="793">
                  <c:v>378.24523459</c:v>
                </c:pt>
                <c:pt idx="794">
                  <c:v>378.24523459</c:v>
                </c:pt>
                <c:pt idx="795">
                  <c:v>394.21100459</c:v>
                </c:pt>
                <c:pt idx="796">
                  <c:v>394.21100458</c:v>
                </c:pt>
                <c:pt idx="797">
                  <c:v>409.97994975</c:v>
                </c:pt>
                <c:pt idx="798">
                  <c:v>409.97994976</c:v>
                </c:pt>
                <c:pt idx="799">
                  <c:v>425.55289809</c:v>
                </c:pt>
                <c:pt idx="800">
                  <c:v>425.55289809</c:v>
                </c:pt>
                <c:pt idx="801">
                  <c:v>440.93067411</c:v>
                </c:pt>
                <c:pt idx="802">
                  <c:v>440.93067411</c:v>
                </c:pt>
                <c:pt idx="803">
                  <c:v>456.11412316</c:v>
                </c:pt>
                <c:pt idx="804">
                  <c:v>456.11412317</c:v>
                </c:pt>
                <c:pt idx="805">
                  <c:v>471.10407268</c:v>
                </c:pt>
                <c:pt idx="806">
                  <c:v>471.10407267</c:v>
                </c:pt>
                <c:pt idx="807">
                  <c:v>485.90137958</c:v>
                </c:pt>
                <c:pt idx="808">
                  <c:v>485.90137958</c:v>
                </c:pt>
                <c:pt idx="809">
                  <c:v>500.50687615</c:v>
                </c:pt>
                <c:pt idx="810">
                  <c:v>500.50687616</c:v>
                </c:pt>
                <c:pt idx="811">
                  <c:v>514.9214273699999</c:v>
                </c:pt>
                <c:pt idx="812">
                  <c:v>514.92142738</c:v>
                </c:pt>
                <c:pt idx="813">
                  <c:v>529.1458970899999</c:v>
                </c:pt>
                <c:pt idx="814">
                  <c:v>529.1458970800001</c:v>
                </c:pt>
                <c:pt idx="815">
                  <c:v>543.18117408</c:v>
                </c:pt>
                <c:pt idx="816">
                  <c:v>543.18117406</c:v>
                </c:pt>
                <c:pt idx="817">
                  <c:v>557.02815747</c:v>
                </c:pt>
                <c:pt idx="818">
                  <c:v>557.02815747</c:v>
                </c:pt>
                <c:pt idx="819">
                  <c:v>570.68779273</c:v>
                </c:pt>
                <c:pt idx="820">
                  <c:v>570.68779273</c:v>
                </c:pt>
                <c:pt idx="821">
                  <c:v>584.16105827</c:v>
                </c:pt>
                <c:pt idx="822">
                  <c:v>584.16105827</c:v>
                </c:pt>
                <c:pt idx="823">
                  <c:v>597.44900251</c:v>
                </c:pt>
                <c:pt idx="824">
                  <c:v>597.44900251</c:v>
                </c:pt>
                <c:pt idx="825">
                  <c:v>610.5527771</c:v>
                </c:pt>
                <c:pt idx="826">
                  <c:v>610.55277711</c:v>
                </c:pt>
                <c:pt idx="827">
                  <c:v>623.47371596</c:v>
                </c:pt>
                <c:pt idx="828">
                  <c:v>623.4737159699999</c:v>
                </c:pt>
                <c:pt idx="829">
                  <c:v>636.21356474</c:v>
                </c:pt>
                <c:pt idx="830">
                  <c:v>636.21356474</c:v>
                </c:pt>
                <c:pt idx="831">
                  <c:v>648.89648025</c:v>
                </c:pt>
                <c:pt idx="832">
                  <c:v>648.89648024</c:v>
                </c:pt>
                <c:pt idx="833">
                  <c:v>661.4039815899999</c:v>
                </c:pt>
                <c:pt idx="834">
                  <c:v>661.4039815899999</c:v>
                </c:pt>
                <c:pt idx="835">
                  <c:v>673.71286674</c:v>
                </c:pt>
                <c:pt idx="836">
                  <c:v>673.71286675</c:v>
                </c:pt>
                <c:pt idx="837">
                  <c:v>685.82370668</c:v>
                </c:pt>
                <c:pt idx="838">
                  <c:v>685.82370668</c:v>
                </c:pt>
                <c:pt idx="839">
                  <c:v>697.73706423</c:v>
                </c:pt>
                <c:pt idx="840">
                  <c:v>697.73706422</c:v>
                </c:pt>
                <c:pt idx="841">
                  <c:v>709.4534952499999</c:v>
                </c:pt>
                <c:pt idx="842">
                  <c:v>709.45349526</c:v>
                </c:pt>
                <c:pt idx="843">
                  <c:v>720.9735468</c:v>
                </c:pt>
                <c:pt idx="844">
                  <c:v>720.97354681</c:v>
                </c:pt>
                <c:pt idx="845">
                  <c:v>732.29775848</c:v>
                </c:pt>
                <c:pt idx="846">
                  <c:v>732.29775848</c:v>
                </c:pt>
                <c:pt idx="847">
                  <c:v>743.42666236</c:v>
                </c:pt>
                <c:pt idx="848">
                  <c:v>743.42666237</c:v>
                </c:pt>
                <c:pt idx="849">
                  <c:v>754.36078226</c:v>
                </c:pt>
                <c:pt idx="850">
                  <c:v>754.36078227</c:v>
                </c:pt>
                <c:pt idx="851">
                  <c:v>765.1006343400001</c:v>
                </c:pt>
                <c:pt idx="852">
                  <c:v>765.1006343400001</c:v>
                </c:pt>
                <c:pt idx="853">
                  <c:v>775.64672723</c:v>
                </c:pt>
                <c:pt idx="854">
                  <c:v>775.64672722</c:v>
                </c:pt>
                <c:pt idx="855">
                  <c:v>785.99956147</c:v>
                </c:pt>
                <c:pt idx="856">
                  <c:v>785.99956147</c:v>
                </c:pt>
                <c:pt idx="857">
                  <c:v>796.1596299399999</c:v>
                </c:pt>
                <c:pt idx="858">
                  <c:v>796.1596299399999</c:v>
                </c:pt>
                <c:pt idx="859">
                  <c:v>806.12741834</c:v>
                </c:pt>
                <c:pt idx="860">
                  <c:v>806.12741835</c:v>
                </c:pt>
                <c:pt idx="861">
                  <c:v>815.90340385</c:v>
                </c:pt>
                <c:pt idx="862">
                  <c:v>815.90340386</c:v>
                </c:pt>
                <c:pt idx="863">
                  <c:v>825.48805623</c:v>
                </c:pt>
                <c:pt idx="864">
                  <c:v>825.48805623</c:v>
                </c:pt>
                <c:pt idx="865">
                  <c:v>834.88183764</c:v>
                </c:pt>
                <c:pt idx="866">
                  <c:v>834.8818376299999</c:v>
                </c:pt>
                <c:pt idx="867">
                  <c:v>844.08520241</c:v>
                </c:pt>
                <c:pt idx="868">
                  <c:v>844.08520241</c:v>
                </c:pt>
                <c:pt idx="869">
                  <c:v>853.09859699</c:v>
                </c:pt>
                <c:pt idx="870">
                  <c:v>853.098597</c:v>
                </c:pt>
                <c:pt idx="871">
                  <c:v>861.92246068</c:v>
                </c:pt>
                <c:pt idx="872">
                  <c:v>861.92246068</c:v>
                </c:pt>
                <c:pt idx="873">
                  <c:v>870.55722475</c:v>
                </c:pt>
                <c:pt idx="874">
                  <c:v>870.5572247600001</c:v>
                </c:pt>
                <c:pt idx="875">
                  <c:v>879.00331276</c:v>
                </c:pt>
                <c:pt idx="876">
                  <c:v>879.00331279</c:v>
                </c:pt>
                <c:pt idx="877">
                  <c:v>887.26114029</c:v>
                </c:pt>
                <c:pt idx="878">
                  <c:v>887.2611402799999</c:v>
                </c:pt>
                <c:pt idx="879">
                  <c:v>895.3311161</c:v>
                </c:pt>
                <c:pt idx="880">
                  <c:v>895.3311161</c:v>
                </c:pt>
                <c:pt idx="881">
                  <c:v>903.21364066</c:v>
                </c:pt>
                <c:pt idx="882">
                  <c:v>903.21364065</c:v>
                </c:pt>
                <c:pt idx="883">
                  <c:v>910.90910646</c:v>
                </c:pt>
                <c:pt idx="884">
                  <c:v>910.90910646</c:v>
                </c:pt>
                <c:pt idx="885">
                  <c:v>918.41789882</c:v>
                </c:pt>
                <c:pt idx="886">
                  <c:v>918.41789883</c:v>
                </c:pt>
                <c:pt idx="887">
                  <c:v>925.7403953</c:v>
                </c:pt>
                <c:pt idx="888">
                  <c:v>925.74039529</c:v>
                </c:pt>
                <c:pt idx="889">
                  <c:v>932.87696583</c:v>
                </c:pt>
                <c:pt idx="890">
                  <c:v>932.87696582</c:v>
                </c:pt>
                <c:pt idx="891">
                  <c:v>939.82797223</c:v>
                </c:pt>
                <c:pt idx="892">
                  <c:v>939.82797223</c:v>
                </c:pt>
                <c:pt idx="893">
                  <c:v>946.59376897</c:v>
                </c:pt>
                <c:pt idx="894">
                  <c:v>946.59376896</c:v>
                </c:pt>
                <c:pt idx="895">
                  <c:v>953.17470285</c:v>
                </c:pt>
                <c:pt idx="896">
                  <c:v>953.17470286</c:v>
                </c:pt>
                <c:pt idx="897">
                  <c:v>959.57111246</c:v>
                </c:pt>
                <c:pt idx="898">
                  <c:v>959.57111246</c:v>
                </c:pt>
                <c:pt idx="899">
                  <c:v>965.78332913</c:v>
                </c:pt>
                <c:pt idx="900">
                  <c:v>965.78332913</c:v>
                </c:pt>
                <c:pt idx="901">
                  <c:v>971.81167626</c:v>
                </c:pt>
                <c:pt idx="902">
                  <c:v>971.81167626</c:v>
                </c:pt>
                <c:pt idx="903">
                  <c:v>977.65646926</c:v>
                </c:pt>
                <c:pt idx="904">
                  <c:v>977.65646926</c:v>
                </c:pt>
                <c:pt idx="905">
                  <c:v>983.31801623</c:v>
                </c:pt>
                <c:pt idx="906">
                  <c:v>983.31801624</c:v>
                </c:pt>
                <c:pt idx="907">
                  <c:v>988.7966168200001</c:v>
                </c:pt>
                <c:pt idx="908">
                  <c:v>988.7966168200001</c:v>
                </c:pt>
                <c:pt idx="909">
                  <c:v>994.09256343</c:v>
                </c:pt>
                <c:pt idx="910">
                  <c:v>994.09256342</c:v>
                </c:pt>
                <c:pt idx="911">
                  <c:v>999.20614</c:v>
                </c:pt>
                <c:pt idx="912">
                  <c:v>999.20613999</c:v>
                </c:pt>
                <c:pt idx="913">
                  <c:v>1004.13762315</c:v>
                </c:pt>
                <c:pt idx="914">
                  <c:v>1004.13762314</c:v>
                </c:pt>
                <c:pt idx="915">
                  <c:v>1008.887281</c:v>
                </c:pt>
                <c:pt idx="916">
                  <c:v>1008.887281</c:v>
                </c:pt>
                <c:pt idx="917">
                  <c:v>1013.45537421</c:v>
                </c:pt>
                <c:pt idx="918">
                  <c:v>1013.45537422</c:v>
                </c:pt>
                <c:pt idx="919">
                  <c:v>1017.84215494</c:v>
                </c:pt>
                <c:pt idx="920">
                  <c:v>1017.84215494</c:v>
                </c:pt>
                <c:pt idx="921">
                  <c:v>1022.04786793</c:v>
                </c:pt>
                <c:pt idx="922">
                  <c:v>1022.04786792</c:v>
                </c:pt>
                <c:pt idx="923">
                  <c:v>1026.07274864</c:v>
                </c:pt>
                <c:pt idx="924">
                  <c:v>1026.07274864</c:v>
                </c:pt>
                <c:pt idx="925">
                  <c:v>1029.91702638</c:v>
                </c:pt>
                <c:pt idx="926">
                  <c:v>1029.91702638</c:v>
                </c:pt>
                <c:pt idx="927">
                  <c:v>1033.58091946</c:v>
                </c:pt>
                <c:pt idx="928">
                  <c:v>1033.58091946</c:v>
                </c:pt>
                <c:pt idx="929">
                  <c:v>1037.06464049</c:v>
                </c:pt>
                <c:pt idx="930">
                  <c:v>1037.06464049</c:v>
                </c:pt>
                <c:pt idx="931">
                  <c:v>1040.36839281</c:v>
                </c:pt>
                <c:pt idx="932">
                  <c:v>1040.36839281</c:v>
                </c:pt>
                <c:pt idx="933">
                  <c:v>1043.49237058</c:v>
                </c:pt>
                <c:pt idx="934">
                  <c:v>1043.49237058</c:v>
                </c:pt>
                <c:pt idx="935">
                  <c:v>1046.43676088</c:v>
                </c:pt>
                <c:pt idx="936">
                  <c:v>1046.43676088</c:v>
                </c:pt>
                <c:pt idx="937">
                  <c:v>1049.20174089</c:v>
                </c:pt>
                <c:pt idx="938">
                  <c:v>1049.20174089</c:v>
                </c:pt>
                <c:pt idx="939">
                  <c:v>1051.78748037</c:v>
                </c:pt>
                <c:pt idx="940">
                  <c:v>1051.78748037</c:v>
                </c:pt>
                <c:pt idx="941">
                  <c:v>1054.19413928</c:v>
                </c:pt>
                <c:pt idx="942">
                  <c:v>1054.19413928</c:v>
                </c:pt>
                <c:pt idx="943">
                  <c:v>1056.42186924</c:v>
                </c:pt>
                <c:pt idx="944">
                  <c:v>1056.42186925</c:v>
                </c:pt>
                <c:pt idx="945">
                  <c:v>1058.4708132</c:v>
                </c:pt>
                <c:pt idx="946">
                  <c:v>1058.47081319</c:v>
                </c:pt>
                <c:pt idx="947">
                  <c:v>1060.34110358</c:v>
                </c:pt>
                <c:pt idx="948">
                  <c:v>1060.34110357</c:v>
                </c:pt>
                <c:pt idx="949">
                  <c:v>1062.0328655</c:v>
                </c:pt>
                <c:pt idx="950">
                  <c:v>1062.03286551</c:v>
                </c:pt>
                <c:pt idx="951">
                  <c:v>1063.54621283</c:v>
                </c:pt>
                <c:pt idx="952">
                  <c:v>1063.54621283</c:v>
                </c:pt>
                <c:pt idx="953">
                  <c:v>1064.8812507</c:v>
                </c:pt>
                <c:pt idx="954">
                  <c:v>1064.88125069</c:v>
                </c:pt>
                <c:pt idx="955">
                  <c:v>1066.03807421</c:v>
                </c:pt>
                <c:pt idx="956">
                  <c:v>1066.03807423</c:v>
                </c:pt>
                <c:pt idx="957">
                  <c:v>1067.01676808</c:v>
                </c:pt>
                <c:pt idx="958">
                  <c:v>1067.01676808</c:v>
                </c:pt>
                <c:pt idx="959">
                  <c:v>1067.81740682</c:v>
                </c:pt>
                <c:pt idx="960">
                  <c:v>1067.81740683</c:v>
                </c:pt>
                <c:pt idx="961">
                  <c:v>1068.44005355</c:v>
                </c:pt>
                <c:pt idx="962">
                  <c:v>1068.44005355</c:v>
                </c:pt>
                <c:pt idx="963">
                  <c:v>1068.88475979</c:v>
                </c:pt>
                <c:pt idx="964">
                  <c:v>1068.88475978</c:v>
                </c:pt>
                <c:pt idx="965">
                  <c:v>1069.15156597</c:v>
                </c:pt>
                <c:pt idx="966">
                  <c:v>1069.15156597</c:v>
                </c:pt>
                <c:pt idx="967">
                  <c:v>1069.24049778</c:v>
                </c:pt>
                <c:pt idx="968">
                  <c:v>1069.24049777</c:v>
                </c:pt>
                <c:pt idx="969">
                  <c:v>1069.15156604</c:v>
                </c:pt>
                <c:pt idx="970">
                  <c:v>1069.15156604</c:v>
                </c:pt>
                <c:pt idx="971">
                  <c:v>1068.88475962</c:v>
                </c:pt>
                <c:pt idx="972">
                  <c:v>1068.88475961</c:v>
                </c:pt>
                <c:pt idx="973">
                  <c:v>1068.44005321</c:v>
                </c:pt>
                <c:pt idx="974">
                  <c:v>1068.44005321</c:v>
                </c:pt>
                <c:pt idx="975">
                  <c:v>1067.81740647</c:v>
                </c:pt>
                <c:pt idx="976">
                  <c:v>1067.81740647</c:v>
                </c:pt>
                <c:pt idx="977">
                  <c:v>1067.01676774</c:v>
                </c:pt>
                <c:pt idx="978">
                  <c:v>1067.01676774</c:v>
                </c:pt>
                <c:pt idx="979">
                  <c:v>1066.03807368</c:v>
                </c:pt>
                <c:pt idx="980">
                  <c:v>1066.03807367</c:v>
                </c:pt>
                <c:pt idx="981">
                  <c:v>1064.88125039</c:v>
                </c:pt>
                <c:pt idx="982">
                  <c:v>1064.88125039</c:v>
                </c:pt>
                <c:pt idx="983">
                  <c:v>1063.54621194</c:v>
                </c:pt>
                <c:pt idx="984">
                  <c:v>1063.54621195</c:v>
                </c:pt>
                <c:pt idx="985">
                  <c:v>1062.03286453</c:v>
                </c:pt>
                <c:pt idx="986">
                  <c:v>1062.03286453</c:v>
                </c:pt>
                <c:pt idx="987">
                  <c:v>1060.34110257</c:v>
                </c:pt>
                <c:pt idx="988">
                  <c:v>1060.34110256</c:v>
                </c:pt>
                <c:pt idx="989">
                  <c:v>1058.47081154</c:v>
                </c:pt>
                <c:pt idx="990">
                  <c:v>1058.47081153</c:v>
                </c:pt>
                <c:pt idx="991">
                  <c:v>1056.42186752</c:v>
                </c:pt>
                <c:pt idx="992">
                  <c:v>1056.42186751</c:v>
                </c:pt>
                <c:pt idx="993">
                  <c:v>1054.19413737</c:v>
                </c:pt>
                <c:pt idx="994">
                  <c:v>1054.19413736</c:v>
                </c:pt>
                <c:pt idx="995">
                  <c:v>1051.78747841</c:v>
                </c:pt>
                <c:pt idx="996">
                  <c:v>1051.78747842</c:v>
                </c:pt>
                <c:pt idx="997">
                  <c:v>1049.20173876</c:v>
                </c:pt>
                <c:pt idx="998">
                  <c:v>1049.20173876</c:v>
                </c:pt>
                <c:pt idx="999">
                  <c:v>1046.43675816</c:v>
                </c:pt>
                <c:pt idx="1000">
                  <c:v>1046.43675816</c:v>
                </c:pt>
                <c:pt idx="1001">
                  <c:v>1043.49236787</c:v>
                </c:pt>
                <c:pt idx="1002">
                  <c:v>1043.49236787</c:v>
                </c:pt>
                <c:pt idx="1003">
                  <c:v>1040.36838966</c:v>
                </c:pt>
                <c:pt idx="1004">
                  <c:v>1040.36838965</c:v>
                </c:pt>
                <c:pt idx="1005">
                  <c:v>1037.06463747</c:v>
                </c:pt>
                <c:pt idx="1006">
                  <c:v>1037.06463747</c:v>
                </c:pt>
                <c:pt idx="1007">
                  <c:v>1033.58091615</c:v>
                </c:pt>
                <c:pt idx="1008">
                  <c:v>1033.58091615</c:v>
                </c:pt>
                <c:pt idx="1009">
                  <c:v>1029.91702235</c:v>
                </c:pt>
                <c:pt idx="1010">
                  <c:v>1029.91702235</c:v>
                </c:pt>
                <c:pt idx="1011">
                  <c:v>1026.07274483</c:v>
                </c:pt>
                <c:pt idx="1012">
                  <c:v>1026.07274483</c:v>
                </c:pt>
                <c:pt idx="1013">
                  <c:v>1022.04786371</c:v>
                </c:pt>
                <c:pt idx="1014">
                  <c:v>1022.0478637</c:v>
                </c:pt>
                <c:pt idx="1015">
                  <c:v>1017.84215047</c:v>
                </c:pt>
                <c:pt idx="1016">
                  <c:v>1017.84215046</c:v>
                </c:pt>
                <c:pt idx="1017">
                  <c:v>1013.45536959</c:v>
                </c:pt>
                <c:pt idx="1018">
                  <c:v>1013.45536959</c:v>
                </c:pt>
                <c:pt idx="1019">
                  <c:v>1008.88727605</c:v>
                </c:pt>
                <c:pt idx="1020">
                  <c:v>1008.88727605</c:v>
                </c:pt>
                <c:pt idx="1021">
                  <c:v>1004.13761779</c:v>
                </c:pt>
                <c:pt idx="1022">
                  <c:v>1004.13761778</c:v>
                </c:pt>
                <c:pt idx="1023">
                  <c:v>999.2061343300001</c:v>
                </c:pt>
                <c:pt idx="1024">
                  <c:v>999.2061343399999</c:v>
                </c:pt>
                <c:pt idx="1025">
                  <c:v>994.09255736</c:v>
                </c:pt>
                <c:pt idx="1026">
                  <c:v>994.09255736</c:v>
                </c:pt>
                <c:pt idx="1027">
                  <c:v>988.79661043</c:v>
                </c:pt>
                <c:pt idx="1028">
                  <c:v>988.79661044</c:v>
                </c:pt>
                <c:pt idx="1029">
                  <c:v>983.3180095</c:v>
                </c:pt>
                <c:pt idx="1030">
                  <c:v>983.3180095</c:v>
                </c:pt>
                <c:pt idx="1031">
                  <c:v>977.65646235</c:v>
                </c:pt>
                <c:pt idx="1032">
                  <c:v>977.65646235</c:v>
                </c:pt>
                <c:pt idx="1033">
                  <c:v>971.81166891</c:v>
                </c:pt>
                <c:pt idx="1034">
                  <c:v>971.81166891</c:v>
                </c:pt>
                <c:pt idx="1035">
                  <c:v>965.78332162</c:v>
                </c:pt>
                <c:pt idx="1036">
                  <c:v>965.78332162</c:v>
                </c:pt>
                <c:pt idx="1037">
                  <c:v>959.57110455</c:v>
                </c:pt>
                <c:pt idx="1038">
                  <c:v>959.57110454</c:v>
                </c:pt>
                <c:pt idx="1039">
                  <c:v>953.17469492</c:v>
                </c:pt>
                <c:pt idx="1040">
                  <c:v>953.17469491</c:v>
                </c:pt>
                <c:pt idx="1041">
                  <c:v>946.59376056</c:v>
                </c:pt>
                <c:pt idx="1042">
                  <c:v>946.59376058</c:v>
                </c:pt>
                <c:pt idx="1043">
                  <c:v>939.8279638400001</c:v>
                </c:pt>
                <c:pt idx="1044">
                  <c:v>939.8279638400001</c:v>
                </c:pt>
                <c:pt idx="1045">
                  <c:v>932.8769571300001</c:v>
                </c:pt>
                <c:pt idx="1046">
                  <c:v>932.8769571399999</c:v>
                </c:pt>
                <c:pt idx="1047">
                  <c:v>925.7403861499999</c:v>
                </c:pt>
                <c:pt idx="1048">
                  <c:v>925.7403861499999</c:v>
                </c:pt>
                <c:pt idx="1049">
                  <c:v>918.41788956</c:v>
                </c:pt>
                <c:pt idx="1050">
                  <c:v>918.41788956</c:v>
                </c:pt>
                <c:pt idx="1051">
                  <c:v>910.90909721</c:v>
                </c:pt>
                <c:pt idx="1052">
                  <c:v>910.9090972</c:v>
                </c:pt>
                <c:pt idx="1053">
                  <c:v>903.21363087</c:v>
                </c:pt>
                <c:pt idx="1054">
                  <c:v>903.21363086</c:v>
                </c:pt>
                <c:pt idx="1055">
                  <c:v>895.33110637</c:v>
                </c:pt>
                <c:pt idx="1056">
                  <c:v>895.33110637</c:v>
                </c:pt>
                <c:pt idx="1057">
                  <c:v>887.26113037</c:v>
                </c:pt>
                <c:pt idx="1058">
                  <c:v>887.26113036</c:v>
                </c:pt>
                <c:pt idx="1059">
                  <c:v>879.00330232</c:v>
                </c:pt>
                <c:pt idx="1060">
                  <c:v>879.00330232</c:v>
                </c:pt>
                <c:pt idx="1061">
                  <c:v>870.55721442</c:v>
                </c:pt>
                <c:pt idx="1062">
                  <c:v>870.55721442</c:v>
                </c:pt>
                <c:pt idx="1063">
                  <c:v>861.92245014</c:v>
                </c:pt>
                <c:pt idx="1064">
                  <c:v>861.92245015</c:v>
                </c:pt>
                <c:pt idx="1065">
                  <c:v>853.09858621</c:v>
                </c:pt>
                <c:pt idx="1066">
                  <c:v>853.09858621</c:v>
                </c:pt>
                <c:pt idx="1067">
                  <c:v>844.08519118</c:v>
                </c:pt>
                <c:pt idx="1068">
                  <c:v>844.08519118</c:v>
                </c:pt>
                <c:pt idx="1069">
                  <c:v>834.88182629</c:v>
                </c:pt>
                <c:pt idx="1070">
                  <c:v>834.88182629</c:v>
                </c:pt>
                <c:pt idx="1071">
                  <c:v>825.4880447199999</c:v>
                </c:pt>
                <c:pt idx="1072">
                  <c:v>825.4880447100001</c:v>
                </c:pt>
                <c:pt idx="1073">
                  <c:v>815.90339216</c:v>
                </c:pt>
                <c:pt idx="1074">
                  <c:v>815.90339216</c:v>
                </c:pt>
                <c:pt idx="1075">
                  <c:v>806.12740679</c:v>
                </c:pt>
                <c:pt idx="1076">
                  <c:v>806.12740679</c:v>
                </c:pt>
                <c:pt idx="1077">
                  <c:v>796.1596181800001</c:v>
                </c:pt>
                <c:pt idx="1078">
                  <c:v>796.1596181899999</c:v>
                </c:pt>
                <c:pt idx="1079">
                  <c:v>785.99954901</c:v>
                </c:pt>
                <c:pt idx="1080">
                  <c:v>785.99954901</c:v>
                </c:pt>
                <c:pt idx="1081">
                  <c:v>775.64671449</c:v>
                </c:pt>
                <c:pt idx="1082">
                  <c:v>775.64671449</c:v>
                </c:pt>
                <c:pt idx="1083">
                  <c:v>765.10062151</c:v>
                </c:pt>
                <c:pt idx="1084">
                  <c:v>765.1006215</c:v>
                </c:pt>
                <c:pt idx="1085">
                  <c:v>754.36076923</c:v>
                </c:pt>
                <c:pt idx="1086">
                  <c:v>754.36076923</c:v>
                </c:pt>
                <c:pt idx="1087">
                  <c:v>743.4266492199999</c:v>
                </c:pt>
                <c:pt idx="1088">
                  <c:v>743.4266492100001</c:v>
                </c:pt>
                <c:pt idx="1089">
                  <c:v>732.2977451199999</c:v>
                </c:pt>
                <c:pt idx="1090">
                  <c:v>732.2977451199999</c:v>
                </c:pt>
                <c:pt idx="1091">
                  <c:v>720.97353317</c:v>
                </c:pt>
                <c:pt idx="1092">
                  <c:v>720.97353318</c:v>
                </c:pt>
                <c:pt idx="1093">
                  <c:v>709.45348151</c:v>
                </c:pt>
                <c:pt idx="1094">
                  <c:v>709.45348152</c:v>
                </c:pt>
                <c:pt idx="1095">
                  <c:v>697.73705054</c:v>
                </c:pt>
                <c:pt idx="1096">
                  <c:v>697.73705054</c:v>
                </c:pt>
                <c:pt idx="1097">
                  <c:v>685.8236924300001</c:v>
                </c:pt>
                <c:pt idx="1098">
                  <c:v>685.8236924399999</c:v>
                </c:pt>
                <c:pt idx="1099">
                  <c:v>673.71285243</c:v>
                </c:pt>
                <c:pt idx="1100">
                  <c:v>673.71285243</c:v>
                </c:pt>
                <c:pt idx="1101">
                  <c:v>661.40396722</c:v>
                </c:pt>
                <c:pt idx="1102">
                  <c:v>661.40396721</c:v>
                </c:pt>
                <c:pt idx="1103">
                  <c:v>648.89646571</c:v>
                </c:pt>
                <c:pt idx="1104">
                  <c:v>648.8964657</c:v>
                </c:pt>
                <c:pt idx="1105">
                  <c:v>636.2135501</c:v>
                </c:pt>
                <c:pt idx="1106">
                  <c:v>636.21355011</c:v>
                </c:pt>
                <c:pt idx="1107">
                  <c:v>623.47370124</c:v>
                </c:pt>
                <c:pt idx="1108">
                  <c:v>623.47370125</c:v>
                </c:pt>
                <c:pt idx="1109">
                  <c:v>610.55276255</c:v>
                </c:pt>
                <c:pt idx="1110">
                  <c:v>610.55276255</c:v>
                </c:pt>
                <c:pt idx="1111">
                  <c:v>597.44898764</c:v>
                </c:pt>
                <c:pt idx="1112">
                  <c:v>597.44898763</c:v>
                </c:pt>
                <c:pt idx="1113">
                  <c:v>584.16104316</c:v>
                </c:pt>
                <c:pt idx="1114">
                  <c:v>584.16104315</c:v>
                </c:pt>
                <c:pt idx="1115">
                  <c:v>570.68777779</c:v>
                </c:pt>
                <c:pt idx="1116">
                  <c:v>570.68777779</c:v>
                </c:pt>
                <c:pt idx="1117">
                  <c:v>557.02814275</c:v>
                </c:pt>
                <c:pt idx="1118">
                  <c:v>557.02814275</c:v>
                </c:pt>
                <c:pt idx="1119">
                  <c:v>543.18115929</c:v>
                </c:pt>
                <c:pt idx="1120">
                  <c:v>543.18115929</c:v>
                </c:pt>
                <c:pt idx="1121">
                  <c:v>529.14588229</c:v>
                </c:pt>
                <c:pt idx="1122">
                  <c:v>529.1458823</c:v>
                </c:pt>
                <c:pt idx="1123">
                  <c:v>514.92141235</c:v>
                </c:pt>
                <c:pt idx="1124">
                  <c:v>514.92141236</c:v>
                </c:pt>
                <c:pt idx="1125">
                  <c:v>500.50686124</c:v>
                </c:pt>
                <c:pt idx="1126">
                  <c:v>500.50686123</c:v>
                </c:pt>
                <c:pt idx="1127">
                  <c:v>485.90136496</c:v>
                </c:pt>
                <c:pt idx="1128">
                  <c:v>485.90136496</c:v>
                </c:pt>
                <c:pt idx="1129">
                  <c:v>471.10405781</c:v>
                </c:pt>
                <c:pt idx="1130">
                  <c:v>471.10405782</c:v>
                </c:pt>
                <c:pt idx="1131">
                  <c:v>456.11410851</c:v>
                </c:pt>
                <c:pt idx="1132">
                  <c:v>456.11410849</c:v>
                </c:pt>
                <c:pt idx="1133">
                  <c:v>440.93065927</c:v>
                </c:pt>
                <c:pt idx="1134">
                  <c:v>440.93065927</c:v>
                </c:pt>
                <c:pt idx="1135">
                  <c:v>425.55288354</c:v>
                </c:pt>
                <c:pt idx="1136">
                  <c:v>425.55288354</c:v>
                </c:pt>
                <c:pt idx="1137">
                  <c:v>409.97993517</c:v>
                </c:pt>
                <c:pt idx="1138">
                  <c:v>409.97993518</c:v>
                </c:pt>
                <c:pt idx="1139">
                  <c:v>394.21099008</c:v>
                </c:pt>
                <c:pt idx="1140">
                  <c:v>394.21099009</c:v>
                </c:pt>
                <c:pt idx="1141">
                  <c:v>378.24522022</c:v>
                </c:pt>
                <c:pt idx="1142">
                  <c:v>378.24522021</c:v>
                </c:pt>
                <c:pt idx="1143">
                  <c:v>362.08177155</c:v>
                </c:pt>
                <c:pt idx="1144">
                  <c:v>362.08177154</c:v>
                </c:pt>
                <c:pt idx="1145">
                  <c:v>345.71982081</c:v>
                </c:pt>
                <c:pt idx="1146">
                  <c:v>345.71982081</c:v>
                </c:pt>
                <c:pt idx="1147">
                  <c:v>329.15851458</c:v>
                </c:pt>
                <c:pt idx="1148">
                  <c:v>329.15851457</c:v>
                </c:pt>
                <c:pt idx="1149">
                  <c:v>312.39702735</c:v>
                </c:pt>
                <c:pt idx="1150">
                  <c:v>312.39702735</c:v>
                </c:pt>
                <c:pt idx="1151">
                  <c:v>295.43451985</c:v>
                </c:pt>
                <c:pt idx="1152">
                  <c:v>295.43451985</c:v>
                </c:pt>
                <c:pt idx="1153">
                  <c:v>278.27011244</c:v>
                </c:pt>
                <c:pt idx="1154">
                  <c:v>278.27011243</c:v>
                </c:pt>
                <c:pt idx="1155">
                  <c:v>260.90299258</c:v>
                </c:pt>
                <c:pt idx="1156">
                  <c:v>260.90299257</c:v>
                </c:pt>
                <c:pt idx="1157">
                  <c:v>243.33227611</c:v>
                </c:pt>
                <c:pt idx="1158">
                  <c:v>243.33227611</c:v>
                </c:pt>
                <c:pt idx="1159">
                  <c:v>225.55710433</c:v>
                </c:pt>
                <c:pt idx="1160">
                  <c:v>225.55710432</c:v>
                </c:pt>
                <c:pt idx="1161">
                  <c:v>207.57663104</c:v>
                </c:pt>
                <c:pt idx="1162">
                  <c:v>207.57663105</c:v>
                </c:pt>
                <c:pt idx="1163">
                  <c:v>189.38996562</c:v>
                </c:pt>
                <c:pt idx="1164">
                  <c:v>189.3899656</c:v>
                </c:pt>
                <c:pt idx="1165">
                  <c:v>170.99625272</c:v>
                </c:pt>
                <c:pt idx="1166">
                  <c:v>170.99625272</c:v>
                </c:pt>
                <c:pt idx="1167">
                  <c:v>152.39460129</c:v>
                </c:pt>
                <c:pt idx="1168">
                  <c:v>152.3946013</c:v>
                </c:pt>
                <c:pt idx="1169">
                  <c:v>133.58413174</c:v>
                </c:pt>
                <c:pt idx="1170">
                  <c:v>133.58413175</c:v>
                </c:pt>
                <c:pt idx="1171">
                  <c:v>114.56394916</c:v>
                </c:pt>
                <c:pt idx="1172">
                  <c:v>114.56394917</c:v>
                </c:pt>
                <c:pt idx="1173">
                  <c:v>95.3331866</c:v>
                </c:pt>
                <c:pt idx="1174">
                  <c:v>95.3331866</c:v>
                </c:pt>
                <c:pt idx="1175">
                  <c:v>75.95363933</c:v>
                </c:pt>
                <c:pt idx="1176">
                  <c:v>75.95363933</c:v>
                </c:pt>
                <c:pt idx="1177">
                  <c:v>56.67485087</c:v>
                </c:pt>
                <c:pt idx="1178">
                  <c:v>56.67485086</c:v>
                </c:pt>
                <c:pt idx="1179">
                  <c:v>40.03720783</c:v>
                </c:pt>
                <c:pt idx="1180">
                  <c:v>40.03720784</c:v>
                </c:pt>
                <c:pt idx="1181">
                  <c:v>23.2214625</c:v>
                </c:pt>
                <c:pt idx="1182">
                  <c:v>23.2214625</c:v>
                </c:pt>
                <c:pt idx="1183">
                  <c:v>6.2268491</c:v>
                </c:pt>
                <c:pt idx="1184">
                  <c:v>6.22684909</c:v>
                </c:pt>
                <c:pt idx="1185">
                  <c:v>-10.9473873</c:v>
                </c:pt>
                <c:pt idx="1186">
                  <c:v>-10.9473873</c:v>
                </c:pt>
                <c:pt idx="1187">
                  <c:v>-28.30206625</c:v>
                </c:pt>
                <c:pt idx="1188">
                  <c:v>-28.30206625</c:v>
                </c:pt>
                <c:pt idx="1189">
                  <c:v>-45.8379274</c:v>
                </c:pt>
                <c:pt idx="1190">
                  <c:v>-45.83792741</c:v>
                </c:pt>
                <c:pt idx="1191">
                  <c:v>-63.5558027</c:v>
                </c:pt>
                <c:pt idx="1192">
                  <c:v>-63.5558027</c:v>
                </c:pt>
                <c:pt idx="1193">
                  <c:v>-81.45645243</c:v>
                </c:pt>
                <c:pt idx="1194">
                  <c:v>-81.45645243</c:v>
                </c:pt>
                <c:pt idx="1195">
                  <c:v>-99.54066754999999</c:v>
                </c:pt>
                <c:pt idx="1196">
                  <c:v>-99.54066754999999</c:v>
                </c:pt>
                <c:pt idx="1197">
                  <c:v>-117.80930211</c:v>
                </c:pt>
                <c:pt idx="1198">
                  <c:v>-117.80930212</c:v>
                </c:pt>
                <c:pt idx="1199">
                  <c:v>-136.2630699</c:v>
                </c:pt>
                <c:pt idx="1200">
                  <c:v>-136.2630699</c:v>
                </c:pt>
                <c:pt idx="1201">
                  <c:v>-154.90288445</c:v>
                </c:pt>
                <c:pt idx="1202">
                  <c:v>-154.90288445</c:v>
                </c:pt>
                <c:pt idx="1203">
                  <c:v>-173.72956202</c:v>
                </c:pt>
                <c:pt idx="1204">
                  <c:v>-173.72956201</c:v>
                </c:pt>
                <c:pt idx="1205">
                  <c:v>-192.74384128</c:v>
                </c:pt>
                <c:pt idx="1206">
                  <c:v>-192.74384128</c:v>
                </c:pt>
                <c:pt idx="1207">
                  <c:v>-211.94663925</c:v>
                </c:pt>
                <c:pt idx="1208">
                  <c:v>-211.94663925</c:v>
                </c:pt>
                <c:pt idx="1209">
                  <c:v>-231.33879044</c:v>
                </c:pt>
                <c:pt idx="1210">
                  <c:v>-231.33879043</c:v>
                </c:pt>
                <c:pt idx="1211">
                  <c:v>-250.92113865</c:v>
                </c:pt>
                <c:pt idx="1212">
                  <c:v>-250.92113866</c:v>
                </c:pt>
                <c:pt idx="1213">
                  <c:v>-270.69453762</c:v>
                </c:pt>
                <c:pt idx="1214">
                  <c:v>-270.69453762</c:v>
                </c:pt>
                <c:pt idx="1215">
                  <c:v>-290.65985067</c:v>
                </c:pt>
                <c:pt idx="1216">
                  <c:v>-290.65985067</c:v>
                </c:pt>
                <c:pt idx="1217">
                  <c:v>-310.81795073</c:v>
                </c:pt>
                <c:pt idx="1218">
                  <c:v>-310.81795072</c:v>
                </c:pt>
                <c:pt idx="1219">
                  <c:v>-331.16972028</c:v>
                </c:pt>
                <c:pt idx="1220">
                  <c:v>-331.16972027</c:v>
                </c:pt>
                <c:pt idx="1221">
                  <c:v>-351.71605136</c:v>
                </c:pt>
                <c:pt idx="1222">
                  <c:v>-351.71605136</c:v>
                </c:pt>
                <c:pt idx="1223">
                  <c:v>-372.45784539</c:v>
                </c:pt>
                <c:pt idx="1224">
                  <c:v>-372.45784539</c:v>
                </c:pt>
                <c:pt idx="1225">
                  <c:v>-393.39598955</c:v>
                </c:pt>
                <c:pt idx="1226">
                  <c:v>-393.39598956</c:v>
                </c:pt>
                <c:pt idx="1227">
                  <c:v>-414.53135012</c:v>
                </c:pt>
                <c:pt idx="1228">
                  <c:v>-414.53135011</c:v>
                </c:pt>
                <c:pt idx="1229">
                  <c:v>-435.86491759</c:v>
                </c:pt>
                <c:pt idx="1230">
                  <c:v>-435.86491759</c:v>
                </c:pt>
                <c:pt idx="1231">
                  <c:v>-457.39763101</c:v>
                </c:pt>
                <c:pt idx="1232">
                  <c:v>-457.397631</c:v>
                </c:pt>
                <c:pt idx="1233">
                  <c:v>-479.13032455</c:v>
                </c:pt>
                <c:pt idx="1234">
                  <c:v>-479.13032455</c:v>
                </c:pt>
                <c:pt idx="1235">
                  <c:v>-501.06402022</c:v>
                </c:pt>
                <c:pt idx="1236">
                  <c:v>-501.06402023</c:v>
                </c:pt>
                <c:pt idx="1237">
                  <c:v>-523.19964801</c:v>
                </c:pt>
                <c:pt idx="1238">
                  <c:v>-523.19964801</c:v>
                </c:pt>
                <c:pt idx="1239">
                  <c:v>-545.53814132</c:v>
                </c:pt>
                <c:pt idx="1240">
                  <c:v>-545.53814131</c:v>
                </c:pt>
                <c:pt idx="1241">
                  <c:v>-568.08053617</c:v>
                </c:pt>
                <c:pt idx="1242">
                  <c:v>-568.08053617</c:v>
                </c:pt>
                <c:pt idx="1243">
                  <c:v>-590.82766955</c:v>
                </c:pt>
                <c:pt idx="1244">
                  <c:v>-590.82766954</c:v>
                </c:pt>
                <c:pt idx="1245">
                  <c:v>-613.78069776</c:v>
                </c:pt>
                <c:pt idx="1246">
                  <c:v>-613.7806977499999</c:v>
                </c:pt>
                <c:pt idx="1247">
                  <c:v>-636.94044662</c:v>
                </c:pt>
                <c:pt idx="1248">
                  <c:v>-636.94044662</c:v>
                </c:pt>
                <c:pt idx="1249">
                  <c:v>-660.30803001</c:v>
                </c:pt>
                <c:pt idx="1250">
                  <c:v>-660.30803001</c:v>
                </c:pt>
                <c:pt idx="1251">
                  <c:v>-683.88440137</c:v>
                </c:pt>
                <c:pt idx="1252">
                  <c:v>-683.88440136</c:v>
                </c:pt>
                <c:pt idx="1253">
                  <c:v>-707.67054874</c:v>
                </c:pt>
                <c:pt idx="1254">
                  <c:v>-707.67054873</c:v>
                </c:pt>
                <c:pt idx="1255">
                  <c:v>-731.66760198</c:v>
                </c:pt>
                <c:pt idx="1256">
                  <c:v>-731.66760199</c:v>
                </c:pt>
                <c:pt idx="1257">
                  <c:v>-755.87647745</c:v>
                </c:pt>
                <c:pt idx="1258">
                  <c:v>-755.87647745</c:v>
                </c:pt>
                <c:pt idx="1259">
                  <c:v>-780.29824489</c:v>
                </c:pt>
                <c:pt idx="1260">
                  <c:v>-780.29824489</c:v>
                </c:pt>
                <c:pt idx="1261">
                  <c:v>-804.93399651</c:v>
                </c:pt>
                <c:pt idx="1262">
                  <c:v>-804.9339965200001</c:v>
                </c:pt>
                <c:pt idx="1263">
                  <c:v>-829.78479051</c:v>
                </c:pt>
                <c:pt idx="1264">
                  <c:v>-829.7847905</c:v>
                </c:pt>
                <c:pt idx="1265">
                  <c:v>-854.8515965300001</c:v>
                </c:pt>
                <c:pt idx="1266">
                  <c:v>-854.8515965300001</c:v>
                </c:pt>
                <c:pt idx="1267">
                  <c:v>-880.13556751</c:v>
                </c:pt>
                <c:pt idx="1268">
                  <c:v>-880.13556751</c:v>
                </c:pt>
                <c:pt idx="1269">
                  <c:v>-905.63778904</c:v>
                </c:pt>
                <c:pt idx="1270">
                  <c:v>-905.63778903</c:v>
                </c:pt>
                <c:pt idx="1271">
                  <c:v>-931.35937189</c:v>
                </c:pt>
                <c:pt idx="1272">
                  <c:v>-931.35937189</c:v>
                </c:pt>
                <c:pt idx="1273">
                  <c:v>-957.30133449</c:v>
                </c:pt>
                <c:pt idx="1274">
                  <c:v>-957.30133449</c:v>
                </c:pt>
                <c:pt idx="1275">
                  <c:v>-983.46485918</c:v>
                </c:pt>
                <c:pt idx="1276">
                  <c:v>-983.4648591599999</c:v>
                </c:pt>
                <c:pt idx="1277">
                  <c:v>-1009.85100889</c:v>
                </c:pt>
                <c:pt idx="1278">
                  <c:v>-1009.85100888</c:v>
                </c:pt>
                <c:pt idx="1279">
                  <c:v>-1036.46097085</c:v>
                </c:pt>
                <c:pt idx="1280">
                  <c:v>-1036.46097086</c:v>
                </c:pt>
                <c:pt idx="1281">
                  <c:v>-1063.29584841</c:v>
                </c:pt>
                <c:pt idx="1282">
                  <c:v>-1063.2958484</c:v>
                </c:pt>
                <c:pt idx="1283">
                  <c:v>-1090.3567855</c:v>
                </c:pt>
                <c:pt idx="1284">
                  <c:v>-1090.3567855</c:v>
                </c:pt>
                <c:pt idx="1285">
                  <c:v>-1117.64496558</c:v>
                </c:pt>
                <c:pt idx="1286">
                  <c:v>-1117.64496558</c:v>
                </c:pt>
                <c:pt idx="1287">
                  <c:v>-1145.1615278</c:v>
                </c:pt>
                <c:pt idx="1288">
                  <c:v>-1145.16152781</c:v>
                </c:pt>
                <c:pt idx="1289">
                  <c:v>-1172.90762737</c:v>
                </c:pt>
                <c:pt idx="1290">
                  <c:v>-1172.90762736</c:v>
                </c:pt>
                <c:pt idx="1291">
                  <c:v>-1200.88448621</c:v>
                </c:pt>
                <c:pt idx="1292">
                  <c:v>-1200.88448621</c:v>
                </c:pt>
                <c:pt idx="1293">
                  <c:v>-1229.09325762</c:v>
                </c:pt>
                <c:pt idx="1294">
                  <c:v>-1229.09325762</c:v>
                </c:pt>
                <c:pt idx="1295">
                  <c:v>-1257.53516793</c:v>
                </c:pt>
                <c:pt idx="1296">
                  <c:v>-1257.53516793</c:v>
                </c:pt>
                <c:pt idx="1297">
                  <c:v>-1286.21142265</c:v>
                </c:pt>
                <c:pt idx="1298">
                  <c:v>-1286.21142265</c:v>
                </c:pt>
                <c:pt idx="1299">
                  <c:v>-1315.12322484</c:v>
                </c:pt>
                <c:pt idx="1300">
                  <c:v>-1315.12322485</c:v>
                </c:pt>
                <c:pt idx="1301">
                  <c:v>-1344.27181341</c:v>
                </c:pt>
                <c:pt idx="1302">
                  <c:v>-1344.27181341</c:v>
                </c:pt>
                <c:pt idx="1303">
                  <c:v>-1373.65844001</c:v>
                </c:pt>
                <c:pt idx="1304">
                  <c:v>-1373.65844001</c:v>
                </c:pt>
                <c:pt idx="1305">
                  <c:v>-1403.28433806</c:v>
                </c:pt>
                <c:pt idx="1306">
                  <c:v>-1403.28433806</c:v>
                </c:pt>
                <c:pt idx="1307">
                  <c:v>-1433.15074808</c:v>
                </c:pt>
                <c:pt idx="1308">
                  <c:v>-1433.15074808</c:v>
                </c:pt>
                <c:pt idx="1309">
                  <c:v>-1463.25898341</c:v>
                </c:pt>
                <c:pt idx="1310">
                  <c:v>-1463.25898341</c:v>
                </c:pt>
                <c:pt idx="1311">
                  <c:v>-1493.61028614</c:v>
                </c:pt>
                <c:pt idx="1312">
                  <c:v>-1493.61028614</c:v>
                </c:pt>
                <c:pt idx="1313">
                  <c:v>-1524.20594124</c:v>
                </c:pt>
                <c:pt idx="1314">
                  <c:v>-1524.20594124</c:v>
                </c:pt>
                <c:pt idx="1315">
                  <c:v>-1555.04728501</c:v>
                </c:pt>
                <c:pt idx="1316">
                  <c:v>-1555.04728501</c:v>
                </c:pt>
                <c:pt idx="1317">
                  <c:v>-1586.13557678</c:v>
                </c:pt>
                <c:pt idx="1318">
                  <c:v>-1586.13557678</c:v>
                </c:pt>
                <c:pt idx="1319">
                  <c:v>-1617.47215342</c:v>
                </c:pt>
                <c:pt idx="1320">
                  <c:v>-1617.47215342</c:v>
                </c:pt>
                <c:pt idx="1321">
                  <c:v>-1649.05828563</c:v>
                </c:pt>
                <c:pt idx="1322">
                  <c:v>-1649.05828563</c:v>
                </c:pt>
                <c:pt idx="1323">
                  <c:v>-1680.89537736</c:v>
                </c:pt>
                <c:pt idx="1324">
                  <c:v>-1680.89537736</c:v>
                </c:pt>
                <c:pt idx="1325">
                  <c:v>-1712.98474477</c:v>
                </c:pt>
                <c:pt idx="1326">
                  <c:v>-1712.98474477</c:v>
                </c:pt>
                <c:pt idx="1327">
                  <c:v>-1745.32775187</c:v>
                </c:pt>
                <c:pt idx="1328">
                  <c:v>-1745.32775187</c:v>
                </c:pt>
                <c:pt idx="1329">
                  <c:v>-1777.92575988</c:v>
                </c:pt>
                <c:pt idx="1330">
                  <c:v>-1777.92575988</c:v>
                </c:pt>
                <c:pt idx="1331">
                  <c:v>-1810.78017606</c:v>
                </c:pt>
                <c:pt idx="1332">
                  <c:v>-1810.78017606</c:v>
                </c:pt>
                <c:pt idx="1333">
                  <c:v>-1843.89235838</c:v>
                </c:pt>
                <c:pt idx="1334">
                  <c:v>-1843.89235838</c:v>
                </c:pt>
                <c:pt idx="1335">
                  <c:v>-1877.26362364</c:v>
                </c:pt>
                <c:pt idx="1336">
                  <c:v>-1877.26362364</c:v>
                </c:pt>
                <c:pt idx="1337">
                  <c:v>-1910.89546536</c:v>
                </c:pt>
                <c:pt idx="1338">
                  <c:v>-1910.89546536</c:v>
                </c:pt>
                <c:pt idx="1339">
                  <c:v>-1944.78928425</c:v>
                </c:pt>
                <c:pt idx="1340">
                  <c:v>-1944.78928425</c:v>
                </c:pt>
                <c:pt idx="1341">
                  <c:v>-1978.94655931</c:v>
                </c:pt>
                <c:pt idx="1342">
                  <c:v>-1978.94655931</c:v>
                </c:pt>
                <c:pt idx="1343">
                  <c:v>-2013.364884</c:v>
                </c:pt>
                <c:pt idx="1344">
                  <c:v>-2013.364884</c:v>
                </c:pt>
                <c:pt idx="1345">
                  <c:v>-2047.77151177</c:v>
                </c:pt>
                <c:pt idx="1346">
                  <c:v>-2047.77151177</c:v>
                </c:pt>
                <c:pt idx="1347">
                  <c:v>-2082.44536065</c:v>
                </c:pt>
                <c:pt idx="1348">
                  <c:v>-2082.44536065</c:v>
                </c:pt>
                <c:pt idx="1349">
                  <c:v>-2117.38788763</c:v>
                </c:pt>
                <c:pt idx="1350">
                  <c:v>-2117.38788762</c:v>
                </c:pt>
                <c:pt idx="1351">
                  <c:v>-2152.60059412</c:v>
                </c:pt>
                <c:pt idx="1352">
                  <c:v>-2152.60059412</c:v>
                </c:pt>
                <c:pt idx="1353">
                  <c:v>-2188.08491956</c:v>
                </c:pt>
                <c:pt idx="1354">
                  <c:v>-2188.08491957</c:v>
                </c:pt>
                <c:pt idx="1355">
                  <c:v>-2223.8423434</c:v>
                </c:pt>
                <c:pt idx="1356">
                  <c:v>-2223.8423434</c:v>
                </c:pt>
                <c:pt idx="1357">
                  <c:v>-2259.87444086</c:v>
                </c:pt>
                <c:pt idx="1358">
                  <c:v>-2259.87444085</c:v>
                </c:pt>
                <c:pt idx="1359">
                  <c:v>-2296.18273569</c:v>
                </c:pt>
                <c:pt idx="1360">
                  <c:v>-2296.18273569</c:v>
                </c:pt>
                <c:pt idx="1361">
                  <c:v>-2332.76869528</c:v>
                </c:pt>
                <c:pt idx="1362">
                  <c:v>-2332.76869528</c:v>
                </c:pt>
                <c:pt idx="1363">
                  <c:v>-2369.63387442</c:v>
                </c:pt>
                <c:pt idx="1364">
                  <c:v>-2369.63387442</c:v>
                </c:pt>
                <c:pt idx="1365">
                  <c:v>-2406.77990275</c:v>
                </c:pt>
                <c:pt idx="1366">
                  <c:v>-2406.77990275</c:v>
                </c:pt>
                <c:pt idx="1367">
                  <c:v>-2444.20831646</c:v>
                </c:pt>
                <c:pt idx="1368">
                  <c:v>-2444.20831646</c:v>
                </c:pt>
                <c:pt idx="1369">
                  <c:v>-2481.92059604</c:v>
                </c:pt>
                <c:pt idx="1370">
                  <c:v>-2481.92059604</c:v>
                </c:pt>
                <c:pt idx="1371">
                  <c:v>-2519.91840259</c:v>
                </c:pt>
                <c:pt idx="1372">
                  <c:v>-2519.91840259</c:v>
                </c:pt>
                <c:pt idx="1373">
                  <c:v>-2558.20336236</c:v>
                </c:pt>
                <c:pt idx="1374">
                  <c:v>-2558.20336236</c:v>
                </c:pt>
                <c:pt idx="1375">
                  <c:v>-2596.77705176</c:v>
                </c:pt>
                <c:pt idx="1376">
                  <c:v>-2596.77705176</c:v>
                </c:pt>
                <c:pt idx="1377">
                  <c:v>-2635.64105523</c:v>
                </c:pt>
                <c:pt idx="1378">
                  <c:v>-2635.64105523</c:v>
                </c:pt>
                <c:pt idx="1379">
                  <c:v>-2674.79707155</c:v>
                </c:pt>
                <c:pt idx="1380">
                  <c:v>-2674.79707155</c:v>
                </c:pt>
                <c:pt idx="1381">
                  <c:v>-2714.24674058</c:v>
                </c:pt>
                <c:pt idx="1382">
                  <c:v>-2714.24674058</c:v>
                </c:pt>
                <c:pt idx="1383">
                  <c:v>-2753.99160198</c:v>
                </c:pt>
                <c:pt idx="1384">
                  <c:v>-2753.99160197</c:v>
                </c:pt>
                <c:pt idx="1385">
                  <c:v>-2794.03340801</c:v>
                </c:pt>
                <c:pt idx="1386">
                  <c:v>-2794.03340801</c:v>
                </c:pt>
                <c:pt idx="1387">
                  <c:v>-2834.3738674</c:v>
                </c:pt>
                <c:pt idx="1388">
                  <c:v>-2834.37386741</c:v>
                </c:pt>
                <c:pt idx="1389">
                  <c:v>-2875.01460141</c:v>
                </c:pt>
                <c:pt idx="1390">
                  <c:v>-2875.01460141</c:v>
                </c:pt>
                <c:pt idx="1391">
                  <c:v>-2915.9572884</c:v>
                </c:pt>
                <c:pt idx="1392">
                  <c:v>-2915.9572884</c:v>
                </c:pt>
                <c:pt idx="1393">
                  <c:v>-2957.20375318</c:v>
                </c:pt>
                <c:pt idx="1394">
                  <c:v>-2957.20375318</c:v>
                </c:pt>
                <c:pt idx="1395">
                  <c:v>-2998.75562221</c:v>
                </c:pt>
                <c:pt idx="1396">
                  <c:v>-2998.75562221</c:v>
                </c:pt>
                <c:pt idx="1397">
                  <c:v>-3040.61457707</c:v>
                </c:pt>
                <c:pt idx="1398">
                  <c:v>-3040.61457706</c:v>
                </c:pt>
                <c:pt idx="1399">
                  <c:v>-3082.78248284</c:v>
                </c:pt>
                <c:pt idx="1400">
                  <c:v>-3082.78248284</c:v>
                </c:pt>
                <c:pt idx="1401">
                  <c:v>-3125.26108859</c:v>
                </c:pt>
                <c:pt idx="1402">
                  <c:v>-3125.26108859</c:v>
                </c:pt>
                <c:pt idx="1403">
                  <c:v>-3168.05199538</c:v>
                </c:pt>
                <c:pt idx="1404">
                  <c:v>-3168.05199538</c:v>
                </c:pt>
                <c:pt idx="1405">
                  <c:v>-3211.15714367</c:v>
                </c:pt>
                <c:pt idx="1406">
                  <c:v>-3211.15714367</c:v>
                </c:pt>
                <c:pt idx="1407">
                  <c:v>-3254.57831402</c:v>
                </c:pt>
                <c:pt idx="1408">
                  <c:v>-3254.57831402</c:v>
                </c:pt>
                <c:pt idx="1409">
                  <c:v>-3212.16022701</c:v>
                </c:pt>
                <c:pt idx="1410">
                  <c:v>-3212.16022701</c:v>
                </c:pt>
                <c:pt idx="1411">
                  <c:v>-3170.04670357</c:v>
                </c:pt>
                <c:pt idx="1412">
                  <c:v>-3170.04670357</c:v>
                </c:pt>
                <c:pt idx="1413">
                  <c:v>-3128.23641165</c:v>
                </c:pt>
                <c:pt idx="1414">
                  <c:v>-3128.23641165</c:v>
                </c:pt>
                <c:pt idx="1415">
                  <c:v>-3086.72798657</c:v>
                </c:pt>
                <c:pt idx="1416">
                  <c:v>-3086.72798657</c:v>
                </c:pt>
                <c:pt idx="1417">
                  <c:v>-3045.52017</c:v>
                </c:pt>
                <c:pt idx="1418">
                  <c:v>-3045.52017</c:v>
                </c:pt>
                <c:pt idx="1419">
                  <c:v>-3004.61160364</c:v>
                </c:pt>
                <c:pt idx="1420">
                  <c:v>-3004.61160364</c:v>
                </c:pt>
                <c:pt idx="1421">
                  <c:v>-2964.00099704</c:v>
                </c:pt>
                <c:pt idx="1422">
                  <c:v>-2964.00099704</c:v>
                </c:pt>
                <c:pt idx="1423">
                  <c:v>-2923.68708808</c:v>
                </c:pt>
                <c:pt idx="1424">
                  <c:v>-2923.68708808</c:v>
                </c:pt>
                <c:pt idx="1425">
                  <c:v>-2883.66850119</c:v>
                </c:pt>
                <c:pt idx="1426">
                  <c:v>-2883.66850119</c:v>
                </c:pt>
                <c:pt idx="1427">
                  <c:v>-2843.94403539</c:v>
                </c:pt>
                <c:pt idx="1428">
                  <c:v>-2843.94403539</c:v>
                </c:pt>
                <c:pt idx="1429">
                  <c:v>-2804.51235762</c:v>
                </c:pt>
                <c:pt idx="1430">
                  <c:v>-2804.51235762</c:v>
                </c:pt>
                <c:pt idx="1431">
                  <c:v>-2765.37222377</c:v>
                </c:pt>
                <c:pt idx="1432">
                  <c:v>-2765.37222377</c:v>
                </c:pt>
                <c:pt idx="1433">
                  <c:v>-2726.52235505</c:v>
                </c:pt>
                <c:pt idx="1434">
                  <c:v>-2726.52235505</c:v>
                </c:pt>
                <c:pt idx="1435">
                  <c:v>-2687.96149337</c:v>
                </c:pt>
                <c:pt idx="1436">
                  <c:v>-2687.96149337</c:v>
                </c:pt>
                <c:pt idx="1437">
                  <c:v>-2649.68839628</c:v>
                </c:pt>
                <c:pt idx="1438">
                  <c:v>-2649.68839628</c:v>
                </c:pt>
                <c:pt idx="1439">
                  <c:v>-2611.70178914</c:v>
                </c:pt>
                <c:pt idx="1440">
                  <c:v>-2611.70178914</c:v>
                </c:pt>
                <c:pt idx="1441">
                  <c:v>-2574.00046297</c:v>
                </c:pt>
                <c:pt idx="1442">
                  <c:v>-2574.00046297</c:v>
                </c:pt>
                <c:pt idx="1443">
                  <c:v>-2536.5831533</c:v>
                </c:pt>
                <c:pt idx="1444">
                  <c:v>-2536.5831533</c:v>
                </c:pt>
                <c:pt idx="1445">
                  <c:v>-2499.44865598</c:v>
                </c:pt>
                <c:pt idx="1446">
                  <c:v>-2499.44865597</c:v>
                </c:pt>
                <c:pt idx="1447">
                  <c:v>-2462.59576848</c:v>
                </c:pt>
                <c:pt idx="1448">
                  <c:v>-2462.59576848</c:v>
                </c:pt>
                <c:pt idx="1449">
                  <c:v>-2426.0232064</c:v>
                </c:pt>
                <c:pt idx="1450">
                  <c:v>-2426.0232064</c:v>
                </c:pt>
                <c:pt idx="1451">
                  <c:v>-2389.41477294</c:v>
                </c:pt>
                <c:pt idx="1452">
                  <c:v>-2389.41477294</c:v>
                </c:pt>
                <c:pt idx="1453">
                  <c:v>-2352.98810867</c:v>
                </c:pt>
                <c:pt idx="1454">
                  <c:v>-2352.98810867</c:v>
                </c:pt>
                <c:pt idx="1455">
                  <c:v>-2316.84040028</c:v>
                </c:pt>
                <c:pt idx="1456">
                  <c:v>-2316.84040028</c:v>
                </c:pt>
                <c:pt idx="1457">
                  <c:v>-2280.97049621</c:v>
                </c:pt>
                <c:pt idx="1458">
                  <c:v>-2280.97049621</c:v>
                </c:pt>
                <c:pt idx="1459">
                  <c:v>-2245.37721817</c:v>
                </c:pt>
                <c:pt idx="1460">
                  <c:v>-2245.37721817</c:v>
                </c:pt>
                <c:pt idx="1461">
                  <c:v>-2210.0593558</c:v>
                </c:pt>
                <c:pt idx="1462">
                  <c:v>-2210.0593558</c:v>
                </c:pt>
                <c:pt idx="1463">
                  <c:v>-2175.01577145</c:v>
                </c:pt>
                <c:pt idx="1464">
                  <c:v>-2175.01577145</c:v>
                </c:pt>
                <c:pt idx="1465">
                  <c:v>-2140.24532088</c:v>
                </c:pt>
                <c:pt idx="1466">
                  <c:v>-2140.24532088</c:v>
                </c:pt>
                <c:pt idx="1467">
                  <c:v>-2105.74685207</c:v>
                </c:pt>
                <c:pt idx="1468">
                  <c:v>-2105.74685207</c:v>
                </c:pt>
                <c:pt idx="1469">
                  <c:v>-2071.51922171</c:v>
                </c:pt>
                <c:pt idx="1470">
                  <c:v>-2071.51922171</c:v>
                </c:pt>
                <c:pt idx="1471">
                  <c:v>-2037.56129539</c:v>
                </c:pt>
                <c:pt idx="1472">
                  <c:v>-2037.56129539</c:v>
                </c:pt>
                <c:pt idx="1473">
                  <c:v>-2003.87194829</c:v>
                </c:pt>
                <c:pt idx="1474">
                  <c:v>-2003.87194829</c:v>
                </c:pt>
                <c:pt idx="1475">
                  <c:v>-1970.4500508</c:v>
                </c:pt>
                <c:pt idx="1476">
                  <c:v>-1970.4500508</c:v>
                </c:pt>
                <c:pt idx="1477">
                  <c:v>-1937.29446112</c:v>
                </c:pt>
                <c:pt idx="1478">
                  <c:v>-1937.29446112</c:v>
                </c:pt>
                <c:pt idx="1479">
                  <c:v>-1904.40412049</c:v>
                </c:pt>
                <c:pt idx="1480">
                  <c:v>-1904.40412049</c:v>
                </c:pt>
                <c:pt idx="1481">
                  <c:v>-1871.77790588</c:v>
                </c:pt>
                <c:pt idx="1482">
                  <c:v>-1871.77790588</c:v>
                </c:pt>
                <c:pt idx="1483">
                  <c:v>-1839.414713</c:v>
                </c:pt>
                <c:pt idx="1484">
                  <c:v>-1839.414713</c:v>
                </c:pt>
                <c:pt idx="1485">
                  <c:v>-1807.31347261</c:v>
                </c:pt>
                <c:pt idx="1486">
                  <c:v>-1807.31347261</c:v>
                </c:pt>
                <c:pt idx="1487">
                  <c:v>-1775.47310406</c:v>
                </c:pt>
                <c:pt idx="1488">
                  <c:v>-1775.47310406</c:v>
                </c:pt>
                <c:pt idx="1489">
                  <c:v>-1743.89250286</c:v>
                </c:pt>
                <c:pt idx="1490">
                  <c:v>-1743.89250286</c:v>
                </c:pt>
                <c:pt idx="1491">
                  <c:v>-1712.57062563</c:v>
                </c:pt>
                <c:pt idx="1492">
                  <c:v>-1712.57062562</c:v>
                </c:pt>
                <c:pt idx="1493">
                  <c:v>-1681.5064121</c:v>
                </c:pt>
                <c:pt idx="1494">
                  <c:v>-1681.5064121</c:v>
                </c:pt>
                <c:pt idx="1495">
                  <c:v>-1650.69881269</c:v>
                </c:pt>
                <c:pt idx="1496">
                  <c:v>-1650.69881269</c:v>
                </c:pt>
                <c:pt idx="1497">
                  <c:v>-1620.14676511</c:v>
                </c:pt>
                <c:pt idx="1498">
                  <c:v>-1620.14676511</c:v>
                </c:pt>
                <c:pt idx="1499">
                  <c:v>-1589.8492422</c:v>
                </c:pt>
                <c:pt idx="1500">
                  <c:v>-1589.84924219</c:v>
                </c:pt>
                <c:pt idx="1501">
                  <c:v>-1559.80520062</c:v>
                </c:pt>
                <c:pt idx="1502">
                  <c:v>-1559.80520062</c:v>
                </c:pt>
                <c:pt idx="1503">
                  <c:v>-1530.0136383</c:v>
                </c:pt>
                <c:pt idx="1504">
                  <c:v>-1530.0136383</c:v>
                </c:pt>
                <c:pt idx="1505">
                  <c:v>-1500.47350868</c:v>
                </c:pt>
                <c:pt idx="1506">
                  <c:v>-1500.47350869</c:v>
                </c:pt>
                <c:pt idx="1507">
                  <c:v>-1471.18381065</c:v>
                </c:pt>
                <c:pt idx="1508">
                  <c:v>-1471.18381065</c:v>
                </c:pt>
                <c:pt idx="1509">
                  <c:v>-1442.14356659</c:v>
                </c:pt>
                <c:pt idx="1510">
                  <c:v>-1442.14356659</c:v>
                </c:pt>
                <c:pt idx="1511">
                  <c:v>-1413.3517394</c:v>
                </c:pt>
                <c:pt idx="1512">
                  <c:v>-1413.3517394</c:v>
                </c:pt>
                <c:pt idx="1513">
                  <c:v>-1384.80737039</c:v>
                </c:pt>
                <c:pt idx="1514">
                  <c:v>-1384.80737039</c:v>
                </c:pt>
                <c:pt idx="1515">
                  <c:v>-1356.50945111</c:v>
                </c:pt>
                <c:pt idx="1516">
                  <c:v>-1356.50945111</c:v>
                </c:pt>
                <c:pt idx="1517">
                  <c:v>-1328.45704593</c:v>
                </c:pt>
                <c:pt idx="1518">
                  <c:v>-1328.45704593</c:v>
                </c:pt>
                <c:pt idx="1519">
                  <c:v>-1300.64916682</c:v>
                </c:pt>
                <c:pt idx="1520">
                  <c:v>-1300.64916682</c:v>
                </c:pt>
                <c:pt idx="1521">
                  <c:v>-1273.08486569</c:v>
                </c:pt>
                <c:pt idx="1522">
                  <c:v>-1273.08486569</c:v>
                </c:pt>
                <c:pt idx="1523">
                  <c:v>-1245.76319925</c:v>
                </c:pt>
                <c:pt idx="1524">
                  <c:v>-1245.76319925</c:v>
                </c:pt>
                <c:pt idx="1525">
                  <c:v>-1218.68321856</c:v>
                </c:pt>
                <c:pt idx="1526">
                  <c:v>-1218.68321856</c:v>
                </c:pt>
                <c:pt idx="1527">
                  <c:v>-1191.8439988</c:v>
                </c:pt>
                <c:pt idx="1528">
                  <c:v>-1191.8439988</c:v>
                </c:pt>
                <c:pt idx="1529">
                  <c:v>-1165.24462305</c:v>
                </c:pt>
                <c:pt idx="1530">
                  <c:v>-1165.24462306</c:v>
                </c:pt>
                <c:pt idx="1531">
                  <c:v>-1138.88418796</c:v>
                </c:pt>
                <c:pt idx="1532">
                  <c:v>-1138.88418796</c:v>
                </c:pt>
                <c:pt idx="1533">
                  <c:v>-1112.76179203</c:v>
                </c:pt>
                <c:pt idx="1534">
                  <c:v>-1112.76179203</c:v>
                </c:pt>
                <c:pt idx="1535">
                  <c:v>-1086.8765557</c:v>
                </c:pt>
                <c:pt idx="1536">
                  <c:v>-1086.8765557</c:v>
                </c:pt>
                <c:pt idx="1537">
                  <c:v>-1061.22761396</c:v>
                </c:pt>
                <c:pt idx="1538">
                  <c:v>-1061.22761396</c:v>
                </c:pt>
                <c:pt idx="1539">
                  <c:v>-1035.81412472</c:v>
                </c:pt>
                <c:pt idx="1540">
                  <c:v>-1035.81412472</c:v>
                </c:pt>
                <c:pt idx="1541">
                  <c:v>-1010.63812605</c:v>
                </c:pt>
                <c:pt idx="1542">
                  <c:v>-1010.63812605</c:v>
                </c:pt>
                <c:pt idx="1543">
                  <c:v>-985.71103134</c:v>
                </c:pt>
                <c:pt idx="1544">
                  <c:v>-985.71103134</c:v>
                </c:pt>
                <c:pt idx="1545">
                  <c:v>-961.03324944</c:v>
                </c:pt>
                <c:pt idx="1546">
                  <c:v>-961.03324943</c:v>
                </c:pt>
                <c:pt idx="1547">
                  <c:v>-936.6037691</c:v>
                </c:pt>
                <c:pt idx="1548">
                  <c:v>-936.6037691</c:v>
                </c:pt>
                <c:pt idx="1549">
                  <c:v>-912.4215861</c:v>
                </c:pt>
                <c:pt idx="1550">
                  <c:v>-912.4215861</c:v>
                </c:pt>
                <c:pt idx="1551">
                  <c:v>-888.48570237</c:v>
                </c:pt>
                <c:pt idx="1552">
                  <c:v>-888.48570237</c:v>
                </c:pt>
                <c:pt idx="1553">
                  <c:v>-864.7951269</c:v>
                </c:pt>
                <c:pt idx="1554">
                  <c:v>-864.7951269</c:v>
                </c:pt>
                <c:pt idx="1555">
                  <c:v>-841.3488745</c:v>
                </c:pt>
                <c:pt idx="1556">
                  <c:v>-841.34887449</c:v>
                </c:pt>
                <c:pt idx="1557">
                  <c:v>-818.1459671600001</c:v>
                </c:pt>
                <c:pt idx="1558">
                  <c:v>-818.1459671600001</c:v>
                </c:pt>
                <c:pt idx="1559">
                  <c:v>-795.18543306</c:v>
                </c:pt>
                <c:pt idx="1560">
                  <c:v>-795.18543306</c:v>
                </c:pt>
                <c:pt idx="1561">
                  <c:v>-772.46630693</c:v>
                </c:pt>
                <c:pt idx="1562">
                  <c:v>-772.46630693</c:v>
                </c:pt>
                <c:pt idx="1563">
                  <c:v>-749.9876297</c:v>
                </c:pt>
                <c:pt idx="1564">
                  <c:v>-749.9876297</c:v>
                </c:pt>
                <c:pt idx="1565">
                  <c:v>-727.74844902</c:v>
                </c:pt>
                <c:pt idx="1566">
                  <c:v>-727.7484490099999</c:v>
                </c:pt>
                <c:pt idx="1567">
                  <c:v>-705.7478192999999</c:v>
                </c:pt>
                <c:pt idx="1568">
                  <c:v>-705.7478192999999</c:v>
                </c:pt>
                <c:pt idx="1569">
                  <c:v>-683.98480015</c:v>
                </c:pt>
                <c:pt idx="1570">
                  <c:v>-683.98480015</c:v>
                </c:pt>
                <c:pt idx="1571">
                  <c:v>-662.4584589900001</c:v>
                </c:pt>
                <c:pt idx="1572">
                  <c:v>-662.4584589900001</c:v>
                </c:pt>
                <c:pt idx="1573">
                  <c:v>-641.16786849</c:v>
                </c:pt>
                <c:pt idx="1574">
                  <c:v>-641.16786849</c:v>
                </c:pt>
                <c:pt idx="1575">
                  <c:v>-620.11210783</c:v>
                </c:pt>
                <c:pt idx="1576">
                  <c:v>-620.11210783</c:v>
                </c:pt>
                <c:pt idx="1577">
                  <c:v>-599.29026305</c:v>
                </c:pt>
                <c:pt idx="1578">
                  <c:v>-599.29026305</c:v>
                </c:pt>
                <c:pt idx="1579">
                  <c:v>-578.70142605</c:v>
                </c:pt>
                <c:pt idx="1580">
                  <c:v>-578.70142605</c:v>
                </c:pt>
                <c:pt idx="1581">
                  <c:v>-558.34469512</c:v>
                </c:pt>
                <c:pt idx="1582">
                  <c:v>-558.34469512</c:v>
                </c:pt>
                <c:pt idx="1583">
                  <c:v>-538.21917417</c:v>
                </c:pt>
                <c:pt idx="1584">
                  <c:v>-538.21917417</c:v>
                </c:pt>
                <c:pt idx="1585">
                  <c:v>-518.32397464</c:v>
                </c:pt>
                <c:pt idx="1586">
                  <c:v>-518.32397464</c:v>
                </c:pt>
                <c:pt idx="1587">
                  <c:v>-498.65821268</c:v>
                </c:pt>
                <c:pt idx="1588">
                  <c:v>-498.65821268</c:v>
                </c:pt>
                <c:pt idx="1589">
                  <c:v>-479.22101164</c:v>
                </c:pt>
                <c:pt idx="1590">
                  <c:v>-479.22101164</c:v>
                </c:pt>
                <c:pt idx="1591">
                  <c:v>-460.01150073</c:v>
                </c:pt>
                <c:pt idx="1592">
                  <c:v>-460.01150073</c:v>
                </c:pt>
                <c:pt idx="1593">
                  <c:v>-441.02881525</c:v>
                </c:pt>
                <c:pt idx="1594">
                  <c:v>-441.02881525</c:v>
                </c:pt>
                <c:pt idx="1595">
                  <c:v>-422.27209648</c:v>
                </c:pt>
                <c:pt idx="1596">
                  <c:v>-422.27209648</c:v>
                </c:pt>
                <c:pt idx="1597">
                  <c:v>-403.74049176</c:v>
                </c:pt>
                <c:pt idx="1598">
                  <c:v>-403.74049176</c:v>
                </c:pt>
                <c:pt idx="1599">
                  <c:v>-385.43315499</c:v>
                </c:pt>
                <c:pt idx="1600">
                  <c:v>-385.43315499</c:v>
                </c:pt>
                <c:pt idx="1601">
                  <c:v>-367.34924587</c:v>
                </c:pt>
                <c:pt idx="1602">
                  <c:v>-367.34924587</c:v>
                </c:pt>
                <c:pt idx="1603">
                  <c:v>-349.48792976</c:v>
                </c:pt>
                <c:pt idx="1604">
                  <c:v>-349.48792976</c:v>
                </c:pt>
                <c:pt idx="1605">
                  <c:v>-331.84837846</c:v>
                </c:pt>
                <c:pt idx="1606">
                  <c:v>-331.84837846</c:v>
                </c:pt>
                <c:pt idx="1607">
                  <c:v>-314.42976958</c:v>
                </c:pt>
                <c:pt idx="1608">
                  <c:v>-314.42976958</c:v>
                </c:pt>
                <c:pt idx="1609">
                  <c:v>-297.23128694</c:v>
                </c:pt>
                <c:pt idx="1610">
                  <c:v>-297.23128694</c:v>
                </c:pt>
                <c:pt idx="1611">
                  <c:v>-280.2521198</c:v>
                </c:pt>
                <c:pt idx="1612">
                  <c:v>-280.2521198</c:v>
                </c:pt>
                <c:pt idx="1613">
                  <c:v>-263.49146373</c:v>
                </c:pt>
                <c:pt idx="1614">
                  <c:v>-263.49146373</c:v>
                </c:pt>
                <c:pt idx="1615">
                  <c:v>-246.94852009</c:v>
                </c:pt>
                <c:pt idx="1616">
                  <c:v>-246.94852009</c:v>
                </c:pt>
                <c:pt idx="1617">
                  <c:v>-230.62249655</c:v>
                </c:pt>
                <c:pt idx="1618">
                  <c:v>-230.62249655</c:v>
                </c:pt>
                <c:pt idx="1619">
                  <c:v>-214.51260601</c:v>
                </c:pt>
                <c:pt idx="1620">
                  <c:v>-214.51260601</c:v>
                </c:pt>
                <c:pt idx="1621">
                  <c:v>-198.6180676</c:v>
                </c:pt>
                <c:pt idx="1622">
                  <c:v>-198.6180676</c:v>
                </c:pt>
                <c:pt idx="1623">
                  <c:v>-182.9381061</c:v>
                </c:pt>
                <c:pt idx="1624">
                  <c:v>-182.9381061</c:v>
                </c:pt>
                <c:pt idx="1625">
                  <c:v>-167.47195239</c:v>
                </c:pt>
                <c:pt idx="1626">
                  <c:v>-167.47195239</c:v>
                </c:pt>
                <c:pt idx="1627">
                  <c:v>-152.2188426</c:v>
                </c:pt>
                <c:pt idx="1628">
                  <c:v>-152.2188426</c:v>
                </c:pt>
                <c:pt idx="1629">
                  <c:v>-137.17801894</c:v>
                </c:pt>
                <c:pt idx="1630">
                  <c:v>-137.17801894</c:v>
                </c:pt>
                <c:pt idx="1631">
                  <c:v>-122.34872977</c:v>
                </c:pt>
                <c:pt idx="1632">
                  <c:v>-122.34872977</c:v>
                </c:pt>
                <c:pt idx="1633">
                  <c:v>-107.7302288</c:v>
                </c:pt>
                <c:pt idx="1634">
                  <c:v>-107.7302288</c:v>
                </c:pt>
                <c:pt idx="1635">
                  <c:v>-93.32177535</c:v>
                </c:pt>
                <c:pt idx="1636">
                  <c:v>-93.32177535</c:v>
                </c:pt>
                <c:pt idx="1637">
                  <c:v>-79.12263462</c:v>
                </c:pt>
                <c:pt idx="1638">
                  <c:v>-79.12263462</c:v>
                </c:pt>
                <c:pt idx="1639">
                  <c:v>-65.13207754</c:v>
                </c:pt>
                <c:pt idx="1640">
                  <c:v>-65.13207754</c:v>
                </c:pt>
                <c:pt idx="1641">
                  <c:v>-51.34938051</c:v>
                </c:pt>
                <c:pt idx="1642">
                  <c:v>-51.34938051</c:v>
                </c:pt>
                <c:pt idx="1643">
                  <c:v>-37.77382553</c:v>
                </c:pt>
                <c:pt idx="1644">
                  <c:v>-37.77382553</c:v>
                </c:pt>
                <c:pt idx="1645">
                  <c:v>-24.40470063</c:v>
                </c:pt>
                <c:pt idx="1646">
                  <c:v>-24.40470063</c:v>
                </c:pt>
                <c:pt idx="1647">
                  <c:v>-11.24129923</c:v>
                </c:pt>
                <c:pt idx="1648">
                  <c:v>-11.24129923</c:v>
                </c:pt>
                <c:pt idx="1649">
                  <c:v>1.71707984</c:v>
                </c:pt>
                <c:pt idx="1650">
                  <c:v>1.71707984</c:v>
                </c:pt>
                <c:pt idx="1651">
                  <c:v>14.47113201</c:v>
                </c:pt>
                <c:pt idx="1652">
                  <c:v>14.47113201</c:v>
                </c:pt>
                <c:pt idx="1653">
                  <c:v>27.02154728</c:v>
                </c:pt>
                <c:pt idx="1654">
                  <c:v>27.02154728</c:v>
                </c:pt>
                <c:pt idx="1655">
                  <c:v>39.3690096</c:v>
                </c:pt>
                <c:pt idx="1656">
                  <c:v>39.3690096</c:v>
                </c:pt>
                <c:pt idx="1657">
                  <c:v>51.51419847</c:v>
                </c:pt>
                <c:pt idx="1658">
                  <c:v>51.51419847</c:v>
                </c:pt>
                <c:pt idx="1659">
                  <c:v>63.45778687</c:v>
                </c:pt>
                <c:pt idx="1660">
                  <c:v>63.45778687</c:v>
                </c:pt>
                <c:pt idx="1661">
                  <c:v>75.20044252</c:v>
                </c:pt>
                <c:pt idx="1662">
                  <c:v>75.20044252</c:v>
                </c:pt>
                <c:pt idx="1663">
                  <c:v>86.74282832</c:v>
                </c:pt>
                <c:pt idx="1664">
                  <c:v>86.74282832</c:v>
                </c:pt>
                <c:pt idx="1665">
                  <c:v>99.01185549</c:v>
                </c:pt>
                <c:pt idx="1666">
                  <c:v>99.01185549</c:v>
                </c:pt>
                <c:pt idx="1667">
                  <c:v>112.11918531</c:v>
                </c:pt>
                <c:pt idx="1668">
                  <c:v>112.11918531</c:v>
                </c:pt>
                <c:pt idx="1669">
                  <c:v>124.9943285</c:v>
                </c:pt>
                <c:pt idx="1670">
                  <c:v>124.9943285</c:v>
                </c:pt>
                <c:pt idx="1671">
                  <c:v>137.63805846</c:v>
                </c:pt>
                <c:pt idx="1672">
                  <c:v>137.63805846</c:v>
                </c:pt>
                <c:pt idx="1673">
                  <c:v>150.0511427</c:v>
                </c:pt>
                <c:pt idx="1674">
                  <c:v>150.0511427</c:v>
                </c:pt>
                <c:pt idx="1675">
                  <c:v>162.23434148</c:v>
                </c:pt>
                <c:pt idx="1676">
                  <c:v>162.23434148</c:v>
                </c:pt>
                <c:pt idx="1677">
                  <c:v>174.18840991</c:v>
                </c:pt>
                <c:pt idx="1678">
                  <c:v>174.18840991</c:v>
                </c:pt>
                <c:pt idx="1679">
                  <c:v>185.91409605</c:v>
                </c:pt>
                <c:pt idx="1680">
                  <c:v>185.91409605</c:v>
                </c:pt>
                <c:pt idx="1681">
                  <c:v>197.41214106</c:v>
                </c:pt>
                <c:pt idx="1682">
                  <c:v>197.41214106</c:v>
                </c:pt>
                <c:pt idx="1683">
                  <c:v>208.68328108</c:v>
                </c:pt>
                <c:pt idx="1684">
                  <c:v>208.68328108</c:v>
                </c:pt>
                <c:pt idx="1685">
                  <c:v>219.72824465</c:v>
                </c:pt>
                <c:pt idx="1686">
                  <c:v>219.72824465</c:v>
                </c:pt>
                <c:pt idx="1687">
                  <c:v>230.54775564</c:v>
                </c:pt>
                <c:pt idx="1688">
                  <c:v>230.54775563</c:v>
                </c:pt>
                <c:pt idx="1689">
                  <c:v>241.1425295</c:v>
                </c:pt>
                <c:pt idx="1690">
                  <c:v>241.1425295</c:v>
                </c:pt>
                <c:pt idx="1691">
                  <c:v>251.51327759</c:v>
                </c:pt>
                <c:pt idx="1692">
                  <c:v>251.51327759</c:v>
                </c:pt>
                <c:pt idx="1693">
                  <c:v>261.75180535</c:v>
                </c:pt>
                <c:pt idx="1694">
                  <c:v>261.75180535</c:v>
                </c:pt>
                <c:pt idx="1695">
                  <c:v>271.86263466</c:v>
                </c:pt>
                <c:pt idx="1696">
                  <c:v>271.86263466</c:v>
                </c:pt>
                <c:pt idx="1697">
                  <c:v>281.74841876</c:v>
                </c:pt>
                <c:pt idx="1698">
                  <c:v>281.74841876</c:v>
                </c:pt>
                <c:pt idx="1699">
                  <c:v>291.40984364</c:v>
                </c:pt>
                <c:pt idx="1700">
                  <c:v>291.40984364</c:v>
                </c:pt>
                <c:pt idx="1701">
                  <c:v>300.84758848</c:v>
                </c:pt>
                <c:pt idx="1702">
                  <c:v>300.84758849</c:v>
                </c:pt>
                <c:pt idx="1703">
                  <c:v>310.06232691</c:v>
                </c:pt>
                <c:pt idx="1704">
                  <c:v>310.06232691</c:v>
                </c:pt>
                <c:pt idx="1705">
                  <c:v>319.05472643</c:v>
                </c:pt>
                <c:pt idx="1706">
                  <c:v>319.05472643</c:v>
                </c:pt>
                <c:pt idx="1707">
                  <c:v>327.82544799</c:v>
                </c:pt>
                <c:pt idx="1708">
                  <c:v>327.82544799</c:v>
                </c:pt>
                <c:pt idx="1709">
                  <c:v>336.37514702</c:v>
                </c:pt>
                <c:pt idx="1710">
                  <c:v>336.37514702</c:v>
                </c:pt>
                <c:pt idx="1711">
                  <c:v>344.70447261</c:v>
                </c:pt>
                <c:pt idx="1712">
                  <c:v>344.70447261</c:v>
                </c:pt>
                <c:pt idx="1713">
                  <c:v>352.81406803</c:v>
                </c:pt>
                <c:pt idx="1714">
                  <c:v>352.81406803</c:v>
                </c:pt>
                <c:pt idx="1715">
                  <c:v>360.70457013</c:v>
                </c:pt>
                <c:pt idx="1716">
                  <c:v>360.70457013</c:v>
                </c:pt>
                <c:pt idx="1717">
                  <c:v>368.3766105</c:v>
                </c:pt>
                <c:pt idx="1718">
                  <c:v>368.37661049</c:v>
                </c:pt>
                <c:pt idx="1719">
                  <c:v>375.83081386</c:v>
                </c:pt>
                <c:pt idx="1720">
                  <c:v>375.83081386</c:v>
                </c:pt>
                <c:pt idx="1721">
                  <c:v>383.06779984</c:v>
                </c:pt>
                <c:pt idx="1722">
                  <c:v>383.06779985</c:v>
                </c:pt>
                <c:pt idx="1723">
                  <c:v>390.08818168</c:v>
                </c:pt>
                <c:pt idx="1724">
                  <c:v>390.08818168</c:v>
                </c:pt>
                <c:pt idx="1725">
                  <c:v>396.8925669</c:v>
                </c:pt>
                <c:pt idx="1726">
                  <c:v>396.8925669</c:v>
                </c:pt>
                <c:pt idx="1727">
                  <c:v>403.48155659</c:v>
                </c:pt>
                <c:pt idx="1728">
                  <c:v>403.48155659</c:v>
                </c:pt>
                <c:pt idx="1729">
                  <c:v>409.85574703</c:v>
                </c:pt>
                <c:pt idx="1730">
                  <c:v>409.85574703</c:v>
                </c:pt>
                <c:pt idx="1731">
                  <c:v>416.01572757</c:v>
                </c:pt>
                <c:pt idx="1732">
                  <c:v>416.01572757</c:v>
                </c:pt>
                <c:pt idx="1733">
                  <c:v>421.96208241</c:v>
                </c:pt>
                <c:pt idx="1734">
                  <c:v>421.96208241</c:v>
                </c:pt>
                <c:pt idx="1735">
                  <c:v>427.69538953</c:v>
                </c:pt>
                <c:pt idx="1736">
                  <c:v>427.69538953</c:v>
                </c:pt>
                <c:pt idx="1737">
                  <c:v>433.21622176</c:v>
                </c:pt>
                <c:pt idx="1738">
                  <c:v>433.21622176</c:v>
                </c:pt>
                <c:pt idx="1739">
                  <c:v>438.52514504</c:v>
                </c:pt>
                <c:pt idx="1740">
                  <c:v>438.52514504</c:v>
                </c:pt>
                <c:pt idx="1741">
                  <c:v>443.62272035</c:v>
                </c:pt>
                <c:pt idx="1742">
                  <c:v>443.62272035</c:v>
                </c:pt>
                <c:pt idx="1743">
                  <c:v>448.50950306</c:v>
                </c:pt>
                <c:pt idx="1744">
                  <c:v>448.50950306</c:v>
                </c:pt>
                <c:pt idx="1745">
                  <c:v>453.18604211</c:v>
                </c:pt>
                <c:pt idx="1746">
                  <c:v>453.18604211</c:v>
                </c:pt>
                <c:pt idx="1747">
                  <c:v>457.65288142</c:v>
                </c:pt>
                <c:pt idx="1748">
                  <c:v>457.65288142</c:v>
                </c:pt>
                <c:pt idx="1749">
                  <c:v>461.91055866</c:v>
                </c:pt>
                <c:pt idx="1750">
                  <c:v>461.91055866</c:v>
                </c:pt>
                <c:pt idx="1751">
                  <c:v>465.95960614</c:v>
                </c:pt>
                <c:pt idx="1752">
                  <c:v>465.95960614</c:v>
                </c:pt>
                <c:pt idx="1753">
                  <c:v>469.80055048</c:v>
                </c:pt>
                <c:pt idx="1754">
                  <c:v>469.80055048</c:v>
                </c:pt>
                <c:pt idx="1755">
                  <c:v>473.43391252</c:v>
                </c:pt>
                <c:pt idx="1756">
                  <c:v>473.43391252</c:v>
                </c:pt>
                <c:pt idx="1757">
                  <c:v>476.86020753</c:v>
                </c:pt>
                <c:pt idx="1758">
                  <c:v>476.86020753</c:v>
                </c:pt>
                <c:pt idx="1759">
                  <c:v>480.07994538</c:v>
                </c:pt>
                <c:pt idx="1760">
                  <c:v>480.07994538</c:v>
                </c:pt>
                <c:pt idx="1761">
                  <c:v>483.09362981</c:v>
                </c:pt>
                <c:pt idx="1762">
                  <c:v>483.09362981</c:v>
                </c:pt>
                <c:pt idx="1763">
                  <c:v>485.90175966</c:v>
                </c:pt>
                <c:pt idx="1764">
                  <c:v>485.90175966</c:v>
                </c:pt>
                <c:pt idx="1765">
                  <c:v>488.50482741</c:v>
                </c:pt>
                <c:pt idx="1766">
                  <c:v>488.50482741</c:v>
                </c:pt>
                <c:pt idx="1767">
                  <c:v>490.90332089</c:v>
                </c:pt>
                <c:pt idx="1768">
                  <c:v>490.90332089</c:v>
                </c:pt>
                <c:pt idx="1769">
                  <c:v>493.09772153</c:v>
                </c:pt>
                <c:pt idx="1770">
                  <c:v>493.09772152</c:v>
                </c:pt>
                <c:pt idx="1771">
                  <c:v>495.08850589</c:v>
                </c:pt>
                <c:pt idx="1772">
                  <c:v>495.08850589</c:v>
                </c:pt>
                <c:pt idx="1773">
                  <c:v>496.87614467</c:v>
                </c:pt>
                <c:pt idx="1774">
                  <c:v>496.87614467</c:v>
                </c:pt>
                <c:pt idx="1775">
                  <c:v>498.46110304</c:v>
                </c:pt>
                <c:pt idx="1776">
                  <c:v>498.46110304</c:v>
                </c:pt>
                <c:pt idx="1777">
                  <c:v>499.8438412</c:v>
                </c:pt>
                <c:pt idx="1778">
                  <c:v>499.8438412</c:v>
                </c:pt>
                <c:pt idx="1779">
                  <c:v>501.0248131</c:v>
                </c:pt>
                <c:pt idx="1780">
                  <c:v>501.0248131</c:v>
                </c:pt>
                <c:pt idx="1781">
                  <c:v>502.00446774</c:v>
                </c:pt>
                <c:pt idx="1782">
                  <c:v>502.00446774</c:v>
                </c:pt>
                <c:pt idx="1783">
                  <c:v>502.7832488</c:v>
                </c:pt>
                <c:pt idx="1784">
                  <c:v>502.7832488</c:v>
                </c:pt>
                <c:pt idx="1785">
                  <c:v>503.36159411</c:v>
                </c:pt>
                <c:pt idx="1786">
                  <c:v>503.36159411</c:v>
                </c:pt>
                <c:pt idx="1787">
                  <c:v>503.73993642</c:v>
                </c:pt>
                <c:pt idx="1788">
                  <c:v>503.73993642</c:v>
                </c:pt>
                <c:pt idx="1789">
                  <c:v>503.91870283</c:v>
                </c:pt>
                <c:pt idx="1790">
                  <c:v>503.91870283</c:v>
                </c:pt>
                <c:pt idx="1791">
                  <c:v>503.89831528</c:v>
                </c:pt>
                <c:pt idx="1792">
                  <c:v>503.89831528</c:v>
                </c:pt>
                <c:pt idx="1793">
                  <c:v>503.67919039</c:v>
                </c:pt>
                <c:pt idx="1794">
                  <c:v>503.67919039</c:v>
                </c:pt>
                <c:pt idx="1795">
                  <c:v>503.26173903</c:v>
                </c:pt>
                <c:pt idx="1796">
                  <c:v>503.26173903</c:v>
                </c:pt>
                <c:pt idx="1797">
                  <c:v>502.64636719</c:v>
                </c:pt>
                <c:pt idx="1798">
                  <c:v>502.64636719</c:v>
                </c:pt>
                <c:pt idx="1799">
                  <c:v>501.83347537</c:v>
                </c:pt>
                <c:pt idx="1800">
                  <c:v>501.83347537</c:v>
                </c:pt>
                <c:pt idx="1801">
                  <c:v>500.82345846</c:v>
                </c:pt>
                <c:pt idx="1802">
                  <c:v>500.82345846</c:v>
                </c:pt>
                <c:pt idx="1803">
                  <c:v>499.61670635</c:v>
                </c:pt>
                <c:pt idx="1804">
                  <c:v>499.61670635</c:v>
                </c:pt>
                <c:pt idx="1805">
                  <c:v>498.21360364</c:v>
                </c:pt>
                <c:pt idx="1806">
                  <c:v>498.21360364</c:v>
                </c:pt>
                <c:pt idx="1807">
                  <c:v>496.6145297</c:v>
                </c:pt>
                <c:pt idx="1808">
                  <c:v>496.6145297</c:v>
                </c:pt>
                <c:pt idx="1809">
                  <c:v>494.81985807</c:v>
                </c:pt>
                <c:pt idx="1810">
                  <c:v>494.81985807</c:v>
                </c:pt>
                <c:pt idx="1811">
                  <c:v>492.82995783</c:v>
                </c:pt>
                <c:pt idx="1812">
                  <c:v>492.82995783</c:v>
                </c:pt>
                <c:pt idx="1813">
                  <c:v>490.64519225</c:v>
                </c:pt>
                <c:pt idx="1814">
                  <c:v>490.64519226</c:v>
                </c:pt>
                <c:pt idx="1815">
                  <c:v>488.26591933</c:v>
                </c:pt>
                <c:pt idx="1816">
                  <c:v>488.26591933</c:v>
                </c:pt>
                <c:pt idx="1817">
                  <c:v>485.69249227</c:v>
                </c:pt>
                <c:pt idx="1818">
                  <c:v>485.69249227</c:v>
                </c:pt>
                <c:pt idx="1819">
                  <c:v>482.92525873</c:v>
                </c:pt>
                <c:pt idx="1820">
                  <c:v>482.92525873</c:v>
                </c:pt>
                <c:pt idx="1821">
                  <c:v>479.96456096</c:v>
                </c:pt>
                <c:pt idx="1822">
                  <c:v>479.96456096</c:v>
                </c:pt>
                <c:pt idx="1823">
                  <c:v>476.81073654</c:v>
                </c:pt>
                <c:pt idx="1824">
                  <c:v>476.81073654</c:v>
                </c:pt>
                <c:pt idx="1825">
                  <c:v>473.46411725</c:v>
                </c:pt>
                <c:pt idx="1826">
                  <c:v>473.46411725</c:v>
                </c:pt>
                <c:pt idx="1827">
                  <c:v>469.92503003</c:v>
                </c:pt>
                <c:pt idx="1828">
                  <c:v>469.92503003</c:v>
                </c:pt>
                <c:pt idx="1829">
                  <c:v>466.19379656</c:v>
                </c:pt>
                <c:pt idx="1830">
                  <c:v>466.19379656</c:v>
                </c:pt>
                <c:pt idx="1831">
                  <c:v>462.27073316</c:v>
                </c:pt>
                <c:pt idx="1832">
                  <c:v>462.27073316</c:v>
                </c:pt>
                <c:pt idx="1833">
                  <c:v>458.15615127</c:v>
                </c:pt>
                <c:pt idx="1834">
                  <c:v>458.15615127</c:v>
                </c:pt>
                <c:pt idx="1835">
                  <c:v>453.85035692</c:v>
                </c:pt>
                <c:pt idx="1836">
                  <c:v>453.85035692</c:v>
                </c:pt>
                <c:pt idx="1837">
                  <c:v>449.35365092</c:v>
                </c:pt>
                <c:pt idx="1838">
                  <c:v>449.35365092</c:v>
                </c:pt>
                <c:pt idx="1839">
                  <c:v>444.66632905</c:v>
                </c:pt>
                <c:pt idx="1840">
                  <c:v>444.66632905</c:v>
                </c:pt>
                <c:pt idx="1841">
                  <c:v>439.78868199</c:v>
                </c:pt>
                <c:pt idx="1842">
                  <c:v>439.78868199</c:v>
                </c:pt>
                <c:pt idx="1843">
                  <c:v>434.72099487</c:v>
                </c:pt>
                <c:pt idx="1844">
                  <c:v>434.72099487</c:v>
                </c:pt>
                <c:pt idx="1845">
                  <c:v>429.46354815</c:v>
                </c:pt>
                <c:pt idx="1846">
                  <c:v>429.46354815</c:v>
                </c:pt>
                <c:pt idx="1847">
                  <c:v>424.01661677</c:v>
                </c:pt>
                <c:pt idx="1848">
                  <c:v>424.01661677</c:v>
                </c:pt>
                <c:pt idx="1849">
                  <c:v>418.38047055</c:v>
                </c:pt>
                <c:pt idx="1850">
                  <c:v>418.38047055</c:v>
                </c:pt>
                <c:pt idx="1851">
                  <c:v>412.55537433</c:v>
                </c:pt>
                <c:pt idx="1852">
                  <c:v>412.55537433</c:v>
                </c:pt>
                <c:pt idx="1853">
                  <c:v>406.5415875</c:v>
                </c:pt>
                <c:pt idx="1854">
                  <c:v>406.5415875</c:v>
                </c:pt>
                <c:pt idx="1855">
                  <c:v>400.33936455</c:v>
                </c:pt>
                <c:pt idx="1856">
                  <c:v>400.33936455</c:v>
                </c:pt>
                <c:pt idx="1857">
                  <c:v>393.94895456</c:v>
                </c:pt>
                <c:pt idx="1858">
                  <c:v>393.94895456</c:v>
                </c:pt>
                <c:pt idx="1859">
                  <c:v>387.37060155</c:v>
                </c:pt>
                <c:pt idx="1860">
                  <c:v>387.37060155</c:v>
                </c:pt>
                <c:pt idx="1861">
                  <c:v>380.60454437</c:v>
                </c:pt>
                <c:pt idx="1862">
                  <c:v>380.60454437</c:v>
                </c:pt>
                <c:pt idx="1863">
                  <c:v>373.65101657</c:v>
                </c:pt>
                <c:pt idx="1864">
                  <c:v>373.65101657</c:v>
                </c:pt>
                <c:pt idx="1865">
                  <c:v>366.5102466</c:v>
                </c:pt>
                <c:pt idx="1866">
                  <c:v>366.5102466</c:v>
                </c:pt>
                <c:pt idx="1867">
                  <c:v>359.18245767</c:v>
                </c:pt>
                <c:pt idx="1868">
                  <c:v>359.18245767</c:v>
                </c:pt>
                <c:pt idx="1869">
                  <c:v>351.66786768</c:v>
                </c:pt>
                <c:pt idx="1870">
                  <c:v>351.66786768</c:v>
                </c:pt>
                <c:pt idx="1871">
                  <c:v>343.96668936</c:v>
                </c:pt>
                <c:pt idx="1872">
                  <c:v>343.96668936</c:v>
                </c:pt>
                <c:pt idx="1873">
                  <c:v>336.07913025</c:v>
                </c:pt>
                <c:pt idx="1874">
                  <c:v>336.07913025</c:v>
                </c:pt>
                <c:pt idx="1875">
                  <c:v>328.00539256</c:v>
                </c:pt>
                <c:pt idx="1876">
                  <c:v>328.00539256</c:v>
                </c:pt>
                <c:pt idx="1877">
                  <c:v>319.74567323</c:v>
                </c:pt>
                <c:pt idx="1878">
                  <c:v>319.74567323</c:v>
                </c:pt>
                <c:pt idx="1879">
                  <c:v>311.30016389</c:v>
                </c:pt>
                <c:pt idx="1880">
                  <c:v>311.30016389</c:v>
                </c:pt>
                <c:pt idx="1881">
                  <c:v>302.66905083</c:v>
                </c:pt>
                <c:pt idx="1882">
                  <c:v>302.66905083</c:v>
                </c:pt>
                <c:pt idx="1883">
                  <c:v>293.85251509</c:v>
                </c:pt>
                <c:pt idx="1884">
                  <c:v>293.85251509</c:v>
                </c:pt>
                <c:pt idx="1885">
                  <c:v>284.85073227</c:v>
                </c:pt>
                <c:pt idx="1886">
                  <c:v>284.85073227</c:v>
                </c:pt>
                <c:pt idx="1887">
                  <c:v>275.66387262</c:v>
                </c:pt>
                <c:pt idx="1888">
                  <c:v>275.66387262</c:v>
                </c:pt>
                <c:pt idx="1889">
                  <c:v>266.29210093</c:v>
                </c:pt>
                <c:pt idx="1890">
                  <c:v>266.29210093</c:v>
                </c:pt>
                <c:pt idx="1891">
                  <c:v>256.73557661</c:v>
                </c:pt>
                <c:pt idx="1892">
                  <c:v>256.73557661</c:v>
                </c:pt>
                <c:pt idx="1893">
                  <c:v>246.99445348</c:v>
                </c:pt>
                <c:pt idx="1894">
                  <c:v>246.99445348</c:v>
                </c:pt>
                <c:pt idx="1895">
                  <c:v>237.06887997</c:v>
                </c:pt>
                <c:pt idx="1896">
                  <c:v>237.06887997</c:v>
                </c:pt>
                <c:pt idx="1897">
                  <c:v>226.95899885</c:v>
                </c:pt>
                <c:pt idx="1898">
                  <c:v>226.95899885</c:v>
                </c:pt>
                <c:pt idx="1899">
                  <c:v>216.66494733</c:v>
                </c:pt>
                <c:pt idx="1900">
                  <c:v>216.66494733</c:v>
                </c:pt>
                <c:pt idx="1901">
                  <c:v>206.18685697</c:v>
                </c:pt>
                <c:pt idx="1902">
                  <c:v>206.18685697</c:v>
                </c:pt>
                <c:pt idx="1903">
                  <c:v>195.52485359</c:v>
                </c:pt>
                <c:pt idx="1904">
                  <c:v>195.52485359</c:v>
                </c:pt>
                <c:pt idx="1905">
                  <c:v>184.6790573</c:v>
                </c:pt>
                <c:pt idx="1906">
                  <c:v>184.6790573</c:v>
                </c:pt>
                <c:pt idx="1907">
                  <c:v>173.64958235</c:v>
                </c:pt>
                <c:pt idx="1908">
                  <c:v>173.64958235</c:v>
                </c:pt>
                <c:pt idx="1909">
                  <c:v>162.43653711</c:v>
                </c:pt>
                <c:pt idx="1910">
                  <c:v>162.43653711</c:v>
                </c:pt>
                <c:pt idx="1911">
                  <c:v>151.04002397</c:v>
                </c:pt>
                <c:pt idx="1912">
                  <c:v>151.04002397</c:v>
                </c:pt>
                <c:pt idx="1913">
                  <c:v>139.46013926</c:v>
                </c:pt>
                <c:pt idx="1914">
                  <c:v>139.46013926</c:v>
                </c:pt>
                <c:pt idx="1915">
                  <c:v>127.69697315</c:v>
                </c:pt>
                <c:pt idx="1916">
                  <c:v>127.69697315</c:v>
                </c:pt>
                <c:pt idx="1917">
                  <c:v>115.75060958</c:v>
                </c:pt>
                <c:pt idx="1918">
                  <c:v>115.75060958</c:v>
                </c:pt>
                <c:pt idx="1919">
                  <c:v>103.62112608</c:v>
                </c:pt>
                <c:pt idx="1920">
                  <c:v>103.62112608</c:v>
                </c:pt>
                <c:pt idx="1921">
                  <c:v>91.30859365000001</c:v>
                </c:pt>
                <c:pt idx="1922">
                  <c:v>91.30859365000001</c:v>
                </c:pt>
                <c:pt idx="1923">
                  <c:v>78.81307664000001</c:v>
                </c:pt>
                <c:pt idx="1924">
                  <c:v>78.81307664000001</c:v>
                </c:pt>
                <c:pt idx="1925">
                  <c:v>66.1346325</c:v>
                </c:pt>
                <c:pt idx="1926">
                  <c:v>66.1346325</c:v>
                </c:pt>
                <c:pt idx="1927">
                  <c:v>53.27331158</c:v>
                </c:pt>
                <c:pt idx="1928">
                  <c:v>53.27331158</c:v>
                </c:pt>
                <c:pt idx="1929">
                  <c:v>40.22915687</c:v>
                </c:pt>
                <c:pt idx="1930">
                  <c:v>40.22915687</c:v>
                </c:pt>
                <c:pt idx="1931">
                  <c:v>27.00220357</c:v>
                </c:pt>
                <c:pt idx="1932">
                  <c:v>27.00220357</c:v>
                </c:pt>
                <c:pt idx="1933">
                  <c:v>13.59247865</c:v>
                </c:pt>
                <c:pt idx="1934">
                  <c:v>13.59247865</c:v>
                </c:pt>
                <c:pt idx="1935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Sheet1!$B$1939</c:f>
              <c:strCache>
                <c:ptCount val="1"/>
                <c:pt idx="0">
                  <c:v>最小值</c:v>
                </c:pt>
              </c:strCache>
            </c:strRef>
          </c:tx>
          <c:spPr>
            <a:ln w="21590">
              <a:solidFill>
                <a:srgbClr val="9E2A2B"/>
              </a:solidFill>
            </a:ln>
          </c:spPr>
          <c:marker>
            <c:symbol val="none"/>
          </c:marker>
          <c:xVal>
            <c:numRef>
              <c:f>Sheet1!$A$1940:$A$3875</c:f>
              <c:numCache>
                <c:formatCode>General</c:formatCode>
                <c:ptCount val="1936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  <c:pt idx="880">
                  <c:v>220</c:v>
                </c:pt>
                <c:pt idx="881">
                  <c:v>220.5</c:v>
                </c:pt>
                <c:pt idx="882">
                  <c:v>220.5</c:v>
                </c:pt>
                <c:pt idx="883">
                  <c:v>221</c:v>
                </c:pt>
                <c:pt idx="884">
                  <c:v>221</c:v>
                </c:pt>
                <c:pt idx="885">
                  <c:v>221.5</c:v>
                </c:pt>
                <c:pt idx="886">
                  <c:v>221.5</c:v>
                </c:pt>
                <c:pt idx="887">
                  <c:v>222</c:v>
                </c:pt>
                <c:pt idx="888">
                  <c:v>222</c:v>
                </c:pt>
                <c:pt idx="889">
                  <c:v>222.5</c:v>
                </c:pt>
                <c:pt idx="890">
                  <c:v>222.5</c:v>
                </c:pt>
                <c:pt idx="891">
                  <c:v>223</c:v>
                </c:pt>
                <c:pt idx="892">
                  <c:v>223</c:v>
                </c:pt>
                <c:pt idx="893">
                  <c:v>223.5</c:v>
                </c:pt>
                <c:pt idx="894">
                  <c:v>223.5</c:v>
                </c:pt>
                <c:pt idx="895">
                  <c:v>224</c:v>
                </c:pt>
                <c:pt idx="896">
                  <c:v>224</c:v>
                </c:pt>
                <c:pt idx="897">
                  <c:v>224.5</c:v>
                </c:pt>
                <c:pt idx="898">
                  <c:v>224.5</c:v>
                </c:pt>
                <c:pt idx="899">
                  <c:v>225</c:v>
                </c:pt>
                <c:pt idx="900">
                  <c:v>225</c:v>
                </c:pt>
                <c:pt idx="901">
                  <c:v>225.5</c:v>
                </c:pt>
                <c:pt idx="902">
                  <c:v>225.5</c:v>
                </c:pt>
                <c:pt idx="903">
                  <c:v>226</c:v>
                </c:pt>
                <c:pt idx="904">
                  <c:v>226</c:v>
                </c:pt>
                <c:pt idx="905">
                  <c:v>226.5</c:v>
                </c:pt>
                <c:pt idx="906">
                  <c:v>226.5</c:v>
                </c:pt>
                <c:pt idx="907">
                  <c:v>227</c:v>
                </c:pt>
                <c:pt idx="908">
                  <c:v>227</c:v>
                </c:pt>
                <c:pt idx="909">
                  <c:v>227.5</c:v>
                </c:pt>
                <c:pt idx="910">
                  <c:v>227.5</c:v>
                </c:pt>
                <c:pt idx="911">
                  <c:v>228</c:v>
                </c:pt>
                <c:pt idx="912">
                  <c:v>228</c:v>
                </c:pt>
                <c:pt idx="913">
                  <c:v>228.5</c:v>
                </c:pt>
                <c:pt idx="914">
                  <c:v>228.5</c:v>
                </c:pt>
                <c:pt idx="915">
                  <c:v>229</c:v>
                </c:pt>
                <c:pt idx="916">
                  <c:v>229</c:v>
                </c:pt>
                <c:pt idx="917">
                  <c:v>229.5</c:v>
                </c:pt>
                <c:pt idx="918">
                  <c:v>229.5</c:v>
                </c:pt>
                <c:pt idx="919">
                  <c:v>230</c:v>
                </c:pt>
                <c:pt idx="920">
                  <c:v>230</c:v>
                </c:pt>
                <c:pt idx="921">
                  <c:v>230.5</c:v>
                </c:pt>
                <c:pt idx="922">
                  <c:v>230.5</c:v>
                </c:pt>
                <c:pt idx="923">
                  <c:v>231</c:v>
                </c:pt>
                <c:pt idx="924">
                  <c:v>231</c:v>
                </c:pt>
                <c:pt idx="925">
                  <c:v>231.5</c:v>
                </c:pt>
                <c:pt idx="926">
                  <c:v>231.5</c:v>
                </c:pt>
                <c:pt idx="927">
                  <c:v>232</c:v>
                </c:pt>
                <c:pt idx="928">
                  <c:v>232</c:v>
                </c:pt>
                <c:pt idx="929">
                  <c:v>232.5</c:v>
                </c:pt>
                <c:pt idx="930">
                  <c:v>232.5</c:v>
                </c:pt>
                <c:pt idx="931">
                  <c:v>233</c:v>
                </c:pt>
                <c:pt idx="932">
                  <c:v>233</c:v>
                </c:pt>
                <c:pt idx="933">
                  <c:v>233.5</c:v>
                </c:pt>
                <c:pt idx="934">
                  <c:v>233.5</c:v>
                </c:pt>
                <c:pt idx="935">
                  <c:v>234</c:v>
                </c:pt>
                <c:pt idx="936">
                  <c:v>234</c:v>
                </c:pt>
                <c:pt idx="937">
                  <c:v>234.5</c:v>
                </c:pt>
                <c:pt idx="938">
                  <c:v>234.5</c:v>
                </c:pt>
                <c:pt idx="939">
                  <c:v>235</c:v>
                </c:pt>
                <c:pt idx="940">
                  <c:v>235</c:v>
                </c:pt>
                <c:pt idx="941">
                  <c:v>235.5</c:v>
                </c:pt>
                <c:pt idx="942">
                  <c:v>235.5</c:v>
                </c:pt>
                <c:pt idx="943">
                  <c:v>236</c:v>
                </c:pt>
                <c:pt idx="944">
                  <c:v>236</c:v>
                </c:pt>
                <c:pt idx="945">
                  <c:v>236.5</c:v>
                </c:pt>
                <c:pt idx="946">
                  <c:v>236.5</c:v>
                </c:pt>
                <c:pt idx="947">
                  <c:v>237</c:v>
                </c:pt>
                <c:pt idx="948">
                  <c:v>237</c:v>
                </c:pt>
                <c:pt idx="949">
                  <c:v>237.5</c:v>
                </c:pt>
                <c:pt idx="950">
                  <c:v>237.5</c:v>
                </c:pt>
                <c:pt idx="951">
                  <c:v>238</c:v>
                </c:pt>
                <c:pt idx="952">
                  <c:v>238</c:v>
                </c:pt>
                <c:pt idx="953">
                  <c:v>238.5</c:v>
                </c:pt>
                <c:pt idx="954">
                  <c:v>238.5</c:v>
                </c:pt>
                <c:pt idx="955">
                  <c:v>239</c:v>
                </c:pt>
                <c:pt idx="956">
                  <c:v>239</c:v>
                </c:pt>
                <c:pt idx="957">
                  <c:v>239.5</c:v>
                </c:pt>
                <c:pt idx="958">
                  <c:v>239.5</c:v>
                </c:pt>
                <c:pt idx="959">
                  <c:v>240</c:v>
                </c:pt>
                <c:pt idx="960">
                  <c:v>240</c:v>
                </c:pt>
                <c:pt idx="961">
                  <c:v>240.5</c:v>
                </c:pt>
                <c:pt idx="962">
                  <c:v>240.5</c:v>
                </c:pt>
                <c:pt idx="963">
                  <c:v>241</c:v>
                </c:pt>
                <c:pt idx="964">
                  <c:v>241</c:v>
                </c:pt>
                <c:pt idx="965">
                  <c:v>241.5</c:v>
                </c:pt>
                <c:pt idx="966">
                  <c:v>241.5</c:v>
                </c:pt>
                <c:pt idx="967">
                  <c:v>242</c:v>
                </c:pt>
                <c:pt idx="968">
                  <c:v>242</c:v>
                </c:pt>
                <c:pt idx="969">
                  <c:v>242.5</c:v>
                </c:pt>
                <c:pt idx="970">
                  <c:v>242.5</c:v>
                </c:pt>
                <c:pt idx="971">
                  <c:v>243</c:v>
                </c:pt>
                <c:pt idx="972">
                  <c:v>243</c:v>
                </c:pt>
                <c:pt idx="973">
                  <c:v>243.5</c:v>
                </c:pt>
                <c:pt idx="974">
                  <c:v>243.5</c:v>
                </c:pt>
                <c:pt idx="975">
                  <c:v>244</c:v>
                </c:pt>
                <c:pt idx="976">
                  <c:v>244</c:v>
                </c:pt>
                <c:pt idx="977">
                  <c:v>244.5</c:v>
                </c:pt>
                <c:pt idx="978">
                  <c:v>244.5</c:v>
                </c:pt>
                <c:pt idx="979">
                  <c:v>245</c:v>
                </c:pt>
                <c:pt idx="980">
                  <c:v>245</c:v>
                </c:pt>
                <c:pt idx="981">
                  <c:v>245.5</c:v>
                </c:pt>
                <c:pt idx="982">
                  <c:v>245.5</c:v>
                </c:pt>
                <c:pt idx="983">
                  <c:v>246</c:v>
                </c:pt>
                <c:pt idx="984">
                  <c:v>246</c:v>
                </c:pt>
                <c:pt idx="985">
                  <c:v>246.5</c:v>
                </c:pt>
                <c:pt idx="986">
                  <c:v>246.5</c:v>
                </c:pt>
                <c:pt idx="987">
                  <c:v>247</c:v>
                </c:pt>
                <c:pt idx="988">
                  <c:v>247</c:v>
                </c:pt>
                <c:pt idx="989">
                  <c:v>247.5</c:v>
                </c:pt>
                <c:pt idx="990">
                  <c:v>247.5</c:v>
                </c:pt>
                <c:pt idx="991">
                  <c:v>248</c:v>
                </c:pt>
                <c:pt idx="992">
                  <c:v>248</c:v>
                </c:pt>
                <c:pt idx="993">
                  <c:v>248.5</c:v>
                </c:pt>
                <c:pt idx="994">
                  <c:v>248.5</c:v>
                </c:pt>
                <c:pt idx="995">
                  <c:v>249</c:v>
                </c:pt>
                <c:pt idx="996">
                  <c:v>249</c:v>
                </c:pt>
                <c:pt idx="997">
                  <c:v>249.5</c:v>
                </c:pt>
                <c:pt idx="998">
                  <c:v>249.5</c:v>
                </c:pt>
                <c:pt idx="999">
                  <c:v>250</c:v>
                </c:pt>
                <c:pt idx="1000">
                  <c:v>250</c:v>
                </c:pt>
                <c:pt idx="1001">
                  <c:v>250.5</c:v>
                </c:pt>
                <c:pt idx="1002">
                  <c:v>250.5</c:v>
                </c:pt>
                <c:pt idx="1003">
                  <c:v>251</c:v>
                </c:pt>
                <c:pt idx="1004">
                  <c:v>251</c:v>
                </c:pt>
                <c:pt idx="1005">
                  <c:v>251.5</c:v>
                </c:pt>
                <c:pt idx="1006">
                  <c:v>251.5</c:v>
                </c:pt>
                <c:pt idx="1007">
                  <c:v>252</c:v>
                </c:pt>
                <c:pt idx="1008">
                  <c:v>252</c:v>
                </c:pt>
                <c:pt idx="1009">
                  <c:v>252.5</c:v>
                </c:pt>
                <c:pt idx="1010">
                  <c:v>252.5</c:v>
                </c:pt>
                <c:pt idx="1011">
                  <c:v>253</c:v>
                </c:pt>
                <c:pt idx="1012">
                  <c:v>253</c:v>
                </c:pt>
                <c:pt idx="1013">
                  <c:v>253.5</c:v>
                </c:pt>
                <c:pt idx="1014">
                  <c:v>253.5</c:v>
                </c:pt>
                <c:pt idx="1015">
                  <c:v>254</c:v>
                </c:pt>
                <c:pt idx="1016">
                  <c:v>254</c:v>
                </c:pt>
                <c:pt idx="1017">
                  <c:v>254.5</c:v>
                </c:pt>
                <c:pt idx="1018">
                  <c:v>254.5</c:v>
                </c:pt>
                <c:pt idx="1019">
                  <c:v>255</c:v>
                </c:pt>
                <c:pt idx="1020">
                  <c:v>255</c:v>
                </c:pt>
                <c:pt idx="1021">
                  <c:v>255.5</c:v>
                </c:pt>
                <c:pt idx="1022">
                  <c:v>255.5</c:v>
                </c:pt>
                <c:pt idx="1023">
                  <c:v>256</c:v>
                </c:pt>
                <c:pt idx="1024">
                  <c:v>256</c:v>
                </c:pt>
                <c:pt idx="1025">
                  <c:v>256.5</c:v>
                </c:pt>
                <c:pt idx="1026">
                  <c:v>256.5</c:v>
                </c:pt>
                <c:pt idx="1027">
                  <c:v>257</c:v>
                </c:pt>
                <c:pt idx="1028">
                  <c:v>257</c:v>
                </c:pt>
                <c:pt idx="1029">
                  <c:v>257.5</c:v>
                </c:pt>
                <c:pt idx="1030">
                  <c:v>257.5</c:v>
                </c:pt>
                <c:pt idx="1031">
                  <c:v>258</c:v>
                </c:pt>
                <c:pt idx="1032">
                  <c:v>258</c:v>
                </c:pt>
                <c:pt idx="1033">
                  <c:v>258.5</c:v>
                </c:pt>
                <c:pt idx="1034">
                  <c:v>258.5</c:v>
                </c:pt>
                <c:pt idx="1035">
                  <c:v>259</c:v>
                </c:pt>
                <c:pt idx="1036">
                  <c:v>259</c:v>
                </c:pt>
                <c:pt idx="1037">
                  <c:v>259.5</c:v>
                </c:pt>
                <c:pt idx="1038">
                  <c:v>259.5</c:v>
                </c:pt>
                <c:pt idx="1039">
                  <c:v>260</c:v>
                </c:pt>
                <c:pt idx="1040">
                  <c:v>260</c:v>
                </c:pt>
                <c:pt idx="1041">
                  <c:v>260.5</c:v>
                </c:pt>
                <c:pt idx="1042">
                  <c:v>260.5</c:v>
                </c:pt>
                <c:pt idx="1043">
                  <c:v>261</c:v>
                </c:pt>
                <c:pt idx="1044">
                  <c:v>261</c:v>
                </c:pt>
                <c:pt idx="1045">
                  <c:v>261.5</c:v>
                </c:pt>
                <c:pt idx="1046">
                  <c:v>261.5</c:v>
                </c:pt>
                <c:pt idx="1047">
                  <c:v>262</c:v>
                </c:pt>
                <c:pt idx="1048">
                  <c:v>262</c:v>
                </c:pt>
                <c:pt idx="1049">
                  <c:v>262.5</c:v>
                </c:pt>
                <c:pt idx="1050">
                  <c:v>262.5</c:v>
                </c:pt>
                <c:pt idx="1051">
                  <c:v>263</c:v>
                </c:pt>
                <c:pt idx="1052">
                  <c:v>263</c:v>
                </c:pt>
                <c:pt idx="1053">
                  <c:v>263.5</c:v>
                </c:pt>
                <c:pt idx="1054">
                  <c:v>263.5</c:v>
                </c:pt>
                <c:pt idx="1055">
                  <c:v>264</c:v>
                </c:pt>
                <c:pt idx="1056">
                  <c:v>264</c:v>
                </c:pt>
                <c:pt idx="1057">
                  <c:v>264.5</c:v>
                </c:pt>
                <c:pt idx="1058">
                  <c:v>264.5</c:v>
                </c:pt>
                <c:pt idx="1059">
                  <c:v>265</c:v>
                </c:pt>
                <c:pt idx="1060">
                  <c:v>265</c:v>
                </c:pt>
                <c:pt idx="1061">
                  <c:v>265.5</c:v>
                </c:pt>
                <c:pt idx="1062">
                  <c:v>265.5</c:v>
                </c:pt>
                <c:pt idx="1063">
                  <c:v>266</c:v>
                </c:pt>
                <c:pt idx="1064">
                  <c:v>266</c:v>
                </c:pt>
                <c:pt idx="1065">
                  <c:v>266.5</c:v>
                </c:pt>
                <c:pt idx="1066">
                  <c:v>266.5</c:v>
                </c:pt>
                <c:pt idx="1067">
                  <c:v>267</c:v>
                </c:pt>
                <c:pt idx="1068">
                  <c:v>267</c:v>
                </c:pt>
                <c:pt idx="1069">
                  <c:v>267.5</c:v>
                </c:pt>
                <c:pt idx="1070">
                  <c:v>267.5</c:v>
                </c:pt>
                <c:pt idx="1071">
                  <c:v>268</c:v>
                </c:pt>
                <c:pt idx="1072">
                  <c:v>268</c:v>
                </c:pt>
                <c:pt idx="1073">
                  <c:v>268.5</c:v>
                </c:pt>
                <c:pt idx="1074">
                  <c:v>268.5</c:v>
                </c:pt>
                <c:pt idx="1075">
                  <c:v>269</c:v>
                </c:pt>
                <c:pt idx="1076">
                  <c:v>269</c:v>
                </c:pt>
                <c:pt idx="1077">
                  <c:v>269.5</c:v>
                </c:pt>
                <c:pt idx="1078">
                  <c:v>269.5</c:v>
                </c:pt>
                <c:pt idx="1079">
                  <c:v>270</c:v>
                </c:pt>
                <c:pt idx="1080">
                  <c:v>270</c:v>
                </c:pt>
                <c:pt idx="1081">
                  <c:v>270.5</c:v>
                </c:pt>
                <c:pt idx="1082">
                  <c:v>270.5</c:v>
                </c:pt>
                <c:pt idx="1083">
                  <c:v>271</c:v>
                </c:pt>
                <c:pt idx="1084">
                  <c:v>271</c:v>
                </c:pt>
                <c:pt idx="1085">
                  <c:v>271.5</c:v>
                </c:pt>
                <c:pt idx="1086">
                  <c:v>271.5</c:v>
                </c:pt>
                <c:pt idx="1087">
                  <c:v>272</c:v>
                </c:pt>
                <c:pt idx="1088">
                  <c:v>272</c:v>
                </c:pt>
                <c:pt idx="1089">
                  <c:v>272.5</c:v>
                </c:pt>
                <c:pt idx="1090">
                  <c:v>272.5</c:v>
                </c:pt>
                <c:pt idx="1091">
                  <c:v>273</c:v>
                </c:pt>
                <c:pt idx="1092">
                  <c:v>273</c:v>
                </c:pt>
                <c:pt idx="1093">
                  <c:v>273.5</c:v>
                </c:pt>
                <c:pt idx="1094">
                  <c:v>273.5</c:v>
                </c:pt>
                <c:pt idx="1095">
                  <c:v>274</c:v>
                </c:pt>
                <c:pt idx="1096">
                  <c:v>274</c:v>
                </c:pt>
                <c:pt idx="1097">
                  <c:v>274.5</c:v>
                </c:pt>
                <c:pt idx="1098">
                  <c:v>274.5</c:v>
                </c:pt>
                <c:pt idx="1099">
                  <c:v>275</c:v>
                </c:pt>
                <c:pt idx="1100">
                  <c:v>275</c:v>
                </c:pt>
                <c:pt idx="1101">
                  <c:v>275.5</c:v>
                </c:pt>
                <c:pt idx="1102">
                  <c:v>275.5</c:v>
                </c:pt>
                <c:pt idx="1103">
                  <c:v>276</c:v>
                </c:pt>
                <c:pt idx="1104">
                  <c:v>276</c:v>
                </c:pt>
                <c:pt idx="1105">
                  <c:v>276.5</c:v>
                </c:pt>
                <c:pt idx="1106">
                  <c:v>276.5</c:v>
                </c:pt>
                <c:pt idx="1107">
                  <c:v>277</c:v>
                </c:pt>
                <c:pt idx="1108">
                  <c:v>277</c:v>
                </c:pt>
                <c:pt idx="1109">
                  <c:v>277.5</c:v>
                </c:pt>
                <c:pt idx="1110">
                  <c:v>277.5</c:v>
                </c:pt>
                <c:pt idx="1111">
                  <c:v>278</c:v>
                </c:pt>
                <c:pt idx="1112">
                  <c:v>278</c:v>
                </c:pt>
                <c:pt idx="1113">
                  <c:v>278.5</c:v>
                </c:pt>
                <c:pt idx="1114">
                  <c:v>278.5</c:v>
                </c:pt>
                <c:pt idx="1115">
                  <c:v>279</c:v>
                </c:pt>
                <c:pt idx="1116">
                  <c:v>279</c:v>
                </c:pt>
                <c:pt idx="1117">
                  <c:v>279.5</c:v>
                </c:pt>
                <c:pt idx="1118">
                  <c:v>279.5</c:v>
                </c:pt>
                <c:pt idx="1119">
                  <c:v>280</c:v>
                </c:pt>
                <c:pt idx="1120">
                  <c:v>280</c:v>
                </c:pt>
                <c:pt idx="1121">
                  <c:v>280.5</c:v>
                </c:pt>
                <c:pt idx="1122">
                  <c:v>280.5</c:v>
                </c:pt>
                <c:pt idx="1123">
                  <c:v>281</c:v>
                </c:pt>
                <c:pt idx="1124">
                  <c:v>281</c:v>
                </c:pt>
                <c:pt idx="1125">
                  <c:v>281.5</c:v>
                </c:pt>
                <c:pt idx="1126">
                  <c:v>281.5</c:v>
                </c:pt>
                <c:pt idx="1127">
                  <c:v>282</c:v>
                </c:pt>
                <c:pt idx="1128">
                  <c:v>282</c:v>
                </c:pt>
                <c:pt idx="1129">
                  <c:v>282.5</c:v>
                </c:pt>
                <c:pt idx="1130">
                  <c:v>282.5</c:v>
                </c:pt>
                <c:pt idx="1131">
                  <c:v>283</c:v>
                </c:pt>
                <c:pt idx="1132">
                  <c:v>283</c:v>
                </c:pt>
                <c:pt idx="1133">
                  <c:v>283.5</c:v>
                </c:pt>
                <c:pt idx="1134">
                  <c:v>283.5</c:v>
                </c:pt>
                <c:pt idx="1135">
                  <c:v>284</c:v>
                </c:pt>
                <c:pt idx="1136">
                  <c:v>284</c:v>
                </c:pt>
                <c:pt idx="1137">
                  <c:v>284.5</c:v>
                </c:pt>
                <c:pt idx="1138">
                  <c:v>284.5</c:v>
                </c:pt>
                <c:pt idx="1139">
                  <c:v>285</c:v>
                </c:pt>
                <c:pt idx="1140">
                  <c:v>285</c:v>
                </c:pt>
                <c:pt idx="1141">
                  <c:v>285.5</c:v>
                </c:pt>
                <c:pt idx="1142">
                  <c:v>285.5</c:v>
                </c:pt>
                <c:pt idx="1143">
                  <c:v>286</c:v>
                </c:pt>
                <c:pt idx="1144">
                  <c:v>286</c:v>
                </c:pt>
                <c:pt idx="1145">
                  <c:v>286.5</c:v>
                </c:pt>
                <c:pt idx="1146">
                  <c:v>286.5</c:v>
                </c:pt>
                <c:pt idx="1147">
                  <c:v>287</c:v>
                </c:pt>
                <c:pt idx="1148">
                  <c:v>287</c:v>
                </c:pt>
                <c:pt idx="1149">
                  <c:v>287.5</c:v>
                </c:pt>
                <c:pt idx="1150">
                  <c:v>287.5</c:v>
                </c:pt>
                <c:pt idx="1151">
                  <c:v>288</c:v>
                </c:pt>
                <c:pt idx="1152">
                  <c:v>288</c:v>
                </c:pt>
                <c:pt idx="1153">
                  <c:v>288.5</c:v>
                </c:pt>
                <c:pt idx="1154">
                  <c:v>288.5</c:v>
                </c:pt>
                <c:pt idx="1155">
                  <c:v>289</c:v>
                </c:pt>
                <c:pt idx="1156">
                  <c:v>289</c:v>
                </c:pt>
                <c:pt idx="1157">
                  <c:v>289.5</c:v>
                </c:pt>
                <c:pt idx="1158">
                  <c:v>289.5</c:v>
                </c:pt>
                <c:pt idx="1159">
                  <c:v>290</c:v>
                </c:pt>
                <c:pt idx="1160">
                  <c:v>290</c:v>
                </c:pt>
                <c:pt idx="1161">
                  <c:v>290.5</c:v>
                </c:pt>
                <c:pt idx="1162">
                  <c:v>290.5</c:v>
                </c:pt>
                <c:pt idx="1163">
                  <c:v>291</c:v>
                </c:pt>
                <c:pt idx="1164">
                  <c:v>291</c:v>
                </c:pt>
                <c:pt idx="1165">
                  <c:v>291.5</c:v>
                </c:pt>
                <c:pt idx="1166">
                  <c:v>291.5</c:v>
                </c:pt>
                <c:pt idx="1167">
                  <c:v>292</c:v>
                </c:pt>
                <c:pt idx="1168">
                  <c:v>292</c:v>
                </c:pt>
                <c:pt idx="1169">
                  <c:v>292.5</c:v>
                </c:pt>
                <c:pt idx="1170">
                  <c:v>292.5</c:v>
                </c:pt>
                <c:pt idx="1171">
                  <c:v>293</c:v>
                </c:pt>
                <c:pt idx="1172">
                  <c:v>293</c:v>
                </c:pt>
                <c:pt idx="1173">
                  <c:v>293.5</c:v>
                </c:pt>
                <c:pt idx="1174">
                  <c:v>293.5</c:v>
                </c:pt>
                <c:pt idx="1175">
                  <c:v>294</c:v>
                </c:pt>
                <c:pt idx="1176">
                  <c:v>294</c:v>
                </c:pt>
                <c:pt idx="1177">
                  <c:v>294.5</c:v>
                </c:pt>
                <c:pt idx="1178">
                  <c:v>294.5</c:v>
                </c:pt>
                <c:pt idx="1179">
                  <c:v>295</c:v>
                </c:pt>
                <c:pt idx="1180">
                  <c:v>295</c:v>
                </c:pt>
                <c:pt idx="1181">
                  <c:v>295.5</c:v>
                </c:pt>
                <c:pt idx="1182">
                  <c:v>295.5</c:v>
                </c:pt>
                <c:pt idx="1183">
                  <c:v>296</c:v>
                </c:pt>
                <c:pt idx="1184">
                  <c:v>296</c:v>
                </c:pt>
                <c:pt idx="1185">
                  <c:v>296.5</c:v>
                </c:pt>
                <c:pt idx="1186">
                  <c:v>296.5</c:v>
                </c:pt>
                <c:pt idx="1187">
                  <c:v>297</c:v>
                </c:pt>
                <c:pt idx="1188">
                  <c:v>297</c:v>
                </c:pt>
                <c:pt idx="1189">
                  <c:v>297.5</c:v>
                </c:pt>
                <c:pt idx="1190">
                  <c:v>297.5</c:v>
                </c:pt>
                <c:pt idx="1191">
                  <c:v>298</c:v>
                </c:pt>
                <c:pt idx="1192">
                  <c:v>298</c:v>
                </c:pt>
                <c:pt idx="1193">
                  <c:v>298.5</c:v>
                </c:pt>
                <c:pt idx="1194">
                  <c:v>298.5</c:v>
                </c:pt>
                <c:pt idx="1195">
                  <c:v>299</c:v>
                </c:pt>
                <c:pt idx="1196">
                  <c:v>299</c:v>
                </c:pt>
                <c:pt idx="1197">
                  <c:v>299.5</c:v>
                </c:pt>
                <c:pt idx="1198">
                  <c:v>299.5</c:v>
                </c:pt>
                <c:pt idx="1199">
                  <c:v>300</c:v>
                </c:pt>
                <c:pt idx="1200">
                  <c:v>300</c:v>
                </c:pt>
                <c:pt idx="1201">
                  <c:v>300.5</c:v>
                </c:pt>
                <c:pt idx="1202">
                  <c:v>300.5</c:v>
                </c:pt>
                <c:pt idx="1203">
                  <c:v>301</c:v>
                </c:pt>
                <c:pt idx="1204">
                  <c:v>301</c:v>
                </c:pt>
                <c:pt idx="1205">
                  <c:v>301.5</c:v>
                </c:pt>
                <c:pt idx="1206">
                  <c:v>301.5</c:v>
                </c:pt>
                <c:pt idx="1207">
                  <c:v>302</c:v>
                </c:pt>
                <c:pt idx="1208">
                  <c:v>302</c:v>
                </c:pt>
                <c:pt idx="1209">
                  <c:v>302.5</c:v>
                </c:pt>
                <c:pt idx="1210">
                  <c:v>302.5</c:v>
                </c:pt>
                <c:pt idx="1211">
                  <c:v>303</c:v>
                </c:pt>
                <c:pt idx="1212">
                  <c:v>303</c:v>
                </c:pt>
                <c:pt idx="1213">
                  <c:v>303.5</c:v>
                </c:pt>
                <c:pt idx="1214">
                  <c:v>303.5</c:v>
                </c:pt>
                <c:pt idx="1215">
                  <c:v>304</c:v>
                </c:pt>
                <c:pt idx="1216">
                  <c:v>304</c:v>
                </c:pt>
                <c:pt idx="1217">
                  <c:v>304.5</c:v>
                </c:pt>
                <c:pt idx="1218">
                  <c:v>304.5</c:v>
                </c:pt>
                <c:pt idx="1219">
                  <c:v>305</c:v>
                </c:pt>
                <c:pt idx="1220">
                  <c:v>305</c:v>
                </c:pt>
                <c:pt idx="1221">
                  <c:v>305.5</c:v>
                </c:pt>
                <c:pt idx="1222">
                  <c:v>305.5</c:v>
                </c:pt>
                <c:pt idx="1223">
                  <c:v>306</c:v>
                </c:pt>
                <c:pt idx="1224">
                  <c:v>306</c:v>
                </c:pt>
                <c:pt idx="1225">
                  <c:v>306.5</c:v>
                </c:pt>
                <c:pt idx="1226">
                  <c:v>306.5</c:v>
                </c:pt>
                <c:pt idx="1227">
                  <c:v>307</c:v>
                </c:pt>
                <c:pt idx="1228">
                  <c:v>307</c:v>
                </c:pt>
                <c:pt idx="1229">
                  <c:v>307.5</c:v>
                </c:pt>
                <c:pt idx="1230">
                  <c:v>307.5</c:v>
                </c:pt>
                <c:pt idx="1231">
                  <c:v>308</c:v>
                </c:pt>
                <c:pt idx="1232">
                  <c:v>308</c:v>
                </c:pt>
                <c:pt idx="1233">
                  <c:v>308.5</c:v>
                </c:pt>
                <c:pt idx="1234">
                  <c:v>308.5</c:v>
                </c:pt>
                <c:pt idx="1235">
                  <c:v>309</c:v>
                </c:pt>
                <c:pt idx="1236">
                  <c:v>309</c:v>
                </c:pt>
                <c:pt idx="1237">
                  <c:v>309.5</c:v>
                </c:pt>
                <c:pt idx="1238">
                  <c:v>309.5</c:v>
                </c:pt>
                <c:pt idx="1239">
                  <c:v>310</c:v>
                </c:pt>
                <c:pt idx="1240">
                  <c:v>310</c:v>
                </c:pt>
                <c:pt idx="1241">
                  <c:v>310.5</c:v>
                </c:pt>
                <c:pt idx="1242">
                  <c:v>310.5</c:v>
                </c:pt>
                <c:pt idx="1243">
                  <c:v>311</c:v>
                </c:pt>
                <c:pt idx="1244">
                  <c:v>311</c:v>
                </c:pt>
                <c:pt idx="1245">
                  <c:v>311.5</c:v>
                </c:pt>
                <c:pt idx="1246">
                  <c:v>311.5</c:v>
                </c:pt>
                <c:pt idx="1247">
                  <c:v>312</c:v>
                </c:pt>
                <c:pt idx="1248">
                  <c:v>312</c:v>
                </c:pt>
                <c:pt idx="1249">
                  <c:v>312.5</c:v>
                </c:pt>
                <c:pt idx="1250">
                  <c:v>312.5</c:v>
                </c:pt>
                <c:pt idx="1251">
                  <c:v>313</c:v>
                </c:pt>
                <c:pt idx="1252">
                  <c:v>313</c:v>
                </c:pt>
                <c:pt idx="1253">
                  <c:v>313.5</c:v>
                </c:pt>
                <c:pt idx="1254">
                  <c:v>313.5</c:v>
                </c:pt>
                <c:pt idx="1255">
                  <c:v>314</c:v>
                </c:pt>
                <c:pt idx="1256">
                  <c:v>314</c:v>
                </c:pt>
                <c:pt idx="1257">
                  <c:v>314.5</c:v>
                </c:pt>
                <c:pt idx="1258">
                  <c:v>314.5</c:v>
                </c:pt>
                <c:pt idx="1259">
                  <c:v>315</c:v>
                </c:pt>
                <c:pt idx="1260">
                  <c:v>315</c:v>
                </c:pt>
                <c:pt idx="1261">
                  <c:v>315.5</c:v>
                </c:pt>
                <c:pt idx="1262">
                  <c:v>315.5</c:v>
                </c:pt>
                <c:pt idx="1263">
                  <c:v>316</c:v>
                </c:pt>
                <c:pt idx="1264">
                  <c:v>316</c:v>
                </c:pt>
                <c:pt idx="1265">
                  <c:v>316.5</c:v>
                </c:pt>
                <c:pt idx="1266">
                  <c:v>316.5</c:v>
                </c:pt>
                <c:pt idx="1267">
                  <c:v>317</c:v>
                </c:pt>
                <c:pt idx="1268">
                  <c:v>317</c:v>
                </c:pt>
                <c:pt idx="1269">
                  <c:v>317.5</c:v>
                </c:pt>
                <c:pt idx="1270">
                  <c:v>317.5</c:v>
                </c:pt>
                <c:pt idx="1271">
                  <c:v>318</c:v>
                </c:pt>
                <c:pt idx="1272">
                  <c:v>318</c:v>
                </c:pt>
                <c:pt idx="1273">
                  <c:v>318.5</c:v>
                </c:pt>
                <c:pt idx="1274">
                  <c:v>318.5</c:v>
                </c:pt>
                <c:pt idx="1275">
                  <c:v>319</c:v>
                </c:pt>
                <c:pt idx="1276">
                  <c:v>319</c:v>
                </c:pt>
                <c:pt idx="1277">
                  <c:v>319.5</c:v>
                </c:pt>
                <c:pt idx="1278">
                  <c:v>319.5</c:v>
                </c:pt>
                <c:pt idx="1279">
                  <c:v>320</c:v>
                </c:pt>
                <c:pt idx="1280">
                  <c:v>320</c:v>
                </c:pt>
                <c:pt idx="1281">
                  <c:v>320.5</c:v>
                </c:pt>
                <c:pt idx="1282">
                  <c:v>320.5</c:v>
                </c:pt>
                <c:pt idx="1283">
                  <c:v>321</c:v>
                </c:pt>
                <c:pt idx="1284">
                  <c:v>321</c:v>
                </c:pt>
                <c:pt idx="1285">
                  <c:v>321.5</c:v>
                </c:pt>
                <c:pt idx="1286">
                  <c:v>321.5</c:v>
                </c:pt>
                <c:pt idx="1287">
                  <c:v>322</c:v>
                </c:pt>
                <c:pt idx="1288">
                  <c:v>322</c:v>
                </c:pt>
                <c:pt idx="1289">
                  <c:v>322.5</c:v>
                </c:pt>
                <c:pt idx="1290">
                  <c:v>322.5</c:v>
                </c:pt>
                <c:pt idx="1291">
                  <c:v>323</c:v>
                </c:pt>
                <c:pt idx="1292">
                  <c:v>323</c:v>
                </c:pt>
                <c:pt idx="1293">
                  <c:v>323.5</c:v>
                </c:pt>
                <c:pt idx="1294">
                  <c:v>323.5</c:v>
                </c:pt>
                <c:pt idx="1295">
                  <c:v>324</c:v>
                </c:pt>
                <c:pt idx="1296">
                  <c:v>324</c:v>
                </c:pt>
                <c:pt idx="1297">
                  <c:v>324.5</c:v>
                </c:pt>
                <c:pt idx="1298">
                  <c:v>324.5</c:v>
                </c:pt>
                <c:pt idx="1299">
                  <c:v>325</c:v>
                </c:pt>
                <c:pt idx="1300">
                  <c:v>325</c:v>
                </c:pt>
                <c:pt idx="1301">
                  <c:v>325.5</c:v>
                </c:pt>
                <c:pt idx="1302">
                  <c:v>325.5</c:v>
                </c:pt>
                <c:pt idx="1303">
                  <c:v>326</c:v>
                </c:pt>
                <c:pt idx="1304">
                  <c:v>326</c:v>
                </c:pt>
                <c:pt idx="1305">
                  <c:v>326.5</c:v>
                </c:pt>
                <c:pt idx="1306">
                  <c:v>326.5</c:v>
                </c:pt>
                <c:pt idx="1307">
                  <c:v>327</c:v>
                </c:pt>
                <c:pt idx="1308">
                  <c:v>327</c:v>
                </c:pt>
                <c:pt idx="1309">
                  <c:v>327.5</c:v>
                </c:pt>
                <c:pt idx="1310">
                  <c:v>327.5</c:v>
                </c:pt>
                <c:pt idx="1311">
                  <c:v>328</c:v>
                </c:pt>
                <c:pt idx="1312">
                  <c:v>328</c:v>
                </c:pt>
                <c:pt idx="1313">
                  <c:v>328.5</c:v>
                </c:pt>
                <c:pt idx="1314">
                  <c:v>328.5</c:v>
                </c:pt>
                <c:pt idx="1315">
                  <c:v>329</c:v>
                </c:pt>
                <c:pt idx="1316">
                  <c:v>329</c:v>
                </c:pt>
                <c:pt idx="1317">
                  <c:v>329.5</c:v>
                </c:pt>
                <c:pt idx="1318">
                  <c:v>329.5</c:v>
                </c:pt>
                <c:pt idx="1319">
                  <c:v>330</c:v>
                </c:pt>
                <c:pt idx="1320">
                  <c:v>330</c:v>
                </c:pt>
                <c:pt idx="1321">
                  <c:v>330.5</c:v>
                </c:pt>
                <c:pt idx="1322">
                  <c:v>330.5</c:v>
                </c:pt>
                <c:pt idx="1323">
                  <c:v>331</c:v>
                </c:pt>
                <c:pt idx="1324">
                  <c:v>331</c:v>
                </c:pt>
                <c:pt idx="1325">
                  <c:v>331.5</c:v>
                </c:pt>
                <c:pt idx="1326">
                  <c:v>331.5</c:v>
                </c:pt>
                <c:pt idx="1327">
                  <c:v>332</c:v>
                </c:pt>
                <c:pt idx="1328">
                  <c:v>332</c:v>
                </c:pt>
                <c:pt idx="1329">
                  <c:v>332.5</c:v>
                </c:pt>
                <c:pt idx="1330">
                  <c:v>332.5</c:v>
                </c:pt>
                <c:pt idx="1331">
                  <c:v>333</c:v>
                </c:pt>
                <c:pt idx="1332">
                  <c:v>333</c:v>
                </c:pt>
                <c:pt idx="1333">
                  <c:v>333.5</c:v>
                </c:pt>
                <c:pt idx="1334">
                  <c:v>333.5</c:v>
                </c:pt>
                <c:pt idx="1335">
                  <c:v>334</c:v>
                </c:pt>
                <c:pt idx="1336">
                  <c:v>334</c:v>
                </c:pt>
                <c:pt idx="1337">
                  <c:v>334.5</c:v>
                </c:pt>
                <c:pt idx="1338">
                  <c:v>334.5</c:v>
                </c:pt>
                <c:pt idx="1339">
                  <c:v>335</c:v>
                </c:pt>
                <c:pt idx="1340">
                  <c:v>335</c:v>
                </c:pt>
                <c:pt idx="1341">
                  <c:v>335.5</c:v>
                </c:pt>
                <c:pt idx="1342">
                  <c:v>335.5</c:v>
                </c:pt>
                <c:pt idx="1343">
                  <c:v>336</c:v>
                </c:pt>
                <c:pt idx="1344">
                  <c:v>336</c:v>
                </c:pt>
                <c:pt idx="1345">
                  <c:v>336.5</c:v>
                </c:pt>
                <c:pt idx="1346">
                  <c:v>336.5</c:v>
                </c:pt>
                <c:pt idx="1347">
                  <c:v>337</c:v>
                </c:pt>
                <c:pt idx="1348">
                  <c:v>337</c:v>
                </c:pt>
                <c:pt idx="1349">
                  <c:v>337.5</c:v>
                </c:pt>
                <c:pt idx="1350">
                  <c:v>337.5</c:v>
                </c:pt>
                <c:pt idx="1351">
                  <c:v>338</c:v>
                </c:pt>
                <c:pt idx="1352">
                  <c:v>338</c:v>
                </c:pt>
                <c:pt idx="1353">
                  <c:v>338.5</c:v>
                </c:pt>
                <c:pt idx="1354">
                  <c:v>338.5</c:v>
                </c:pt>
                <c:pt idx="1355">
                  <c:v>339</c:v>
                </c:pt>
                <c:pt idx="1356">
                  <c:v>339</c:v>
                </c:pt>
                <c:pt idx="1357">
                  <c:v>339.5</c:v>
                </c:pt>
                <c:pt idx="1358">
                  <c:v>339.5</c:v>
                </c:pt>
                <c:pt idx="1359">
                  <c:v>340</c:v>
                </c:pt>
                <c:pt idx="1360">
                  <c:v>340</c:v>
                </c:pt>
                <c:pt idx="1361">
                  <c:v>340.5</c:v>
                </c:pt>
                <c:pt idx="1362">
                  <c:v>340.5</c:v>
                </c:pt>
                <c:pt idx="1363">
                  <c:v>341</c:v>
                </c:pt>
                <c:pt idx="1364">
                  <c:v>341</c:v>
                </c:pt>
                <c:pt idx="1365">
                  <c:v>341.5</c:v>
                </c:pt>
                <c:pt idx="1366">
                  <c:v>341.5</c:v>
                </c:pt>
                <c:pt idx="1367">
                  <c:v>342</c:v>
                </c:pt>
                <c:pt idx="1368">
                  <c:v>342</c:v>
                </c:pt>
                <c:pt idx="1369">
                  <c:v>342.5</c:v>
                </c:pt>
                <c:pt idx="1370">
                  <c:v>342.5</c:v>
                </c:pt>
                <c:pt idx="1371">
                  <c:v>343</c:v>
                </c:pt>
                <c:pt idx="1372">
                  <c:v>343</c:v>
                </c:pt>
                <c:pt idx="1373">
                  <c:v>343.5</c:v>
                </c:pt>
                <c:pt idx="1374">
                  <c:v>343.5</c:v>
                </c:pt>
                <c:pt idx="1375">
                  <c:v>344</c:v>
                </c:pt>
                <c:pt idx="1376">
                  <c:v>344</c:v>
                </c:pt>
                <c:pt idx="1377">
                  <c:v>344.5</c:v>
                </c:pt>
                <c:pt idx="1378">
                  <c:v>344.5</c:v>
                </c:pt>
                <c:pt idx="1379">
                  <c:v>345</c:v>
                </c:pt>
                <c:pt idx="1380">
                  <c:v>345</c:v>
                </c:pt>
                <c:pt idx="1381">
                  <c:v>345.5</c:v>
                </c:pt>
                <c:pt idx="1382">
                  <c:v>345.5</c:v>
                </c:pt>
                <c:pt idx="1383">
                  <c:v>346</c:v>
                </c:pt>
                <c:pt idx="1384">
                  <c:v>346</c:v>
                </c:pt>
                <c:pt idx="1385">
                  <c:v>346.5</c:v>
                </c:pt>
                <c:pt idx="1386">
                  <c:v>346.5</c:v>
                </c:pt>
                <c:pt idx="1387">
                  <c:v>347</c:v>
                </c:pt>
                <c:pt idx="1388">
                  <c:v>347</c:v>
                </c:pt>
                <c:pt idx="1389">
                  <c:v>347.5</c:v>
                </c:pt>
                <c:pt idx="1390">
                  <c:v>347.5</c:v>
                </c:pt>
                <c:pt idx="1391">
                  <c:v>348</c:v>
                </c:pt>
                <c:pt idx="1392">
                  <c:v>348</c:v>
                </c:pt>
                <c:pt idx="1393">
                  <c:v>348.5</c:v>
                </c:pt>
                <c:pt idx="1394">
                  <c:v>348.5</c:v>
                </c:pt>
                <c:pt idx="1395">
                  <c:v>349</c:v>
                </c:pt>
                <c:pt idx="1396">
                  <c:v>349</c:v>
                </c:pt>
                <c:pt idx="1397">
                  <c:v>349.5</c:v>
                </c:pt>
                <c:pt idx="1398">
                  <c:v>349.5</c:v>
                </c:pt>
                <c:pt idx="1399">
                  <c:v>350</c:v>
                </c:pt>
                <c:pt idx="1400">
                  <c:v>350</c:v>
                </c:pt>
                <c:pt idx="1401">
                  <c:v>350.5</c:v>
                </c:pt>
                <c:pt idx="1402">
                  <c:v>350.5</c:v>
                </c:pt>
                <c:pt idx="1403">
                  <c:v>351</c:v>
                </c:pt>
                <c:pt idx="1404">
                  <c:v>351</c:v>
                </c:pt>
                <c:pt idx="1405">
                  <c:v>351.5</c:v>
                </c:pt>
                <c:pt idx="1406">
                  <c:v>351.5</c:v>
                </c:pt>
                <c:pt idx="1407">
                  <c:v>352</c:v>
                </c:pt>
                <c:pt idx="1408">
                  <c:v>352</c:v>
                </c:pt>
                <c:pt idx="1409">
                  <c:v>352.5</c:v>
                </c:pt>
                <c:pt idx="1410">
                  <c:v>352.5</c:v>
                </c:pt>
                <c:pt idx="1411">
                  <c:v>353</c:v>
                </c:pt>
                <c:pt idx="1412">
                  <c:v>353</c:v>
                </c:pt>
                <c:pt idx="1413">
                  <c:v>353.5</c:v>
                </c:pt>
                <c:pt idx="1414">
                  <c:v>353.5</c:v>
                </c:pt>
                <c:pt idx="1415">
                  <c:v>354</c:v>
                </c:pt>
                <c:pt idx="1416">
                  <c:v>354</c:v>
                </c:pt>
                <c:pt idx="1417">
                  <c:v>354.5</c:v>
                </c:pt>
                <c:pt idx="1418">
                  <c:v>354.5</c:v>
                </c:pt>
                <c:pt idx="1419">
                  <c:v>355</c:v>
                </c:pt>
                <c:pt idx="1420">
                  <c:v>355</c:v>
                </c:pt>
                <c:pt idx="1421">
                  <c:v>355.5</c:v>
                </c:pt>
                <c:pt idx="1422">
                  <c:v>355.5</c:v>
                </c:pt>
                <c:pt idx="1423">
                  <c:v>356</c:v>
                </c:pt>
                <c:pt idx="1424">
                  <c:v>356</c:v>
                </c:pt>
                <c:pt idx="1425">
                  <c:v>356.5</c:v>
                </c:pt>
                <c:pt idx="1426">
                  <c:v>356.5</c:v>
                </c:pt>
                <c:pt idx="1427">
                  <c:v>357</c:v>
                </c:pt>
                <c:pt idx="1428">
                  <c:v>357</c:v>
                </c:pt>
                <c:pt idx="1429">
                  <c:v>357.5</c:v>
                </c:pt>
                <c:pt idx="1430">
                  <c:v>357.5</c:v>
                </c:pt>
                <c:pt idx="1431">
                  <c:v>358</c:v>
                </c:pt>
                <c:pt idx="1432">
                  <c:v>358</c:v>
                </c:pt>
                <c:pt idx="1433">
                  <c:v>358.5</c:v>
                </c:pt>
                <c:pt idx="1434">
                  <c:v>358.5</c:v>
                </c:pt>
                <c:pt idx="1435">
                  <c:v>359</c:v>
                </c:pt>
                <c:pt idx="1436">
                  <c:v>359</c:v>
                </c:pt>
                <c:pt idx="1437">
                  <c:v>359.5</c:v>
                </c:pt>
                <c:pt idx="1438">
                  <c:v>359.5</c:v>
                </c:pt>
                <c:pt idx="1439">
                  <c:v>360</c:v>
                </c:pt>
                <c:pt idx="1440">
                  <c:v>360</c:v>
                </c:pt>
                <c:pt idx="1441">
                  <c:v>360.5</c:v>
                </c:pt>
                <c:pt idx="1442">
                  <c:v>360.5</c:v>
                </c:pt>
                <c:pt idx="1443">
                  <c:v>361</c:v>
                </c:pt>
                <c:pt idx="1444">
                  <c:v>361</c:v>
                </c:pt>
                <c:pt idx="1445">
                  <c:v>361.5</c:v>
                </c:pt>
                <c:pt idx="1446">
                  <c:v>361.5</c:v>
                </c:pt>
                <c:pt idx="1447">
                  <c:v>362</c:v>
                </c:pt>
                <c:pt idx="1448">
                  <c:v>362</c:v>
                </c:pt>
                <c:pt idx="1449">
                  <c:v>362.5</c:v>
                </c:pt>
                <c:pt idx="1450">
                  <c:v>362.5</c:v>
                </c:pt>
                <c:pt idx="1451">
                  <c:v>363</c:v>
                </c:pt>
                <c:pt idx="1452">
                  <c:v>363</c:v>
                </c:pt>
                <c:pt idx="1453">
                  <c:v>363.5</c:v>
                </c:pt>
                <c:pt idx="1454">
                  <c:v>363.5</c:v>
                </c:pt>
                <c:pt idx="1455">
                  <c:v>364</c:v>
                </c:pt>
                <c:pt idx="1456">
                  <c:v>364</c:v>
                </c:pt>
                <c:pt idx="1457">
                  <c:v>364.5</c:v>
                </c:pt>
                <c:pt idx="1458">
                  <c:v>364.5</c:v>
                </c:pt>
                <c:pt idx="1459">
                  <c:v>365</c:v>
                </c:pt>
                <c:pt idx="1460">
                  <c:v>365</c:v>
                </c:pt>
                <c:pt idx="1461">
                  <c:v>365.5</c:v>
                </c:pt>
                <c:pt idx="1462">
                  <c:v>365.5</c:v>
                </c:pt>
                <c:pt idx="1463">
                  <c:v>366</c:v>
                </c:pt>
                <c:pt idx="1464">
                  <c:v>366</c:v>
                </c:pt>
                <c:pt idx="1465">
                  <c:v>366.5</c:v>
                </c:pt>
                <c:pt idx="1466">
                  <c:v>366.5</c:v>
                </c:pt>
                <c:pt idx="1467">
                  <c:v>367</c:v>
                </c:pt>
                <c:pt idx="1468">
                  <c:v>367</c:v>
                </c:pt>
                <c:pt idx="1469">
                  <c:v>367.5</c:v>
                </c:pt>
                <c:pt idx="1470">
                  <c:v>367.5</c:v>
                </c:pt>
                <c:pt idx="1471">
                  <c:v>368</c:v>
                </c:pt>
                <c:pt idx="1472">
                  <c:v>368</c:v>
                </c:pt>
                <c:pt idx="1473">
                  <c:v>368.5</c:v>
                </c:pt>
                <c:pt idx="1474">
                  <c:v>368.5</c:v>
                </c:pt>
                <c:pt idx="1475">
                  <c:v>369</c:v>
                </c:pt>
                <c:pt idx="1476">
                  <c:v>369</c:v>
                </c:pt>
                <c:pt idx="1477">
                  <c:v>369.5</c:v>
                </c:pt>
                <c:pt idx="1478">
                  <c:v>369.5</c:v>
                </c:pt>
                <c:pt idx="1479">
                  <c:v>370</c:v>
                </c:pt>
                <c:pt idx="1480">
                  <c:v>370</c:v>
                </c:pt>
                <c:pt idx="1481">
                  <c:v>370.5</c:v>
                </c:pt>
                <c:pt idx="1482">
                  <c:v>370.5</c:v>
                </c:pt>
                <c:pt idx="1483">
                  <c:v>371</c:v>
                </c:pt>
                <c:pt idx="1484">
                  <c:v>371</c:v>
                </c:pt>
                <c:pt idx="1485">
                  <c:v>371.5</c:v>
                </c:pt>
                <c:pt idx="1486">
                  <c:v>371.5</c:v>
                </c:pt>
                <c:pt idx="1487">
                  <c:v>372</c:v>
                </c:pt>
                <c:pt idx="1488">
                  <c:v>372</c:v>
                </c:pt>
                <c:pt idx="1489">
                  <c:v>372.5</c:v>
                </c:pt>
                <c:pt idx="1490">
                  <c:v>372.5</c:v>
                </c:pt>
                <c:pt idx="1491">
                  <c:v>373</c:v>
                </c:pt>
                <c:pt idx="1492">
                  <c:v>373</c:v>
                </c:pt>
                <c:pt idx="1493">
                  <c:v>373.5</c:v>
                </c:pt>
                <c:pt idx="1494">
                  <c:v>373.5</c:v>
                </c:pt>
                <c:pt idx="1495">
                  <c:v>374</c:v>
                </c:pt>
                <c:pt idx="1496">
                  <c:v>374</c:v>
                </c:pt>
                <c:pt idx="1497">
                  <c:v>374.5</c:v>
                </c:pt>
                <c:pt idx="1498">
                  <c:v>374.5</c:v>
                </c:pt>
                <c:pt idx="1499">
                  <c:v>375</c:v>
                </c:pt>
                <c:pt idx="1500">
                  <c:v>375</c:v>
                </c:pt>
                <c:pt idx="1501">
                  <c:v>375.5</c:v>
                </c:pt>
                <c:pt idx="1502">
                  <c:v>375.5</c:v>
                </c:pt>
                <c:pt idx="1503">
                  <c:v>376</c:v>
                </c:pt>
                <c:pt idx="1504">
                  <c:v>376</c:v>
                </c:pt>
                <c:pt idx="1505">
                  <c:v>376.5</c:v>
                </c:pt>
                <c:pt idx="1506">
                  <c:v>376.5</c:v>
                </c:pt>
                <c:pt idx="1507">
                  <c:v>377</c:v>
                </c:pt>
                <c:pt idx="1508">
                  <c:v>377</c:v>
                </c:pt>
                <c:pt idx="1509">
                  <c:v>377.5</c:v>
                </c:pt>
                <c:pt idx="1510">
                  <c:v>377.5</c:v>
                </c:pt>
                <c:pt idx="1511">
                  <c:v>378</c:v>
                </c:pt>
                <c:pt idx="1512">
                  <c:v>378</c:v>
                </c:pt>
                <c:pt idx="1513">
                  <c:v>378.5</c:v>
                </c:pt>
                <c:pt idx="1514">
                  <c:v>378.5</c:v>
                </c:pt>
                <c:pt idx="1515">
                  <c:v>379</c:v>
                </c:pt>
                <c:pt idx="1516">
                  <c:v>379</c:v>
                </c:pt>
                <c:pt idx="1517">
                  <c:v>379.5</c:v>
                </c:pt>
                <c:pt idx="1518">
                  <c:v>379.5</c:v>
                </c:pt>
                <c:pt idx="1519">
                  <c:v>380</c:v>
                </c:pt>
                <c:pt idx="1520">
                  <c:v>380</c:v>
                </c:pt>
                <c:pt idx="1521">
                  <c:v>380.5</c:v>
                </c:pt>
                <c:pt idx="1522">
                  <c:v>380.5</c:v>
                </c:pt>
                <c:pt idx="1523">
                  <c:v>381</c:v>
                </c:pt>
                <c:pt idx="1524">
                  <c:v>381</c:v>
                </c:pt>
                <c:pt idx="1525">
                  <c:v>381.5</c:v>
                </c:pt>
                <c:pt idx="1526">
                  <c:v>381.5</c:v>
                </c:pt>
                <c:pt idx="1527">
                  <c:v>382</c:v>
                </c:pt>
                <c:pt idx="1528">
                  <c:v>382</c:v>
                </c:pt>
                <c:pt idx="1529">
                  <c:v>382.5</c:v>
                </c:pt>
                <c:pt idx="1530">
                  <c:v>382.5</c:v>
                </c:pt>
                <c:pt idx="1531">
                  <c:v>383</c:v>
                </c:pt>
                <c:pt idx="1532">
                  <c:v>383</c:v>
                </c:pt>
                <c:pt idx="1533">
                  <c:v>383.5</c:v>
                </c:pt>
                <c:pt idx="1534">
                  <c:v>383.5</c:v>
                </c:pt>
                <c:pt idx="1535">
                  <c:v>384</c:v>
                </c:pt>
                <c:pt idx="1536">
                  <c:v>384</c:v>
                </c:pt>
                <c:pt idx="1537">
                  <c:v>384.5</c:v>
                </c:pt>
                <c:pt idx="1538">
                  <c:v>384.5</c:v>
                </c:pt>
                <c:pt idx="1539">
                  <c:v>385</c:v>
                </c:pt>
                <c:pt idx="1540">
                  <c:v>385</c:v>
                </c:pt>
                <c:pt idx="1541">
                  <c:v>385.5</c:v>
                </c:pt>
                <c:pt idx="1542">
                  <c:v>385.5</c:v>
                </c:pt>
                <c:pt idx="1543">
                  <c:v>386</c:v>
                </c:pt>
                <c:pt idx="1544">
                  <c:v>386</c:v>
                </c:pt>
                <c:pt idx="1545">
                  <c:v>386.5</c:v>
                </c:pt>
                <c:pt idx="1546">
                  <c:v>386.5</c:v>
                </c:pt>
                <c:pt idx="1547">
                  <c:v>387</c:v>
                </c:pt>
                <c:pt idx="1548">
                  <c:v>387</c:v>
                </c:pt>
                <c:pt idx="1549">
                  <c:v>387.5</c:v>
                </c:pt>
                <c:pt idx="1550">
                  <c:v>387.5</c:v>
                </c:pt>
                <c:pt idx="1551">
                  <c:v>388</c:v>
                </c:pt>
                <c:pt idx="1552">
                  <c:v>388</c:v>
                </c:pt>
                <c:pt idx="1553">
                  <c:v>388.5</c:v>
                </c:pt>
                <c:pt idx="1554">
                  <c:v>388.5</c:v>
                </c:pt>
                <c:pt idx="1555">
                  <c:v>389</c:v>
                </c:pt>
                <c:pt idx="1556">
                  <c:v>389</c:v>
                </c:pt>
                <c:pt idx="1557">
                  <c:v>389.5</c:v>
                </c:pt>
                <c:pt idx="1558">
                  <c:v>389.5</c:v>
                </c:pt>
                <c:pt idx="1559">
                  <c:v>390</c:v>
                </c:pt>
                <c:pt idx="1560">
                  <c:v>390</c:v>
                </c:pt>
                <c:pt idx="1561">
                  <c:v>390.5</c:v>
                </c:pt>
                <c:pt idx="1562">
                  <c:v>390.5</c:v>
                </c:pt>
                <c:pt idx="1563">
                  <c:v>391</c:v>
                </c:pt>
                <c:pt idx="1564">
                  <c:v>391</c:v>
                </c:pt>
                <c:pt idx="1565">
                  <c:v>391.5</c:v>
                </c:pt>
                <c:pt idx="1566">
                  <c:v>391.5</c:v>
                </c:pt>
                <c:pt idx="1567">
                  <c:v>392</c:v>
                </c:pt>
                <c:pt idx="1568">
                  <c:v>392</c:v>
                </c:pt>
                <c:pt idx="1569">
                  <c:v>392.5</c:v>
                </c:pt>
                <c:pt idx="1570">
                  <c:v>392.5</c:v>
                </c:pt>
                <c:pt idx="1571">
                  <c:v>393</c:v>
                </c:pt>
                <c:pt idx="1572">
                  <c:v>393</c:v>
                </c:pt>
                <c:pt idx="1573">
                  <c:v>393.5</c:v>
                </c:pt>
                <c:pt idx="1574">
                  <c:v>393.5</c:v>
                </c:pt>
                <c:pt idx="1575">
                  <c:v>394</c:v>
                </c:pt>
                <c:pt idx="1576">
                  <c:v>394</c:v>
                </c:pt>
                <c:pt idx="1577">
                  <c:v>394.5</c:v>
                </c:pt>
                <c:pt idx="1578">
                  <c:v>394.5</c:v>
                </c:pt>
                <c:pt idx="1579">
                  <c:v>395</c:v>
                </c:pt>
                <c:pt idx="1580">
                  <c:v>395</c:v>
                </c:pt>
                <c:pt idx="1581">
                  <c:v>395.5</c:v>
                </c:pt>
                <c:pt idx="1582">
                  <c:v>395.5</c:v>
                </c:pt>
                <c:pt idx="1583">
                  <c:v>396</c:v>
                </c:pt>
                <c:pt idx="1584">
                  <c:v>396</c:v>
                </c:pt>
                <c:pt idx="1585">
                  <c:v>396.5</c:v>
                </c:pt>
                <c:pt idx="1586">
                  <c:v>396.5</c:v>
                </c:pt>
                <c:pt idx="1587">
                  <c:v>397</c:v>
                </c:pt>
                <c:pt idx="1588">
                  <c:v>397</c:v>
                </c:pt>
                <c:pt idx="1589">
                  <c:v>397.5</c:v>
                </c:pt>
                <c:pt idx="1590">
                  <c:v>397.5</c:v>
                </c:pt>
                <c:pt idx="1591">
                  <c:v>398</c:v>
                </c:pt>
                <c:pt idx="1592">
                  <c:v>398</c:v>
                </c:pt>
                <c:pt idx="1593">
                  <c:v>398.5</c:v>
                </c:pt>
                <c:pt idx="1594">
                  <c:v>398.5</c:v>
                </c:pt>
                <c:pt idx="1595">
                  <c:v>399</c:v>
                </c:pt>
                <c:pt idx="1596">
                  <c:v>399</c:v>
                </c:pt>
                <c:pt idx="1597">
                  <c:v>399.5</c:v>
                </c:pt>
                <c:pt idx="1598">
                  <c:v>399.5</c:v>
                </c:pt>
                <c:pt idx="1599">
                  <c:v>400</c:v>
                </c:pt>
                <c:pt idx="1600">
                  <c:v>400</c:v>
                </c:pt>
                <c:pt idx="1601">
                  <c:v>400.5</c:v>
                </c:pt>
                <c:pt idx="1602">
                  <c:v>400.5</c:v>
                </c:pt>
                <c:pt idx="1603">
                  <c:v>401</c:v>
                </c:pt>
                <c:pt idx="1604">
                  <c:v>401</c:v>
                </c:pt>
                <c:pt idx="1605">
                  <c:v>401.5</c:v>
                </c:pt>
                <c:pt idx="1606">
                  <c:v>401.5</c:v>
                </c:pt>
                <c:pt idx="1607">
                  <c:v>402</c:v>
                </c:pt>
                <c:pt idx="1608">
                  <c:v>402</c:v>
                </c:pt>
                <c:pt idx="1609">
                  <c:v>402.5</c:v>
                </c:pt>
                <c:pt idx="1610">
                  <c:v>402.5</c:v>
                </c:pt>
                <c:pt idx="1611">
                  <c:v>403</c:v>
                </c:pt>
                <c:pt idx="1612">
                  <c:v>403</c:v>
                </c:pt>
                <c:pt idx="1613">
                  <c:v>403.5</c:v>
                </c:pt>
                <c:pt idx="1614">
                  <c:v>403.5</c:v>
                </c:pt>
                <c:pt idx="1615">
                  <c:v>404</c:v>
                </c:pt>
                <c:pt idx="1616">
                  <c:v>404</c:v>
                </c:pt>
                <c:pt idx="1617">
                  <c:v>404.5</c:v>
                </c:pt>
                <c:pt idx="1618">
                  <c:v>404.5</c:v>
                </c:pt>
                <c:pt idx="1619">
                  <c:v>405</c:v>
                </c:pt>
                <c:pt idx="1620">
                  <c:v>405</c:v>
                </c:pt>
                <c:pt idx="1621">
                  <c:v>405.5</c:v>
                </c:pt>
                <c:pt idx="1622">
                  <c:v>405.5</c:v>
                </c:pt>
                <c:pt idx="1623">
                  <c:v>406</c:v>
                </c:pt>
                <c:pt idx="1624">
                  <c:v>406</c:v>
                </c:pt>
                <c:pt idx="1625">
                  <c:v>406.5</c:v>
                </c:pt>
                <c:pt idx="1626">
                  <c:v>406.5</c:v>
                </c:pt>
                <c:pt idx="1627">
                  <c:v>407</c:v>
                </c:pt>
                <c:pt idx="1628">
                  <c:v>407</c:v>
                </c:pt>
                <c:pt idx="1629">
                  <c:v>407.5</c:v>
                </c:pt>
                <c:pt idx="1630">
                  <c:v>407.5</c:v>
                </c:pt>
                <c:pt idx="1631">
                  <c:v>408</c:v>
                </c:pt>
                <c:pt idx="1632">
                  <c:v>408</c:v>
                </c:pt>
                <c:pt idx="1633">
                  <c:v>408.5</c:v>
                </c:pt>
                <c:pt idx="1634">
                  <c:v>408.5</c:v>
                </c:pt>
                <c:pt idx="1635">
                  <c:v>409</c:v>
                </c:pt>
                <c:pt idx="1636">
                  <c:v>409</c:v>
                </c:pt>
                <c:pt idx="1637">
                  <c:v>409.5</c:v>
                </c:pt>
                <c:pt idx="1638">
                  <c:v>409.5</c:v>
                </c:pt>
                <c:pt idx="1639">
                  <c:v>410</c:v>
                </c:pt>
                <c:pt idx="1640">
                  <c:v>410</c:v>
                </c:pt>
                <c:pt idx="1641">
                  <c:v>410.5</c:v>
                </c:pt>
                <c:pt idx="1642">
                  <c:v>410.5</c:v>
                </c:pt>
                <c:pt idx="1643">
                  <c:v>411</c:v>
                </c:pt>
                <c:pt idx="1644">
                  <c:v>411</c:v>
                </c:pt>
                <c:pt idx="1645">
                  <c:v>411.5</c:v>
                </c:pt>
                <c:pt idx="1646">
                  <c:v>411.5</c:v>
                </c:pt>
                <c:pt idx="1647">
                  <c:v>412</c:v>
                </c:pt>
                <c:pt idx="1648">
                  <c:v>412</c:v>
                </c:pt>
                <c:pt idx="1649">
                  <c:v>412.5</c:v>
                </c:pt>
                <c:pt idx="1650">
                  <c:v>412.5</c:v>
                </c:pt>
                <c:pt idx="1651">
                  <c:v>413</c:v>
                </c:pt>
                <c:pt idx="1652">
                  <c:v>413</c:v>
                </c:pt>
                <c:pt idx="1653">
                  <c:v>413.5</c:v>
                </c:pt>
                <c:pt idx="1654">
                  <c:v>413.5</c:v>
                </c:pt>
                <c:pt idx="1655">
                  <c:v>414</c:v>
                </c:pt>
                <c:pt idx="1656">
                  <c:v>414</c:v>
                </c:pt>
                <c:pt idx="1657">
                  <c:v>414.5</c:v>
                </c:pt>
                <c:pt idx="1658">
                  <c:v>414.5</c:v>
                </c:pt>
                <c:pt idx="1659">
                  <c:v>415</c:v>
                </c:pt>
                <c:pt idx="1660">
                  <c:v>415</c:v>
                </c:pt>
                <c:pt idx="1661">
                  <c:v>415.5</c:v>
                </c:pt>
                <c:pt idx="1662">
                  <c:v>415.5</c:v>
                </c:pt>
                <c:pt idx="1663">
                  <c:v>416</c:v>
                </c:pt>
                <c:pt idx="1664">
                  <c:v>416</c:v>
                </c:pt>
                <c:pt idx="1665">
                  <c:v>416.5</c:v>
                </c:pt>
                <c:pt idx="1666">
                  <c:v>416.5</c:v>
                </c:pt>
                <c:pt idx="1667">
                  <c:v>417</c:v>
                </c:pt>
                <c:pt idx="1668">
                  <c:v>417</c:v>
                </c:pt>
                <c:pt idx="1669">
                  <c:v>417.5</c:v>
                </c:pt>
                <c:pt idx="1670">
                  <c:v>417.5</c:v>
                </c:pt>
                <c:pt idx="1671">
                  <c:v>418</c:v>
                </c:pt>
                <c:pt idx="1672">
                  <c:v>418</c:v>
                </c:pt>
                <c:pt idx="1673">
                  <c:v>418.5</c:v>
                </c:pt>
                <c:pt idx="1674">
                  <c:v>418.5</c:v>
                </c:pt>
                <c:pt idx="1675">
                  <c:v>419</c:v>
                </c:pt>
                <c:pt idx="1676">
                  <c:v>419</c:v>
                </c:pt>
                <c:pt idx="1677">
                  <c:v>419.5</c:v>
                </c:pt>
                <c:pt idx="1678">
                  <c:v>419.5</c:v>
                </c:pt>
                <c:pt idx="1679">
                  <c:v>420</c:v>
                </c:pt>
                <c:pt idx="1680">
                  <c:v>420</c:v>
                </c:pt>
                <c:pt idx="1681">
                  <c:v>420.5</c:v>
                </c:pt>
                <c:pt idx="1682">
                  <c:v>420.5</c:v>
                </c:pt>
                <c:pt idx="1683">
                  <c:v>421</c:v>
                </c:pt>
                <c:pt idx="1684">
                  <c:v>421</c:v>
                </c:pt>
                <c:pt idx="1685">
                  <c:v>421.5</c:v>
                </c:pt>
                <c:pt idx="1686">
                  <c:v>421.5</c:v>
                </c:pt>
                <c:pt idx="1687">
                  <c:v>422</c:v>
                </c:pt>
                <c:pt idx="1688">
                  <c:v>422</c:v>
                </c:pt>
                <c:pt idx="1689">
                  <c:v>422.5</c:v>
                </c:pt>
                <c:pt idx="1690">
                  <c:v>422.5</c:v>
                </c:pt>
                <c:pt idx="1691">
                  <c:v>423</c:v>
                </c:pt>
                <c:pt idx="1692">
                  <c:v>423</c:v>
                </c:pt>
                <c:pt idx="1693">
                  <c:v>423.5</c:v>
                </c:pt>
                <c:pt idx="1694">
                  <c:v>423.5</c:v>
                </c:pt>
                <c:pt idx="1695">
                  <c:v>424</c:v>
                </c:pt>
                <c:pt idx="1696">
                  <c:v>424</c:v>
                </c:pt>
                <c:pt idx="1697">
                  <c:v>424.5</c:v>
                </c:pt>
                <c:pt idx="1698">
                  <c:v>424.5</c:v>
                </c:pt>
                <c:pt idx="1699">
                  <c:v>425</c:v>
                </c:pt>
                <c:pt idx="1700">
                  <c:v>425</c:v>
                </c:pt>
                <c:pt idx="1701">
                  <c:v>425.5</c:v>
                </c:pt>
                <c:pt idx="1702">
                  <c:v>425.5</c:v>
                </c:pt>
                <c:pt idx="1703">
                  <c:v>426</c:v>
                </c:pt>
                <c:pt idx="1704">
                  <c:v>426</c:v>
                </c:pt>
                <c:pt idx="1705">
                  <c:v>426.5</c:v>
                </c:pt>
                <c:pt idx="1706">
                  <c:v>426.5</c:v>
                </c:pt>
                <c:pt idx="1707">
                  <c:v>427</c:v>
                </c:pt>
                <c:pt idx="1708">
                  <c:v>427</c:v>
                </c:pt>
                <c:pt idx="1709">
                  <c:v>427.5</c:v>
                </c:pt>
                <c:pt idx="1710">
                  <c:v>427.5</c:v>
                </c:pt>
                <c:pt idx="1711">
                  <c:v>428</c:v>
                </c:pt>
                <c:pt idx="1712">
                  <c:v>428</c:v>
                </c:pt>
                <c:pt idx="1713">
                  <c:v>428.5</c:v>
                </c:pt>
                <c:pt idx="1714">
                  <c:v>428.5</c:v>
                </c:pt>
                <c:pt idx="1715">
                  <c:v>429</c:v>
                </c:pt>
                <c:pt idx="1716">
                  <c:v>429</c:v>
                </c:pt>
                <c:pt idx="1717">
                  <c:v>429.5</c:v>
                </c:pt>
                <c:pt idx="1718">
                  <c:v>429.5</c:v>
                </c:pt>
                <c:pt idx="1719">
                  <c:v>430</c:v>
                </c:pt>
                <c:pt idx="1720">
                  <c:v>430</c:v>
                </c:pt>
                <c:pt idx="1721">
                  <c:v>430.5</c:v>
                </c:pt>
                <c:pt idx="1722">
                  <c:v>430.5</c:v>
                </c:pt>
                <c:pt idx="1723">
                  <c:v>431</c:v>
                </c:pt>
                <c:pt idx="1724">
                  <c:v>431</c:v>
                </c:pt>
                <c:pt idx="1725">
                  <c:v>431.5</c:v>
                </c:pt>
                <c:pt idx="1726">
                  <c:v>431.5</c:v>
                </c:pt>
                <c:pt idx="1727">
                  <c:v>432</c:v>
                </c:pt>
                <c:pt idx="1728">
                  <c:v>432</c:v>
                </c:pt>
                <c:pt idx="1729">
                  <c:v>432.5</c:v>
                </c:pt>
                <c:pt idx="1730">
                  <c:v>432.5</c:v>
                </c:pt>
                <c:pt idx="1731">
                  <c:v>433</c:v>
                </c:pt>
                <c:pt idx="1732">
                  <c:v>433</c:v>
                </c:pt>
                <c:pt idx="1733">
                  <c:v>433.5</c:v>
                </c:pt>
                <c:pt idx="1734">
                  <c:v>433.5</c:v>
                </c:pt>
                <c:pt idx="1735">
                  <c:v>434</c:v>
                </c:pt>
                <c:pt idx="1736">
                  <c:v>434</c:v>
                </c:pt>
                <c:pt idx="1737">
                  <c:v>434.5</c:v>
                </c:pt>
                <c:pt idx="1738">
                  <c:v>434.5</c:v>
                </c:pt>
                <c:pt idx="1739">
                  <c:v>435</c:v>
                </c:pt>
                <c:pt idx="1740">
                  <c:v>435</c:v>
                </c:pt>
                <c:pt idx="1741">
                  <c:v>435.5</c:v>
                </c:pt>
                <c:pt idx="1742">
                  <c:v>435.5</c:v>
                </c:pt>
                <c:pt idx="1743">
                  <c:v>436</c:v>
                </c:pt>
                <c:pt idx="1744">
                  <c:v>436</c:v>
                </c:pt>
                <c:pt idx="1745">
                  <c:v>436.5</c:v>
                </c:pt>
                <c:pt idx="1746">
                  <c:v>436.5</c:v>
                </c:pt>
                <c:pt idx="1747">
                  <c:v>437</c:v>
                </c:pt>
                <c:pt idx="1748">
                  <c:v>437</c:v>
                </c:pt>
                <c:pt idx="1749">
                  <c:v>437.5</c:v>
                </c:pt>
                <c:pt idx="1750">
                  <c:v>437.5</c:v>
                </c:pt>
                <c:pt idx="1751">
                  <c:v>438</c:v>
                </c:pt>
                <c:pt idx="1752">
                  <c:v>438</c:v>
                </c:pt>
                <c:pt idx="1753">
                  <c:v>438.5</c:v>
                </c:pt>
                <c:pt idx="1754">
                  <c:v>438.5</c:v>
                </c:pt>
                <c:pt idx="1755">
                  <c:v>439</c:v>
                </c:pt>
                <c:pt idx="1756">
                  <c:v>439</c:v>
                </c:pt>
                <c:pt idx="1757">
                  <c:v>439.5</c:v>
                </c:pt>
                <c:pt idx="1758">
                  <c:v>439.5</c:v>
                </c:pt>
                <c:pt idx="1759">
                  <c:v>440</c:v>
                </c:pt>
                <c:pt idx="1760">
                  <c:v>440</c:v>
                </c:pt>
                <c:pt idx="1761">
                  <c:v>440.5</c:v>
                </c:pt>
                <c:pt idx="1762">
                  <c:v>440.5</c:v>
                </c:pt>
                <c:pt idx="1763">
                  <c:v>441</c:v>
                </c:pt>
                <c:pt idx="1764">
                  <c:v>441</c:v>
                </c:pt>
                <c:pt idx="1765">
                  <c:v>441.5</c:v>
                </c:pt>
                <c:pt idx="1766">
                  <c:v>441.5</c:v>
                </c:pt>
                <c:pt idx="1767">
                  <c:v>442</c:v>
                </c:pt>
                <c:pt idx="1768">
                  <c:v>442</c:v>
                </c:pt>
                <c:pt idx="1769">
                  <c:v>442.5</c:v>
                </c:pt>
                <c:pt idx="1770">
                  <c:v>442.5</c:v>
                </c:pt>
                <c:pt idx="1771">
                  <c:v>443</c:v>
                </c:pt>
                <c:pt idx="1772">
                  <c:v>443</c:v>
                </c:pt>
                <c:pt idx="1773">
                  <c:v>443.5</c:v>
                </c:pt>
                <c:pt idx="1774">
                  <c:v>443.5</c:v>
                </c:pt>
                <c:pt idx="1775">
                  <c:v>444</c:v>
                </c:pt>
                <c:pt idx="1776">
                  <c:v>444</c:v>
                </c:pt>
                <c:pt idx="1777">
                  <c:v>444.5</c:v>
                </c:pt>
                <c:pt idx="1778">
                  <c:v>444.5</c:v>
                </c:pt>
                <c:pt idx="1779">
                  <c:v>445</c:v>
                </c:pt>
                <c:pt idx="1780">
                  <c:v>445</c:v>
                </c:pt>
                <c:pt idx="1781">
                  <c:v>445.5</c:v>
                </c:pt>
                <c:pt idx="1782">
                  <c:v>445.5</c:v>
                </c:pt>
                <c:pt idx="1783">
                  <c:v>446</c:v>
                </c:pt>
                <c:pt idx="1784">
                  <c:v>446</c:v>
                </c:pt>
                <c:pt idx="1785">
                  <c:v>446.5</c:v>
                </c:pt>
                <c:pt idx="1786">
                  <c:v>446.5</c:v>
                </c:pt>
                <c:pt idx="1787">
                  <c:v>447</c:v>
                </c:pt>
                <c:pt idx="1788">
                  <c:v>447</c:v>
                </c:pt>
                <c:pt idx="1789">
                  <c:v>447.5</c:v>
                </c:pt>
                <c:pt idx="1790">
                  <c:v>447.5</c:v>
                </c:pt>
                <c:pt idx="1791">
                  <c:v>448</c:v>
                </c:pt>
                <c:pt idx="1792">
                  <c:v>448</c:v>
                </c:pt>
                <c:pt idx="1793">
                  <c:v>448.5</c:v>
                </c:pt>
                <c:pt idx="1794">
                  <c:v>448.5</c:v>
                </c:pt>
                <c:pt idx="1795">
                  <c:v>449</c:v>
                </c:pt>
                <c:pt idx="1796">
                  <c:v>449</c:v>
                </c:pt>
                <c:pt idx="1797">
                  <c:v>449.5</c:v>
                </c:pt>
                <c:pt idx="1798">
                  <c:v>449.5</c:v>
                </c:pt>
                <c:pt idx="1799">
                  <c:v>450</c:v>
                </c:pt>
                <c:pt idx="1800">
                  <c:v>450</c:v>
                </c:pt>
                <c:pt idx="1801">
                  <c:v>450.5</c:v>
                </c:pt>
                <c:pt idx="1802">
                  <c:v>450.5</c:v>
                </c:pt>
                <c:pt idx="1803">
                  <c:v>451</c:v>
                </c:pt>
                <c:pt idx="1804">
                  <c:v>451</c:v>
                </c:pt>
                <c:pt idx="1805">
                  <c:v>451.5</c:v>
                </c:pt>
                <c:pt idx="1806">
                  <c:v>451.5</c:v>
                </c:pt>
                <c:pt idx="1807">
                  <c:v>452</c:v>
                </c:pt>
                <c:pt idx="1808">
                  <c:v>452</c:v>
                </c:pt>
                <c:pt idx="1809">
                  <c:v>452.5</c:v>
                </c:pt>
                <c:pt idx="1810">
                  <c:v>452.5</c:v>
                </c:pt>
                <c:pt idx="1811">
                  <c:v>453</c:v>
                </c:pt>
                <c:pt idx="1812">
                  <c:v>453</c:v>
                </c:pt>
                <c:pt idx="1813">
                  <c:v>453.5</c:v>
                </c:pt>
                <c:pt idx="1814">
                  <c:v>453.5</c:v>
                </c:pt>
                <c:pt idx="1815">
                  <c:v>454</c:v>
                </c:pt>
                <c:pt idx="1816">
                  <c:v>454</c:v>
                </c:pt>
                <c:pt idx="1817">
                  <c:v>454.5</c:v>
                </c:pt>
                <c:pt idx="1818">
                  <c:v>454.5</c:v>
                </c:pt>
                <c:pt idx="1819">
                  <c:v>455</c:v>
                </c:pt>
                <c:pt idx="1820">
                  <c:v>455</c:v>
                </c:pt>
                <c:pt idx="1821">
                  <c:v>455.5</c:v>
                </c:pt>
                <c:pt idx="1822">
                  <c:v>455.5</c:v>
                </c:pt>
                <c:pt idx="1823">
                  <c:v>456</c:v>
                </c:pt>
                <c:pt idx="1824">
                  <c:v>456</c:v>
                </c:pt>
                <c:pt idx="1825">
                  <c:v>456.5</c:v>
                </c:pt>
                <c:pt idx="1826">
                  <c:v>456.5</c:v>
                </c:pt>
                <c:pt idx="1827">
                  <c:v>457</c:v>
                </c:pt>
                <c:pt idx="1828">
                  <c:v>457</c:v>
                </c:pt>
                <c:pt idx="1829">
                  <c:v>457.5</c:v>
                </c:pt>
                <c:pt idx="1830">
                  <c:v>457.5</c:v>
                </c:pt>
                <c:pt idx="1831">
                  <c:v>458</c:v>
                </c:pt>
                <c:pt idx="1832">
                  <c:v>458</c:v>
                </c:pt>
                <c:pt idx="1833">
                  <c:v>458.5</c:v>
                </c:pt>
                <c:pt idx="1834">
                  <c:v>458.5</c:v>
                </c:pt>
                <c:pt idx="1835">
                  <c:v>459</c:v>
                </c:pt>
                <c:pt idx="1836">
                  <c:v>459</c:v>
                </c:pt>
                <c:pt idx="1837">
                  <c:v>459.5</c:v>
                </c:pt>
                <c:pt idx="1838">
                  <c:v>459.5</c:v>
                </c:pt>
                <c:pt idx="1839">
                  <c:v>460</c:v>
                </c:pt>
                <c:pt idx="1840">
                  <c:v>460</c:v>
                </c:pt>
                <c:pt idx="1841">
                  <c:v>460.5</c:v>
                </c:pt>
                <c:pt idx="1842">
                  <c:v>460.5</c:v>
                </c:pt>
                <c:pt idx="1843">
                  <c:v>461</c:v>
                </c:pt>
                <c:pt idx="1844">
                  <c:v>461</c:v>
                </c:pt>
                <c:pt idx="1845">
                  <c:v>461.5</c:v>
                </c:pt>
                <c:pt idx="1846">
                  <c:v>461.5</c:v>
                </c:pt>
                <c:pt idx="1847">
                  <c:v>462</c:v>
                </c:pt>
                <c:pt idx="1848">
                  <c:v>462</c:v>
                </c:pt>
                <c:pt idx="1849">
                  <c:v>462.5</c:v>
                </c:pt>
                <c:pt idx="1850">
                  <c:v>462.5</c:v>
                </c:pt>
                <c:pt idx="1851">
                  <c:v>463</c:v>
                </c:pt>
                <c:pt idx="1852">
                  <c:v>463</c:v>
                </c:pt>
                <c:pt idx="1853">
                  <c:v>463.5</c:v>
                </c:pt>
                <c:pt idx="1854">
                  <c:v>463.5</c:v>
                </c:pt>
                <c:pt idx="1855">
                  <c:v>464</c:v>
                </c:pt>
                <c:pt idx="1856">
                  <c:v>464</c:v>
                </c:pt>
                <c:pt idx="1857">
                  <c:v>464.5</c:v>
                </c:pt>
                <c:pt idx="1858">
                  <c:v>464.5</c:v>
                </c:pt>
                <c:pt idx="1859">
                  <c:v>465</c:v>
                </c:pt>
                <c:pt idx="1860">
                  <c:v>465</c:v>
                </c:pt>
                <c:pt idx="1861">
                  <c:v>465.5</c:v>
                </c:pt>
                <c:pt idx="1862">
                  <c:v>465.5</c:v>
                </c:pt>
                <c:pt idx="1863">
                  <c:v>466</c:v>
                </c:pt>
                <c:pt idx="1864">
                  <c:v>466</c:v>
                </c:pt>
                <c:pt idx="1865">
                  <c:v>466.5</c:v>
                </c:pt>
                <c:pt idx="1866">
                  <c:v>466.5</c:v>
                </c:pt>
                <c:pt idx="1867">
                  <c:v>467</c:v>
                </c:pt>
                <c:pt idx="1868">
                  <c:v>467</c:v>
                </c:pt>
                <c:pt idx="1869">
                  <c:v>467.5</c:v>
                </c:pt>
                <c:pt idx="1870">
                  <c:v>467.5</c:v>
                </c:pt>
                <c:pt idx="1871">
                  <c:v>468</c:v>
                </c:pt>
                <c:pt idx="1872">
                  <c:v>468</c:v>
                </c:pt>
                <c:pt idx="1873">
                  <c:v>468.5</c:v>
                </c:pt>
                <c:pt idx="1874">
                  <c:v>468.5</c:v>
                </c:pt>
                <c:pt idx="1875">
                  <c:v>469</c:v>
                </c:pt>
                <c:pt idx="1876">
                  <c:v>469</c:v>
                </c:pt>
                <c:pt idx="1877">
                  <c:v>469.5</c:v>
                </c:pt>
                <c:pt idx="1878">
                  <c:v>469.5</c:v>
                </c:pt>
                <c:pt idx="1879">
                  <c:v>470</c:v>
                </c:pt>
                <c:pt idx="1880">
                  <c:v>470</c:v>
                </c:pt>
                <c:pt idx="1881">
                  <c:v>470.5</c:v>
                </c:pt>
                <c:pt idx="1882">
                  <c:v>470.5</c:v>
                </c:pt>
                <c:pt idx="1883">
                  <c:v>471</c:v>
                </c:pt>
                <c:pt idx="1884">
                  <c:v>471</c:v>
                </c:pt>
                <c:pt idx="1885">
                  <c:v>471.5</c:v>
                </c:pt>
                <c:pt idx="1886">
                  <c:v>471.5</c:v>
                </c:pt>
                <c:pt idx="1887">
                  <c:v>472</c:v>
                </c:pt>
                <c:pt idx="1888">
                  <c:v>472</c:v>
                </c:pt>
                <c:pt idx="1889">
                  <c:v>472.5</c:v>
                </c:pt>
                <c:pt idx="1890">
                  <c:v>472.5</c:v>
                </c:pt>
                <c:pt idx="1891">
                  <c:v>473</c:v>
                </c:pt>
                <c:pt idx="1892">
                  <c:v>473</c:v>
                </c:pt>
                <c:pt idx="1893">
                  <c:v>473.5</c:v>
                </c:pt>
                <c:pt idx="1894">
                  <c:v>473.5</c:v>
                </c:pt>
                <c:pt idx="1895">
                  <c:v>474</c:v>
                </c:pt>
                <c:pt idx="1896">
                  <c:v>474</c:v>
                </c:pt>
                <c:pt idx="1897">
                  <c:v>474.5</c:v>
                </c:pt>
                <c:pt idx="1898">
                  <c:v>474.5</c:v>
                </c:pt>
                <c:pt idx="1899">
                  <c:v>475</c:v>
                </c:pt>
                <c:pt idx="1900">
                  <c:v>475</c:v>
                </c:pt>
                <c:pt idx="1901">
                  <c:v>475.5</c:v>
                </c:pt>
                <c:pt idx="1902">
                  <c:v>475.5</c:v>
                </c:pt>
                <c:pt idx="1903">
                  <c:v>476</c:v>
                </c:pt>
                <c:pt idx="1904">
                  <c:v>476</c:v>
                </c:pt>
                <c:pt idx="1905">
                  <c:v>476.5</c:v>
                </c:pt>
                <c:pt idx="1906">
                  <c:v>476.5</c:v>
                </c:pt>
                <c:pt idx="1907">
                  <c:v>477</c:v>
                </c:pt>
                <c:pt idx="1908">
                  <c:v>477</c:v>
                </c:pt>
                <c:pt idx="1909">
                  <c:v>477.5</c:v>
                </c:pt>
                <c:pt idx="1910">
                  <c:v>477.5</c:v>
                </c:pt>
                <c:pt idx="1911">
                  <c:v>478</c:v>
                </c:pt>
                <c:pt idx="1912">
                  <c:v>478</c:v>
                </c:pt>
                <c:pt idx="1913">
                  <c:v>478.5</c:v>
                </c:pt>
                <c:pt idx="1914">
                  <c:v>478.5</c:v>
                </c:pt>
                <c:pt idx="1915">
                  <c:v>479</c:v>
                </c:pt>
                <c:pt idx="1916">
                  <c:v>479</c:v>
                </c:pt>
                <c:pt idx="1917">
                  <c:v>479.5</c:v>
                </c:pt>
                <c:pt idx="1918">
                  <c:v>479.5</c:v>
                </c:pt>
                <c:pt idx="1919">
                  <c:v>480</c:v>
                </c:pt>
                <c:pt idx="1920">
                  <c:v>480</c:v>
                </c:pt>
                <c:pt idx="1921">
                  <c:v>480.5</c:v>
                </c:pt>
                <c:pt idx="1922">
                  <c:v>480.5</c:v>
                </c:pt>
                <c:pt idx="1923">
                  <c:v>481</c:v>
                </c:pt>
                <c:pt idx="1924">
                  <c:v>481</c:v>
                </c:pt>
                <c:pt idx="1925">
                  <c:v>481.5</c:v>
                </c:pt>
                <c:pt idx="1926">
                  <c:v>481.5</c:v>
                </c:pt>
                <c:pt idx="1927">
                  <c:v>482</c:v>
                </c:pt>
                <c:pt idx="1928">
                  <c:v>482</c:v>
                </c:pt>
                <c:pt idx="1929">
                  <c:v>482.5</c:v>
                </c:pt>
                <c:pt idx="1930">
                  <c:v>482.5</c:v>
                </c:pt>
                <c:pt idx="1931">
                  <c:v>483</c:v>
                </c:pt>
                <c:pt idx="1932">
                  <c:v>483</c:v>
                </c:pt>
                <c:pt idx="1933">
                  <c:v>483.5</c:v>
                </c:pt>
                <c:pt idx="1934">
                  <c:v>483.5</c:v>
                </c:pt>
                <c:pt idx="1935">
                  <c:v>484</c:v>
                </c:pt>
              </c:numCache>
            </c:numRef>
          </c:xVal>
          <c:yVal>
            <c:numRef>
              <c:f>Sheet1!$B$1940:$B$3875</c:f>
              <c:numCache>
                <c:formatCode>General</c:formatCode>
                <c:ptCount val="1936"/>
                <c:pt idx="0">
                  <c:v>-0</c:v>
                </c:pt>
                <c:pt idx="1">
                  <c:v>9.01795903</c:v>
                </c:pt>
                <c:pt idx="2">
                  <c:v>9.01795903</c:v>
                </c:pt>
                <c:pt idx="3">
                  <c:v>17.89722437</c:v>
                </c:pt>
                <c:pt idx="4">
                  <c:v>17.89722437</c:v>
                </c:pt>
                <c:pt idx="5">
                  <c:v>26.63778037</c:v>
                </c:pt>
                <c:pt idx="6">
                  <c:v>26.63778037</c:v>
                </c:pt>
                <c:pt idx="7">
                  <c:v>35.23960331</c:v>
                </c:pt>
                <c:pt idx="8">
                  <c:v>35.23960331</c:v>
                </c:pt>
                <c:pt idx="9">
                  <c:v>43.7026621</c:v>
                </c:pt>
                <c:pt idx="10">
                  <c:v>43.7026621</c:v>
                </c:pt>
                <c:pt idx="11">
                  <c:v>52.02691872</c:v>
                </c:pt>
                <c:pt idx="12">
                  <c:v>52.02691872</c:v>
                </c:pt>
                <c:pt idx="13">
                  <c:v>60.21232845</c:v>
                </c:pt>
                <c:pt idx="14">
                  <c:v>60.21232845</c:v>
                </c:pt>
                <c:pt idx="15">
                  <c:v>68.25884022</c:v>
                </c:pt>
                <c:pt idx="16">
                  <c:v>68.25884022</c:v>
                </c:pt>
                <c:pt idx="17">
                  <c:v>76.16639670000001</c:v>
                </c:pt>
                <c:pt idx="18">
                  <c:v>76.16639670000001</c:v>
                </c:pt>
                <c:pt idx="19">
                  <c:v>83.93493452</c:v>
                </c:pt>
                <c:pt idx="20">
                  <c:v>83.93493452</c:v>
                </c:pt>
                <c:pt idx="21">
                  <c:v>91.56438441</c:v>
                </c:pt>
                <c:pt idx="22">
                  <c:v>91.56438441</c:v>
                </c:pt>
                <c:pt idx="23">
                  <c:v>99.05467127</c:v>
                </c:pt>
                <c:pt idx="24">
                  <c:v>99.05467126000001</c:v>
                </c:pt>
                <c:pt idx="25">
                  <c:v>106.40571432</c:v>
                </c:pt>
                <c:pt idx="26">
                  <c:v>106.40571432</c:v>
                </c:pt>
                <c:pt idx="27">
                  <c:v>113.61742719</c:v>
                </c:pt>
                <c:pt idx="28">
                  <c:v>113.61742719</c:v>
                </c:pt>
                <c:pt idx="29">
                  <c:v>120.68971797</c:v>
                </c:pt>
                <c:pt idx="30">
                  <c:v>120.68971797</c:v>
                </c:pt>
                <c:pt idx="31">
                  <c:v>127.62248932</c:v>
                </c:pt>
                <c:pt idx="32">
                  <c:v>127.62248932</c:v>
                </c:pt>
                <c:pt idx="33">
                  <c:v>134.41563854</c:v>
                </c:pt>
                <c:pt idx="34">
                  <c:v>134.41563854</c:v>
                </c:pt>
                <c:pt idx="35">
                  <c:v>141.06905759</c:v>
                </c:pt>
                <c:pt idx="36">
                  <c:v>141.06905759</c:v>
                </c:pt>
                <c:pt idx="37">
                  <c:v>147.58263319</c:v>
                </c:pt>
                <c:pt idx="38">
                  <c:v>147.58263319</c:v>
                </c:pt>
                <c:pt idx="39">
                  <c:v>153.95624686</c:v>
                </c:pt>
                <c:pt idx="40">
                  <c:v>153.95624686</c:v>
                </c:pt>
                <c:pt idx="41">
                  <c:v>160.18977497</c:v>
                </c:pt>
                <c:pt idx="42">
                  <c:v>160.18977497</c:v>
                </c:pt>
                <c:pt idx="43">
                  <c:v>166.28308878</c:v>
                </c:pt>
                <c:pt idx="44">
                  <c:v>166.28308878</c:v>
                </c:pt>
                <c:pt idx="45">
                  <c:v>172.23605447</c:v>
                </c:pt>
                <c:pt idx="46">
                  <c:v>172.23605447</c:v>
                </c:pt>
                <c:pt idx="47">
                  <c:v>178.04853321</c:v>
                </c:pt>
                <c:pt idx="48">
                  <c:v>178.04853321</c:v>
                </c:pt>
                <c:pt idx="49">
                  <c:v>183.72038119</c:v>
                </c:pt>
                <c:pt idx="50">
                  <c:v>183.72038119</c:v>
                </c:pt>
                <c:pt idx="51">
                  <c:v>189.25144961</c:v>
                </c:pt>
                <c:pt idx="52">
                  <c:v>189.25144961</c:v>
                </c:pt>
                <c:pt idx="53">
                  <c:v>194.64158477</c:v>
                </c:pt>
                <c:pt idx="54">
                  <c:v>194.64158477</c:v>
                </c:pt>
                <c:pt idx="55">
                  <c:v>199.89062808</c:v>
                </c:pt>
                <c:pt idx="56">
                  <c:v>199.89062808</c:v>
                </c:pt>
                <c:pt idx="57">
                  <c:v>204.99841606</c:v>
                </c:pt>
                <c:pt idx="58">
                  <c:v>204.99841606</c:v>
                </c:pt>
                <c:pt idx="59">
                  <c:v>209.96478041</c:v>
                </c:pt>
                <c:pt idx="60">
                  <c:v>209.96478041</c:v>
                </c:pt>
                <c:pt idx="61">
                  <c:v>214.78954799</c:v>
                </c:pt>
                <c:pt idx="62">
                  <c:v>214.78954799</c:v>
                </c:pt>
                <c:pt idx="63">
                  <c:v>219.4725409</c:v>
                </c:pt>
                <c:pt idx="64">
                  <c:v>219.4725409</c:v>
                </c:pt>
                <c:pt idx="65">
                  <c:v>224.01357644</c:v>
                </c:pt>
                <c:pt idx="66">
                  <c:v>224.01357644</c:v>
                </c:pt>
                <c:pt idx="67">
                  <c:v>228.41246715</c:v>
                </c:pt>
                <c:pt idx="68">
                  <c:v>228.41246715</c:v>
                </c:pt>
                <c:pt idx="69">
                  <c:v>232.66902088</c:v>
                </c:pt>
                <c:pt idx="70">
                  <c:v>232.66902088</c:v>
                </c:pt>
                <c:pt idx="71">
                  <c:v>236.78304071</c:v>
                </c:pt>
                <c:pt idx="72">
                  <c:v>236.78304071</c:v>
                </c:pt>
                <c:pt idx="73">
                  <c:v>240.75432507</c:v>
                </c:pt>
                <c:pt idx="74">
                  <c:v>240.75432507</c:v>
                </c:pt>
                <c:pt idx="75">
                  <c:v>244.58266767</c:v>
                </c:pt>
                <c:pt idx="76">
                  <c:v>244.58266767</c:v>
                </c:pt>
                <c:pt idx="77">
                  <c:v>248.26785757</c:v>
                </c:pt>
                <c:pt idx="78">
                  <c:v>248.26785757</c:v>
                </c:pt>
                <c:pt idx="79">
                  <c:v>251.80967917</c:v>
                </c:pt>
                <c:pt idx="80">
                  <c:v>251.80967917</c:v>
                </c:pt>
                <c:pt idx="81">
                  <c:v>255.20791224</c:v>
                </c:pt>
                <c:pt idx="82">
                  <c:v>255.20791224</c:v>
                </c:pt>
                <c:pt idx="83">
                  <c:v>258.46233189</c:v>
                </c:pt>
                <c:pt idx="84">
                  <c:v>258.46233189</c:v>
                </c:pt>
                <c:pt idx="85">
                  <c:v>261.57270864</c:v>
                </c:pt>
                <c:pt idx="86">
                  <c:v>261.57270864</c:v>
                </c:pt>
                <c:pt idx="87">
                  <c:v>264.53880839</c:v>
                </c:pt>
                <c:pt idx="88">
                  <c:v>264.53880839</c:v>
                </c:pt>
                <c:pt idx="89">
                  <c:v>267.36039245</c:v>
                </c:pt>
                <c:pt idx="90">
                  <c:v>267.36039245</c:v>
                </c:pt>
                <c:pt idx="91">
                  <c:v>270.03721751</c:v>
                </c:pt>
                <c:pt idx="92">
                  <c:v>270.03721751</c:v>
                </c:pt>
                <c:pt idx="93">
                  <c:v>272.56903573</c:v>
                </c:pt>
                <c:pt idx="94">
                  <c:v>272.56903573</c:v>
                </c:pt>
                <c:pt idx="95">
                  <c:v>274.95559463</c:v>
                </c:pt>
                <c:pt idx="96">
                  <c:v>274.95559463</c:v>
                </c:pt>
                <c:pt idx="97">
                  <c:v>277.19663723</c:v>
                </c:pt>
                <c:pt idx="98">
                  <c:v>277.19663723</c:v>
                </c:pt>
                <c:pt idx="99">
                  <c:v>279.29190194</c:v>
                </c:pt>
                <c:pt idx="100">
                  <c:v>279.29190194</c:v>
                </c:pt>
                <c:pt idx="101">
                  <c:v>281.24112263</c:v>
                </c:pt>
                <c:pt idx="102">
                  <c:v>281.24112263</c:v>
                </c:pt>
                <c:pt idx="103">
                  <c:v>283.04402862</c:v>
                </c:pt>
                <c:pt idx="104">
                  <c:v>283.04402862</c:v>
                </c:pt>
                <c:pt idx="105">
                  <c:v>284.70034469</c:v>
                </c:pt>
                <c:pt idx="106">
                  <c:v>284.70034469</c:v>
                </c:pt>
                <c:pt idx="107">
                  <c:v>286.20979107</c:v>
                </c:pt>
                <c:pt idx="108">
                  <c:v>286.20979107</c:v>
                </c:pt>
                <c:pt idx="109">
                  <c:v>287.57208347</c:v>
                </c:pt>
                <c:pt idx="110">
                  <c:v>287.57208347</c:v>
                </c:pt>
                <c:pt idx="111">
                  <c:v>288.78693303</c:v>
                </c:pt>
                <c:pt idx="112">
                  <c:v>288.78693303</c:v>
                </c:pt>
                <c:pt idx="113">
                  <c:v>289.85404639</c:v>
                </c:pt>
                <c:pt idx="114">
                  <c:v>289.85404639</c:v>
                </c:pt>
                <c:pt idx="115">
                  <c:v>290.77312564</c:v>
                </c:pt>
                <c:pt idx="116">
                  <c:v>290.77312564</c:v>
                </c:pt>
                <c:pt idx="117">
                  <c:v>291.54386837</c:v>
                </c:pt>
                <c:pt idx="118">
                  <c:v>291.54386837</c:v>
                </c:pt>
                <c:pt idx="119">
                  <c:v>292.16596761</c:v>
                </c:pt>
                <c:pt idx="120">
                  <c:v>292.16596761</c:v>
                </c:pt>
                <c:pt idx="121">
                  <c:v>292.63911187</c:v>
                </c:pt>
                <c:pt idx="122">
                  <c:v>292.63911187</c:v>
                </c:pt>
                <c:pt idx="123">
                  <c:v>292.96298516</c:v>
                </c:pt>
                <c:pt idx="124">
                  <c:v>292.96298516</c:v>
                </c:pt>
                <c:pt idx="125">
                  <c:v>293.13726694</c:v>
                </c:pt>
                <c:pt idx="126">
                  <c:v>293.13726694</c:v>
                </c:pt>
                <c:pt idx="127">
                  <c:v>293.16163215</c:v>
                </c:pt>
                <c:pt idx="128">
                  <c:v>293.16163215</c:v>
                </c:pt>
                <c:pt idx="129">
                  <c:v>293.03575121</c:v>
                </c:pt>
                <c:pt idx="130">
                  <c:v>293.03575121</c:v>
                </c:pt>
                <c:pt idx="131">
                  <c:v>292.75928999</c:v>
                </c:pt>
                <c:pt idx="132">
                  <c:v>292.75928999</c:v>
                </c:pt>
                <c:pt idx="133">
                  <c:v>292.33190986</c:v>
                </c:pt>
                <c:pt idx="134">
                  <c:v>292.33190986</c:v>
                </c:pt>
                <c:pt idx="135">
                  <c:v>291.75326765</c:v>
                </c:pt>
                <c:pt idx="136">
                  <c:v>291.75326765</c:v>
                </c:pt>
                <c:pt idx="137">
                  <c:v>291.02301564</c:v>
                </c:pt>
                <c:pt idx="138">
                  <c:v>291.02301564</c:v>
                </c:pt>
                <c:pt idx="139">
                  <c:v>290.14080159</c:v>
                </c:pt>
                <c:pt idx="140">
                  <c:v>290.14080159</c:v>
                </c:pt>
                <c:pt idx="141">
                  <c:v>289.10626873</c:v>
                </c:pt>
                <c:pt idx="142">
                  <c:v>289.10626873</c:v>
                </c:pt>
                <c:pt idx="143">
                  <c:v>287.91905573</c:v>
                </c:pt>
                <c:pt idx="144">
                  <c:v>287.91905573</c:v>
                </c:pt>
                <c:pt idx="145">
                  <c:v>286.57879672</c:v>
                </c:pt>
                <c:pt idx="146">
                  <c:v>286.57879672</c:v>
                </c:pt>
                <c:pt idx="147">
                  <c:v>285.08512129</c:v>
                </c:pt>
                <c:pt idx="148">
                  <c:v>285.08512129</c:v>
                </c:pt>
                <c:pt idx="149">
                  <c:v>283.43765447</c:v>
                </c:pt>
                <c:pt idx="150">
                  <c:v>283.43765447</c:v>
                </c:pt>
                <c:pt idx="151">
                  <c:v>281.63601674</c:v>
                </c:pt>
                <c:pt idx="152">
                  <c:v>281.63601674</c:v>
                </c:pt>
                <c:pt idx="153">
                  <c:v>279.679824</c:v>
                </c:pt>
                <c:pt idx="154">
                  <c:v>279.679824</c:v>
                </c:pt>
                <c:pt idx="155">
                  <c:v>277.56868761</c:v>
                </c:pt>
                <c:pt idx="156">
                  <c:v>277.56868761</c:v>
                </c:pt>
                <c:pt idx="157">
                  <c:v>275.30221434</c:v>
                </c:pt>
                <c:pt idx="158">
                  <c:v>275.30221434</c:v>
                </c:pt>
                <c:pt idx="159">
                  <c:v>272.88000638</c:v>
                </c:pt>
                <c:pt idx="160">
                  <c:v>272.88000638</c:v>
                </c:pt>
                <c:pt idx="161">
                  <c:v>270.30166135</c:v>
                </c:pt>
                <c:pt idx="162">
                  <c:v>270.30166135</c:v>
                </c:pt>
                <c:pt idx="163">
                  <c:v>267.56677227</c:v>
                </c:pt>
                <c:pt idx="164">
                  <c:v>267.56677227</c:v>
                </c:pt>
                <c:pt idx="165">
                  <c:v>264.67492757</c:v>
                </c:pt>
                <c:pt idx="166">
                  <c:v>264.67492757</c:v>
                </c:pt>
                <c:pt idx="167">
                  <c:v>261.62571108</c:v>
                </c:pt>
                <c:pt idx="168">
                  <c:v>261.62571108</c:v>
                </c:pt>
                <c:pt idx="169">
                  <c:v>258.41870202</c:v>
                </c:pt>
                <c:pt idx="170">
                  <c:v>258.41870202</c:v>
                </c:pt>
                <c:pt idx="171">
                  <c:v>255.05347499</c:v>
                </c:pt>
                <c:pt idx="172">
                  <c:v>255.05347499</c:v>
                </c:pt>
                <c:pt idx="173">
                  <c:v>251.52959996</c:v>
                </c:pt>
                <c:pt idx="174">
                  <c:v>251.52959996</c:v>
                </c:pt>
                <c:pt idx="175">
                  <c:v>247.84664229</c:v>
                </c:pt>
                <c:pt idx="176">
                  <c:v>247.84664229</c:v>
                </c:pt>
                <c:pt idx="177">
                  <c:v>244.00416269</c:v>
                </c:pt>
                <c:pt idx="178">
                  <c:v>244.00416268</c:v>
                </c:pt>
                <c:pt idx="179">
                  <c:v>240.00171721</c:v>
                </c:pt>
                <c:pt idx="180">
                  <c:v>240.00171721</c:v>
                </c:pt>
                <c:pt idx="181">
                  <c:v>235.83885728</c:v>
                </c:pt>
                <c:pt idx="182">
                  <c:v>235.83885728</c:v>
                </c:pt>
                <c:pt idx="183">
                  <c:v>231.51512963</c:v>
                </c:pt>
                <c:pt idx="184">
                  <c:v>231.51512963</c:v>
                </c:pt>
                <c:pt idx="185">
                  <c:v>227.03007635</c:v>
                </c:pt>
                <c:pt idx="186">
                  <c:v>227.03007635</c:v>
                </c:pt>
                <c:pt idx="187">
                  <c:v>222.38323481</c:v>
                </c:pt>
                <c:pt idx="188">
                  <c:v>222.38323481</c:v>
                </c:pt>
                <c:pt idx="189">
                  <c:v>217.57413774</c:v>
                </c:pt>
                <c:pt idx="190">
                  <c:v>217.57413774</c:v>
                </c:pt>
                <c:pt idx="191">
                  <c:v>212.60231313</c:v>
                </c:pt>
                <c:pt idx="192">
                  <c:v>212.60231313</c:v>
                </c:pt>
                <c:pt idx="193">
                  <c:v>207.46728428</c:v>
                </c:pt>
                <c:pt idx="194">
                  <c:v>207.46728428</c:v>
                </c:pt>
                <c:pt idx="195">
                  <c:v>202.16856978</c:v>
                </c:pt>
                <c:pt idx="196">
                  <c:v>202.16856978</c:v>
                </c:pt>
                <c:pt idx="197">
                  <c:v>196.70568346</c:v>
                </c:pt>
                <c:pt idx="198">
                  <c:v>196.70568346</c:v>
                </c:pt>
                <c:pt idx="199">
                  <c:v>191.07813445</c:v>
                </c:pt>
                <c:pt idx="200">
                  <c:v>191.07813445</c:v>
                </c:pt>
                <c:pt idx="201">
                  <c:v>185.2854271</c:v>
                </c:pt>
                <c:pt idx="202">
                  <c:v>185.2854271</c:v>
                </c:pt>
                <c:pt idx="203">
                  <c:v>179.32706102</c:v>
                </c:pt>
                <c:pt idx="204">
                  <c:v>179.32706102</c:v>
                </c:pt>
                <c:pt idx="205">
                  <c:v>173.20253105</c:v>
                </c:pt>
                <c:pt idx="206">
                  <c:v>173.20253105</c:v>
                </c:pt>
                <c:pt idx="207">
                  <c:v>166.91132724</c:v>
                </c:pt>
                <c:pt idx="208">
                  <c:v>166.91132724</c:v>
                </c:pt>
                <c:pt idx="209">
                  <c:v>160.45293485</c:v>
                </c:pt>
                <c:pt idx="210">
                  <c:v>160.45293485</c:v>
                </c:pt>
                <c:pt idx="211">
                  <c:v>153.82683434</c:v>
                </c:pt>
                <c:pt idx="212">
                  <c:v>153.82683434</c:v>
                </c:pt>
                <c:pt idx="213">
                  <c:v>147.03250135</c:v>
                </c:pt>
                <c:pt idx="214">
                  <c:v>147.03250135</c:v>
                </c:pt>
                <c:pt idx="215">
                  <c:v>140.0694067</c:v>
                </c:pt>
                <c:pt idx="216">
                  <c:v>140.0694067</c:v>
                </c:pt>
                <c:pt idx="217">
                  <c:v>132.93701638</c:v>
                </c:pt>
                <c:pt idx="218">
                  <c:v>132.93701638</c:v>
                </c:pt>
                <c:pt idx="219">
                  <c:v>125.6347915</c:v>
                </c:pt>
                <c:pt idx="220">
                  <c:v>125.6347915</c:v>
                </c:pt>
                <c:pt idx="221">
                  <c:v>118.16218834</c:v>
                </c:pt>
                <c:pt idx="222">
                  <c:v>118.16218834</c:v>
                </c:pt>
                <c:pt idx="223">
                  <c:v>110.51865828</c:v>
                </c:pt>
                <c:pt idx="224">
                  <c:v>110.51865828</c:v>
                </c:pt>
                <c:pt idx="225">
                  <c:v>102.70364783</c:v>
                </c:pt>
                <c:pt idx="226">
                  <c:v>102.70364783</c:v>
                </c:pt>
                <c:pt idx="227">
                  <c:v>94.7165986</c:v>
                </c:pt>
                <c:pt idx="228">
                  <c:v>94.7165986</c:v>
                </c:pt>
                <c:pt idx="229">
                  <c:v>86.55694726999999</c:v>
                </c:pt>
                <c:pt idx="230">
                  <c:v>86.55694726999999</c:v>
                </c:pt>
                <c:pt idx="231">
                  <c:v>78.22412561</c:v>
                </c:pt>
                <c:pt idx="232">
                  <c:v>78.22412561</c:v>
                </c:pt>
                <c:pt idx="233">
                  <c:v>69.71756044999999</c:v>
                </c:pt>
                <c:pt idx="234">
                  <c:v>69.71756044999999</c:v>
                </c:pt>
                <c:pt idx="235">
                  <c:v>61.03667365</c:v>
                </c:pt>
                <c:pt idx="236">
                  <c:v>61.03667365</c:v>
                </c:pt>
                <c:pt idx="237">
                  <c:v>52.18088213</c:v>
                </c:pt>
                <c:pt idx="238">
                  <c:v>52.18088213</c:v>
                </c:pt>
                <c:pt idx="239">
                  <c:v>43.14959781</c:v>
                </c:pt>
                <c:pt idx="240">
                  <c:v>43.14959781</c:v>
                </c:pt>
                <c:pt idx="241">
                  <c:v>33.94222762</c:v>
                </c:pt>
                <c:pt idx="242">
                  <c:v>33.94222762</c:v>
                </c:pt>
                <c:pt idx="243">
                  <c:v>24.46013518</c:v>
                </c:pt>
                <c:pt idx="244">
                  <c:v>24.46013518</c:v>
                </c:pt>
                <c:pt idx="245">
                  <c:v>14.70654091</c:v>
                </c:pt>
                <c:pt idx="246">
                  <c:v>14.70654091</c:v>
                </c:pt>
                <c:pt idx="247">
                  <c:v>4.77193847</c:v>
                </c:pt>
                <c:pt idx="248">
                  <c:v>4.77193847</c:v>
                </c:pt>
                <c:pt idx="249">
                  <c:v>-5.34428534</c:v>
                </c:pt>
                <c:pt idx="250">
                  <c:v>-5.34428534</c:v>
                </c:pt>
                <c:pt idx="251">
                  <c:v>-15.64274876</c:v>
                </c:pt>
                <c:pt idx="252">
                  <c:v>-15.64274876</c:v>
                </c:pt>
                <c:pt idx="253">
                  <c:v>-26.12407513</c:v>
                </c:pt>
                <c:pt idx="254">
                  <c:v>-26.12407513</c:v>
                </c:pt>
                <c:pt idx="255">
                  <c:v>-36.78889288</c:v>
                </c:pt>
                <c:pt idx="256">
                  <c:v>-36.78889288</c:v>
                </c:pt>
                <c:pt idx="257">
                  <c:v>-47.63783554</c:v>
                </c:pt>
                <c:pt idx="258">
                  <c:v>-47.63783554</c:v>
                </c:pt>
                <c:pt idx="259">
                  <c:v>-58.67154178</c:v>
                </c:pt>
                <c:pt idx="260">
                  <c:v>-58.67154178</c:v>
                </c:pt>
                <c:pt idx="261">
                  <c:v>-69.89065540999999</c:v>
                </c:pt>
                <c:pt idx="262">
                  <c:v>-69.89065540999999</c:v>
                </c:pt>
                <c:pt idx="263">
                  <c:v>-81.29582539</c:v>
                </c:pt>
                <c:pt idx="264">
                  <c:v>-81.29582539</c:v>
                </c:pt>
                <c:pt idx="265">
                  <c:v>-92.88770585</c:v>
                </c:pt>
                <c:pt idx="266">
                  <c:v>-92.88770585</c:v>
                </c:pt>
                <c:pt idx="267">
                  <c:v>-104.66695613</c:v>
                </c:pt>
                <c:pt idx="268">
                  <c:v>-104.66695613</c:v>
                </c:pt>
                <c:pt idx="269">
                  <c:v>-116.63424074</c:v>
                </c:pt>
                <c:pt idx="270">
                  <c:v>-116.63424074</c:v>
                </c:pt>
                <c:pt idx="271">
                  <c:v>-129.86150012</c:v>
                </c:pt>
                <c:pt idx="272">
                  <c:v>-129.86150012</c:v>
                </c:pt>
                <c:pt idx="273">
                  <c:v>-144.23853245</c:v>
                </c:pt>
                <c:pt idx="274">
                  <c:v>-144.23853245</c:v>
                </c:pt>
                <c:pt idx="275">
                  <c:v>-158.83990037</c:v>
                </c:pt>
                <c:pt idx="276">
                  <c:v>-158.83990037</c:v>
                </c:pt>
                <c:pt idx="277">
                  <c:v>-173.66642649</c:v>
                </c:pt>
                <c:pt idx="278">
                  <c:v>-173.66642649</c:v>
                </c:pt>
                <c:pt idx="279">
                  <c:v>-188.71893976</c:v>
                </c:pt>
                <c:pt idx="280">
                  <c:v>-188.71893976</c:v>
                </c:pt>
                <c:pt idx="281">
                  <c:v>-203.99827551</c:v>
                </c:pt>
                <c:pt idx="282">
                  <c:v>-203.99827551</c:v>
                </c:pt>
                <c:pt idx="283">
                  <c:v>-219.50527544</c:v>
                </c:pt>
                <c:pt idx="284">
                  <c:v>-219.50527544</c:v>
                </c:pt>
                <c:pt idx="285">
                  <c:v>-235.24078767</c:v>
                </c:pt>
                <c:pt idx="286">
                  <c:v>-235.24078767</c:v>
                </c:pt>
                <c:pt idx="287">
                  <c:v>-251.20566674</c:v>
                </c:pt>
                <c:pt idx="288">
                  <c:v>-251.20566674</c:v>
                </c:pt>
                <c:pt idx="289">
                  <c:v>-267.40077363</c:v>
                </c:pt>
                <c:pt idx="290">
                  <c:v>-267.40077363</c:v>
                </c:pt>
                <c:pt idx="291">
                  <c:v>-283.8269758</c:v>
                </c:pt>
                <c:pt idx="292">
                  <c:v>-283.8269758</c:v>
                </c:pt>
                <c:pt idx="293">
                  <c:v>-300.48514718</c:v>
                </c:pt>
                <c:pt idx="294">
                  <c:v>-300.48514718</c:v>
                </c:pt>
                <c:pt idx="295">
                  <c:v>-317.37616824</c:v>
                </c:pt>
                <c:pt idx="296">
                  <c:v>-317.37616824</c:v>
                </c:pt>
                <c:pt idx="297">
                  <c:v>-334.50092596</c:v>
                </c:pt>
                <c:pt idx="298">
                  <c:v>-334.50092596</c:v>
                </c:pt>
                <c:pt idx="299">
                  <c:v>-351.86031387</c:v>
                </c:pt>
                <c:pt idx="300">
                  <c:v>-351.86031387</c:v>
                </c:pt>
                <c:pt idx="301">
                  <c:v>-369.45523209</c:v>
                </c:pt>
                <c:pt idx="302">
                  <c:v>-369.45523209</c:v>
                </c:pt>
                <c:pt idx="303">
                  <c:v>-387.28658734</c:v>
                </c:pt>
                <c:pt idx="304">
                  <c:v>-387.28658734</c:v>
                </c:pt>
                <c:pt idx="305">
                  <c:v>-405.35529294</c:v>
                </c:pt>
                <c:pt idx="306">
                  <c:v>-405.35529294</c:v>
                </c:pt>
                <c:pt idx="307">
                  <c:v>-423.66226887</c:v>
                </c:pt>
                <c:pt idx="308">
                  <c:v>-423.66226887</c:v>
                </c:pt>
                <c:pt idx="309">
                  <c:v>-442.20844177</c:v>
                </c:pt>
                <c:pt idx="310">
                  <c:v>-442.20844177</c:v>
                </c:pt>
                <c:pt idx="311">
                  <c:v>-460.99474496</c:v>
                </c:pt>
                <c:pt idx="312">
                  <c:v>-460.99474496</c:v>
                </c:pt>
                <c:pt idx="313">
                  <c:v>-480.02211847</c:v>
                </c:pt>
                <c:pt idx="314">
                  <c:v>-480.02211847</c:v>
                </c:pt>
                <c:pt idx="315">
                  <c:v>-499.29150908</c:v>
                </c:pt>
                <c:pt idx="316">
                  <c:v>-499.29150908</c:v>
                </c:pt>
                <c:pt idx="317">
                  <c:v>-518.8038703</c:v>
                </c:pt>
                <c:pt idx="318">
                  <c:v>-518.8038703</c:v>
                </c:pt>
                <c:pt idx="319">
                  <c:v>-538.56016243</c:v>
                </c:pt>
                <c:pt idx="320">
                  <c:v>-538.56016243</c:v>
                </c:pt>
                <c:pt idx="321">
                  <c:v>-558.5613525799999</c:v>
                </c:pt>
                <c:pt idx="322">
                  <c:v>-558.5613525799999</c:v>
                </c:pt>
                <c:pt idx="323">
                  <c:v>-578.8084146800001</c:v>
                </c:pt>
                <c:pt idx="324">
                  <c:v>-578.8084146800001</c:v>
                </c:pt>
                <c:pt idx="325">
                  <c:v>-599.30232951</c:v>
                </c:pt>
                <c:pt idx="326">
                  <c:v>-599.30232951</c:v>
                </c:pt>
                <c:pt idx="327">
                  <c:v>-620.04408472</c:v>
                </c:pt>
                <c:pt idx="328">
                  <c:v>-620.04408472</c:v>
                </c:pt>
                <c:pt idx="329">
                  <c:v>-641.03467484</c:v>
                </c:pt>
                <c:pt idx="330">
                  <c:v>-641.03467484</c:v>
                </c:pt>
                <c:pt idx="331">
                  <c:v>-662.27510135</c:v>
                </c:pt>
                <c:pt idx="332">
                  <c:v>-662.27510135</c:v>
                </c:pt>
                <c:pt idx="333">
                  <c:v>-683.76637267</c:v>
                </c:pt>
                <c:pt idx="334">
                  <c:v>-683.76637267</c:v>
                </c:pt>
                <c:pt idx="335">
                  <c:v>-705.50950417</c:v>
                </c:pt>
                <c:pt idx="336">
                  <c:v>-705.50950417</c:v>
                </c:pt>
                <c:pt idx="337">
                  <c:v>-727.50551823</c:v>
                </c:pt>
                <c:pt idx="338">
                  <c:v>-727.50551823</c:v>
                </c:pt>
                <c:pt idx="339">
                  <c:v>-749.75544424</c:v>
                </c:pt>
                <c:pt idx="340">
                  <c:v>-749.75544424</c:v>
                </c:pt>
                <c:pt idx="341">
                  <c:v>-772.26031865</c:v>
                </c:pt>
                <c:pt idx="342">
                  <c:v>-772.26031864</c:v>
                </c:pt>
                <c:pt idx="343">
                  <c:v>-795.02118494</c:v>
                </c:pt>
                <c:pt idx="344">
                  <c:v>-795.02118494</c:v>
                </c:pt>
                <c:pt idx="345">
                  <c:v>-818.03909373</c:v>
                </c:pt>
                <c:pt idx="346">
                  <c:v>-818.03909373</c:v>
                </c:pt>
                <c:pt idx="347">
                  <c:v>-841.31510274</c:v>
                </c:pt>
                <c:pt idx="348">
                  <c:v>-841.31510274</c:v>
                </c:pt>
                <c:pt idx="349">
                  <c:v>-864.8502768</c:v>
                </c:pt>
                <c:pt idx="350">
                  <c:v>-864.8502768</c:v>
                </c:pt>
                <c:pt idx="351">
                  <c:v>-888.64568796</c:v>
                </c:pt>
                <c:pt idx="352">
                  <c:v>-888.64568795</c:v>
                </c:pt>
                <c:pt idx="353">
                  <c:v>-912.70241542</c:v>
                </c:pt>
                <c:pt idx="354">
                  <c:v>-912.70241542</c:v>
                </c:pt>
                <c:pt idx="355">
                  <c:v>-937.02154563</c:v>
                </c:pt>
                <c:pt idx="356">
                  <c:v>-937.02154563</c:v>
                </c:pt>
                <c:pt idx="357">
                  <c:v>-961.60417229</c:v>
                </c:pt>
                <c:pt idx="358">
                  <c:v>-961.60417229</c:v>
                </c:pt>
                <c:pt idx="359">
                  <c:v>-986.45139635</c:v>
                </c:pt>
                <c:pt idx="360">
                  <c:v>-986.45139635</c:v>
                </c:pt>
                <c:pt idx="361">
                  <c:v>-1011.56432606</c:v>
                </c:pt>
                <c:pt idx="362">
                  <c:v>-1011.56432606</c:v>
                </c:pt>
                <c:pt idx="363">
                  <c:v>-1036.94407699</c:v>
                </c:pt>
                <c:pt idx="364">
                  <c:v>-1036.944077</c:v>
                </c:pt>
                <c:pt idx="365">
                  <c:v>-1062.59177209</c:v>
                </c:pt>
                <c:pt idx="366">
                  <c:v>-1062.59177209</c:v>
                </c:pt>
                <c:pt idx="367">
                  <c:v>-1088.50854165</c:v>
                </c:pt>
                <c:pt idx="368">
                  <c:v>-1088.50854165</c:v>
                </c:pt>
                <c:pt idx="369">
                  <c:v>-1114.69552339</c:v>
                </c:pt>
                <c:pt idx="370">
                  <c:v>-1114.69552339</c:v>
                </c:pt>
                <c:pt idx="371">
                  <c:v>-1141.15386244</c:v>
                </c:pt>
                <c:pt idx="372">
                  <c:v>-1141.15386244</c:v>
                </c:pt>
                <c:pt idx="373">
                  <c:v>-1167.8847114</c:v>
                </c:pt>
                <c:pt idx="374">
                  <c:v>-1167.8847114</c:v>
                </c:pt>
                <c:pt idx="375">
                  <c:v>-1194.88923035</c:v>
                </c:pt>
                <c:pt idx="376">
                  <c:v>-1194.88923034</c:v>
                </c:pt>
                <c:pt idx="377">
                  <c:v>-1222.16858689</c:v>
                </c:pt>
                <c:pt idx="378">
                  <c:v>-1222.16858688</c:v>
                </c:pt>
                <c:pt idx="379">
                  <c:v>-1249.72395614</c:v>
                </c:pt>
                <c:pt idx="380">
                  <c:v>-1249.72395614</c:v>
                </c:pt>
                <c:pt idx="381">
                  <c:v>-1277.55652079</c:v>
                </c:pt>
                <c:pt idx="382">
                  <c:v>-1277.55652079</c:v>
                </c:pt>
                <c:pt idx="383">
                  <c:v>-1305.66747114</c:v>
                </c:pt>
                <c:pt idx="384">
                  <c:v>-1305.66747114</c:v>
                </c:pt>
                <c:pt idx="385">
                  <c:v>-1334.0580051</c:v>
                </c:pt>
                <c:pt idx="386">
                  <c:v>-1334.05800509</c:v>
                </c:pt>
                <c:pt idx="387">
                  <c:v>-1362.7293282</c:v>
                </c:pt>
                <c:pt idx="388">
                  <c:v>-1362.7293282</c:v>
                </c:pt>
                <c:pt idx="389">
                  <c:v>-1391.6826537</c:v>
                </c:pt>
                <c:pt idx="390">
                  <c:v>-1391.6826537</c:v>
                </c:pt>
                <c:pt idx="391">
                  <c:v>-1420.91920251</c:v>
                </c:pt>
                <c:pt idx="392">
                  <c:v>-1420.91920251</c:v>
                </c:pt>
                <c:pt idx="393">
                  <c:v>-1450.44020331</c:v>
                </c:pt>
                <c:pt idx="394">
                  <c:v>-1450.44020331</c:v>
                </c:pt>
                <c:pt idx="395">
                  <c:v>-1480.2483191</c:v>
                </c:pt>
                <c:pt idx="396">
                  <c:v>-1480.2483191</c:v>
                </c:pt>
                <c:pt idx="397">
                  <c:v>-1510.35723162</c:v>
                </c:pt>
                <c:pt idx="398">
                  <c:v>-1510.35723162</c:v>
                </c:pt>
                <c:pt idx="399">
                  <c:v>-1540.77126209</c:v>
                </c:pt>
                <c:pt idx="400">
                  <c:v>-1540.77126209</c:v>
                </c:pt>
                <c:pt idx="401">
                  <c:v>-1571.4918661</c:v>
                </c:pt>
                <c:pt idx="402">
                  <c:v>-1571.49186609</c:v>
                </c:pt>
                <c:pt idx="403">
                  <c:v>-1602.5204907</c:v>
                </c:pt>
                <c:pt idx="404">
                  <c:v>-1602.5204907</c:v>
                </c:pt>
                <c:pt idx="405">
                  <c:v>-1633.8585832</c:v>
                </c:pt>
                <c:pt idx="406">
                  <c:v>-1633.8585832</c:v>
                </c:pt>
                <c:pt idx="407">
                  <c:v>-1665.50758344</c:v>
                </c:pt>
                <c:pt idx="408">
                  <c:v>-1665.50758344</c:v>
                </c:pt>
                <c:pt idx="409">
                  <c:v>-1697.4689445</c:v>
                </c:pt>
                <c:pt idx="410">
                  <c:v>-1697.4689445</c:v>
                </c:pt>
                <c:pt idx="411">
                  <c:v>-1729.7441203</c:v>
                </c:pt>
                <c:pt idx="412">
                  <c:v>-1729.7441203</c:v>
                </c:pt>
                <c:pt idx="413">
                  <c:v>-1762.33457219</c:v>
                </c:pt>
                <c:pt idx="414">
                  <c:v>-1762.33457219</c:v>
                </c:pt>
                <c:pt idx="415">
                  <c:v>-1795.24175194</c:v>
                </c:pt>
                <c:pt idx="416">
                  <c:v>-1795.24175194</c:v>
                </c:pt>
                <c:pt idx="417">
                  <c:v>-1828.46713196</c:v>
                </c:pt>
                <c:pt idx="418">
                  <c:v>-1828.46713196</c:v>
                </c:pt>
                <c:pt idx="419">
                  <c:v>-1862.01219499</c:v>
                </c:pt>
                <c:pt idx="420">
                  <c:v>-1862.012195</c:v>
                </c:pt>
                <c:pt idx="421">
                  <c:v>-1895.87839885</c:v>
                </c:pt>
                <c:pt idx="422">
                  <c:v>-1895.87839885</c:v>
                </c:pt>
                <c:pt idx="423">
                  <c:v>-1930.06726887</c:v>
                </c:pt>
                <c:pt idx="424">
                  <c:v>-1930.06726887</c:v>
                </c:pt>
                <c:pt idx="425">
                  <c:v>-1964.58027252</c:v>
                </c:pt>
                <c:pt idx="426">
                  <c:v>-1964.58027252</c:v>
                </c:pt>
                <c:pt idx="427">
                  <c:v>-1999.41894272</c:v>
                </c:pt>
                <c:pt idx="428">
                  <c:v>-1999.41894272</c:v>
                </c:pt>
                <c:pt idx="429">
                  <c:v>-2034.58474882</c:v>
                </c:pt>
                <c:pt idx="430">
                  <c:v>-2034.58474882</c:v>
                </c:pt>
                <c:pt idx="431">
                  <c:v>-2070.07923529</c:v>
                </c:pt>
                <c:pt idx="432">
                  <c:v>-2070.07923529</c:v>
                </c:pt>
                <c:pt idx="433">
                  <c:v>-2105.90393832</c:v>
                </c:pt>
                <c:pt idx="434">
                  <c:v>-2105.90393832</c:v>
                </c:pt>
                <c:pt idx="435">
                  <c:v>-2142.06036416</c:v>
                </c:pt>
                <c:pt idx="436">
                  <c:v>-2142.06036416</c:v>
                </c:pt>
                <c:pt idx="437">
                  <c:v>-2178.55007895</c:v>
                </c:pt>
                <c:pt idx="438">
                  <c:v>-2178.55007895</c:v>
                </c:pt>
                <c:pt idx="439">
                  <c:v>-2215.37462319</c:v>
                </c:pt>
                <c:pt idx="440">
                  <c:v>-2215.37462319</c:v>
                </c:pt>
                <c:pt idx="441">
                  <c:v>-2252.53556952</c:v>
                </c:pt>
                <c:pt idx="442">
                  <c:v>-2252.53556952</c:v>
                </c:pt>
                <c:pt idx="443">
                  <c:v>-2290.03447033</c:v>
                </c:pt>
                <c:pt idx="444">
                  <c:v>-2290.03447034</c:v>
                </c:pt>
                <c:pt idx="445">
                  <c:v>-2327.87290706</c:v>
                </c:pt>
                <c:pt idx="446">
                  <c:v>-2327.87290706</c:v>
                </c:pt>
                <c:pt idx="447">
                  <c:v>-2366.05246613</c:v>
                </c:pt>
                <c:pt idx="448">
                  <c:v>-2366.05246613</c:v>
                </c:pt>
                <c:pt idx="449">
                  <c:v>-2404.57476646</c:v>
                </c:pt>
                <c:pt idx="450">
                  <c:v>-2404.57476646</c:v>
                </c:pt>
                <c:pt idx="451">
                  <c:v>-2443.44138205</c:v>
                </c:pt>
                <c:pt idx="452">
                  <c:v>-2443.44138205</c:v>
                </c:pt>
                <c:pt idx="453">
                  <c:v>-2482.65392648</c:v>
                </c:pt>
                <c:pt idx="454">
                  <c:v>-2482.65392648</c:v>
                </c:pt>
                <c:pt idx="455">
                  <c:v>-2522.21404075</c:v>
                </c:pt>
                <c:pt idx="456">
                  <c:v>-2522.21404075</c:v>
                </c:pt>
                <c:pt idx="457">
                  <c:v>-2562.12334708</c:v>
                </c:pt>
                <c:pt idx="458">
                  <c:v>-2562.12334708</c:v>
                </c:pt>
                <c:pt idx="459">
                  <c:v>-2602.38346477</c:v>
                </c:pt>
                <c:pt idx="460">
                  <c:v>-2602.38346477</c:v>
                </c:pt>
                <c:pt idx="461">
                  <c:v>-2642.99609376</c:v>
                </c:pt>
                <c:pt idx="462">
                  <c:v>-2642.99609376</c:v>
                </c:pt>
                <c:pt idx="463">
                  <c:v>-2683.96286714</c:v>
                </c:pt>
                <c:pt idx="464">
                  <c:v>-2683.96286714</c:v>
                </c:pt>
                <c:pt idx="465">
                  <c:v>-2725.28544655</c:v>
                </c:pt>
                <c:pt idx="466">
                  <c:v>-2725.28544655</c:v>
                </c:pt>
                <c:pt idx="467">
                  <c:v>-2766.96551456</c:v>
                </c:pt>
                <c:pt idx="468">
                  <c:v>-2766.96551456</c:v>
                </c:pt>
                <c:pt idx="469">
                  <c:v>-2809.00476078</c:v>
                </c:pt>
                <c:pt idx="470">
                  <c:v>-2809.00476079</c:v>
                </c:pt>
                <c:pt idx="471">
                  <c:v>-2851.40488233</c:v>
                </c:pt>
                <c:pt idx="472">
                  <c:v>-2851.40488233</c:v>
                </c:pt>
                <c:pt idx="473">
                  <c:v>-2894.16758411</c:v>
                </c:pt>
                <c:pt idx="474">
                  <c:v>-2894.16758411</c:v>
                </c:pt>
                <c:pt idx="475">
                  <c:v>-2937.29459531</c:v>
                </c:pt>
                <c:pt idx="476">
                  <c:v>-2937.29459531</c:v>
                </c:pt>
                <c:pt idx="477">
                  <c:v>-2980.7876685</c:v>
                </c:pt>
                <c:pt idx="478">
                  <c:v>-2980.7876685</c:v>
                </c:pt>
                <c:pt idx="479">
                  <c:v>-3024.64850021</c:v>
                </c:pt>
                <c:pt idx="480">
                  <c:v>-3024.64850021</c:v>
                </c:pt>
                <c:pt idx="481">
                  <c:v>-3068.87883572</c:v>
                </c:pt>
                <c:pt idx="482">
                  <c:v>-3068.87883572</c:v>
                </c:pt>
                <c:pt idx="483">
                  <c:v>-3113.48046395</c:v>
                </c:pt>
                <c:pt idx="484">
                  <c:v>-3113.48046395</c:v>
                </c:pt>
                <c:pt idx="485">
                  <c:v>-3158.45515262</c:v>
                </c:pt>
                <c:pt idx="486">
                  <c:v>-3158.45515262</c:v>
                </c:pt>
                <c:pt idx="487">
                  <c:v>-3203.80463544</c:v>
                </c:pt>
                <c:pt idx="488">
                  <c:v>-3203.80463544</c:v>
                </c:pt>
                <c:pt idx="489">
                  <c:v>-3249.53078062</c:v>
                </c:pt>
                <c:pt idx="490">
                  <c:v>-3249.53078062</c:v>
                </c:pt>
                <c:pt idx="491">
                  <c:v>-3295.63531854</c:v>
                </c:pt>
                <c:pt idx="492">
                  <c:v>-3295.63531854</c:v>
                </c:pt>
                <c:pt idx="493">
                  <c:v>-3342.1200785</c:v>
                </c:pt>
                <c:pt idx="494">
                  <c:v>-3342.1200785</c:v>
                </c:pt>
                <c:pt idx="495">
                  <c:v>-3388.98690525</c:v>
                </c:pt>
                <c:pt idx="496">
                  <c:v>-3388.98690525</c:v>
                </c:pt>
                <c:pt idx="497">
                  <c:v>-3436.23760037</c:v>
                </c:pt>
                <c:pt idx="498">
                  <c:v>-3436.23760037</c:v>
                </c:pt>
                <c:pt idx="499">
                  <c:v>-3483.87403814</c:v>
                </c:pt>
                <c:pt idx="500">
                  <c:v>-3483.87403814</c:v>
                </c:pt>
                <c:pt idx="501">
                  <c:v>-3531.89804445</c:v>
                </c:pt>
                <c:pt idx="502">
                  <c:v>-3531.89804445</c:v>
                </c:pt>
                <c:pt idx="503">
                  <c:v>-3580.31149473</c:v>
                </c:pt>
                <c:pt idx="504">
                  <c:v>-3580.31149473</c:v>
                </c:pt>
                <c:pt idx="505">
                  <c:v>-3629.11626616</c:v>
                </c:pt>
                <c:pt idx="506">
                  <c:v>-3629.11626616</c:v>
                </c:pt>
                <c:pt idx="507">
                  <c:v>-3678.31423268</c:v>
                </c:pt>
                <c:pt idx="508">
                  <c:v>-3678.31423269</c:v>
                </c:pt>
                <c:pt idx="509">
                  <c:v>-3727.90732045</c:v>
                </c:pt>
                <c:pt idx="510">
                  <c:v>-3727.90732045</c:v>
                </c:pt>
                <c:pt idx="511">
                  <c:v>-3777.89738424</c:v>
                </c:pt>
                <c:pt idx="512">
                  <c:v>-3777.89738424</c:v>
                </c:pt>
                <c:pt idx="513">
                  <c:v>-3828.28642857</c:v>
                </c:pt>
                <c:pt idx="514">
                  <c:v>-3828.28642857</c:v>
                </c:pt>
                <c:pt idx="515">
                  <c:v>-3879.0763011</c:v>
                </c:pt>
                <c:pt idx="516">
                  <c:v>-3879.0763011</c:v>
                </c:pt>
                <c:pt idx="517">
                  <c:v>-3930.26898071</c:v>
                </c:pt>
                <c:pt idx="518">
                  <c:v>-3930.26898071</c:v>
                </c:pt>
                <c:pt idx="519">
                  <c:v>-3981.86643578</c:v>
                </c:pt>
                <c:pt idx="520">
                  <c:v>-3981.86643578</c:v>
                </c:pt>
                <c:pt idx="521">
                  <c:v>-4033.87058477</c:v>
                </c:pt>
                <c:pt idx="522">
                  <c:v>-4033.87058477</c:v>
                </c:pt>
                <c:pt idx="523">
                  <c:v>-4086.28346409</c:v>
                </c:pt>
                <c:pt idx="524">
                  <c:v>-4086.28346409</c:v>
                </c:pt>
                <c:pt idx="525">
                  <c:v>-4139.10702184</c:v>
                </c:pt>
                <c:pt idx="526">
                  <c:v>-4139.10702184</c:v>
                </c:pt>
                <c:pt idx="527">
                  <c:v>-4192.34325683</c:v>
                </c:pt>
                <c:pt idx="528">
                  <c:v>-4192.34325683</c:v>
                </c:pt>
                <c:pt idx="529">
                  <c:v>-4137.29347785</c:v>
                </c:pt>
                <c:pt idx="530">
                  <c:v>-4137.29347785</c:v>
                </c:pt>
                <c:pt idx="531">
                  <c:v>-4082.64540445</c:v>
                </c:pt>
                <c:pt idx="532">
                  <c:v>-4082.64540445</c:v>
                </c:pt>
                <c:pt idx="533">
                  <c:v>-4028.39683293</c:v>
                </c:pt>
                <c:pt idx="534">
                  <c:v>-4028.39683293</c:v>
                </c:pt>
                <c:pt idx="535">
                  <c:v>-3974.54572799</c:v>
                </c:pt>
                <c:pt idx="536">
                  <c:v>-3974.54572799</c:v>
                </c:pt>
                <c:pt idx="537">
                  <c:v>-3921.0898377</c:v>
                </c:pt>
                <c:pt idx="538">
                  <c:v>-3921.0898377</c:v>
                </c:pt>
                <c:pt idx="539">
                  <c:v>-3868.02691955</c:v>
                </c:pt>
                <c:pt idx="540">
                  <c:v>-3868.02691955</c:v>
                </c:pt>
                <c:pt idx="541">
                  <c:v>-3815.35498023</c:v>
                </c:pt>
                <c:pt idx="542">
                  <c:v>-3815.35498024</c:v>
                </c:pt>
                <c:pt idx="543">
                  <c:v>-3763.07186817</c:v>
                </c:pt>
                <c:pt idx="544">
                  <c:v>-3763.07186816</c:v>
                </c:pt>
                <c:pt idx="545">
                  <c:v>-3711.17536047</c:v>
                </c:pt>
                <c:pt idx="546">
                  <c:v>-3711.17536047</c:v>
                </c:pt>
                <c:pt idx="547">
                  <c:v>-3659.66352433</c:v>
                </c:pt>
                <c:pt idx="548">
                  <c:v>-3659.66352433</c:v>
                </c:pt>
                <c:pt idx="549">
                  <c:v>-3608.53420294</c:v>
                </c:pt>
                <c:pt idx="550">
                  <c:v>-3608.53420294</c:v>
                </c:pt>
                <c:pt idx="551">
                  <c:v>-3557.78528489</c:v>
                </c:pt>
                <c:pt idx="552">
                  <c:v>-3557.78528489</c:v>
                </c:pt>
                <c:pt idx="553">
                  <c:v>-3507.41476326</c:v>
                </c:pt>
                <c:pt idx="554">
                  <c:v>-3507.41476326</c:v>
                </c:pt>
                <c:pt idx="555">
                  <c:v>-3457.42063703</c:v>
                </c:pt>
                <c:pt idx="556">
                  <c:v>-3457.42063703</c:v>
                </c:pt>
                <c:pt idx="557">
                  <c:v>-3407.80089585</c:v>
                </c:pt>
                <c:pt idx="558">
                  <c:v>-3407.80089585</c:v>
                </c:pt>
                <c:pt idx="559">
                  <c:v>-3358.55339868</c:v>
                </c:pt>
                <c:pt idx="560">
                  <c:v>-3358.55339868</c:v>
                </c:pt>
                <c:pt idx="561">
                  <c:v>-3309.67627457</c:v>
                </c:pt>
                <c:pt idx="562">
                  <c:v>-3309.67627457</c:v>
                </c:pt>
                <c:pt idx="563">
                  <c:v>-3261.16748976</c:v>
                </c:pt>
                <c:pt idx="564">
                  <c:v>-3261.16748976</c:v>
                </c:pt>
                <c:pt idx="565">
                  <c:v>-3213.02504022</c:v>
                </c:pt>
                <c:pt idx="566">
                  <c:v>-3213.02504022</c:v>
                </c:pt>
                <c:pt idx="567">
                  <c:v>-3165.24700124</c:v>
                </c:pt>
                <c:pt idx="568">
                  <c:v>-3165.24700123</c:v>
                </c:pt>
                <c:pt idx="569">
                  <c:v>-3117.83151399</c:v>
                </c:pt>
                <c:pt idx="570">
                  <c:v>-3117.831514</c:v>
                </c:pt>
                <c:pt idx="571">
                  <c:v>-3070.77652167</c:v>
                </c:pt>
                <c:pt idx="572">
                  <c:v>-3070.77652167</c:v>
                </c:pt>
                <c:pt idx="573">
                  <c:v>-3024.08011707</c:v>
                </c:pt>
                <c:pt idx="574">
                  <c:v>-3024.08011707</c:v>
                </c:pt>
                <c:pt idx="575">
                  <c:v>-2977.74047833</c:v>
                </c:pt>
                <c:pt idx="576">
                  <c:v>-2977.74047833</c:v>
                </c:pt>
                <c:pt idx="577">
                  <c:v>-2931.75565709</c:v>
                </c:pt>
                <c:pt idx="578">
                  <c:v>-2931.75565708</c:v>
                </c:pt>
                <c:pt idx="579">
                  <c:v>-2886.12381675</c:v>
                </c:pt>
                <c:pt idx="580">
                  <c:v>-2886.12381674</c:v>
                </c:pt>
                <c:pt idx="581">
                  <c:v>-2840.84301098</c:v>
                </c:pt>
                <c:pt idx="582">
                  <c:v>-2840.84301098</c:v>
                </c:pt>
                <c:pt idx="583">
                  <c:v>-2795.91145237</c:v>
                </c:pt>
                <c:pt idx="584">
                  <c:v>-2795.91145237</c:v>
                </c:pt>
                <c:pt idx="585">
                  <c:v>-2751.32736124</c:v>
                </c:pt>
                <c:pt idx="586">
                  <c:v>-2751.32736124</c:v>
                </c:pt>
                <c:pt idx="587">
                  <c:v>-2707.08877826</c:v>
                </c:pt>
                <c:pt idx="588">
                  <c:v>-2707.08877826</c:v>
                </c:pt>
                <c:pt idx="589">
                  <c:v>-2663.19391506</c:v>
                </c:pt>
                <c:pt idx="590">
                  <c:v>-2663.19391506</c:v>
                </c:pt>
                <c:pt idx="591">
                  <c:v>-2619.6410237</c:v>
                </c:pt>
                <c:pt idx="592">
                  <c:v>-2619.64102371</c:v>
                </c:pt>
                <c:pt idx="593">
                  <c:v>-2576.42838733</c:v>
                </c:pt>
                <c:pt idx="594">
                  <c:v>-2576.42838732</c:v>
                </c:pt>
                <c:pt idx="595">
                  <c:v>-2533.55411471</c:v>
                </c:pt>
                <c:pt idx="596">
                  <c:v>-2533.5541147</c:v>
                </c:pt>
                <c:pt idx="597">
                  <c:v>-2491.01643731</c:v>
                </c:pt>
                <c:pt idx="598">
                  <c:v>-2491.01643731</c:v>
                </c:pt>
                <c:pt idx="599">
                  <c:v>-2448.81363641</c:v>
                </c:pt>
                <c:pt idx="600">
                  <c:v>-2448.81363642</c:v>
                </c:pt>
                <c:pt idx="601">
                  <c:v>-2406.94395502</c:v>
                </c:pt>
                <c:pt idx="602">
                  <c:v>-2406.94395503</c:v>
                </c:pt>
                <c:pt idx="603">
                  <c:v>-2365.40576074</c:v>
                </c:pt>
                <c:pt idx="604">
                  <c:v>-2365.40576075</c:v>
                </c:pt>
                <c:pt idx="605">
                  <c:v>-2324.19726722</c:v>
                </c:pt>
                <c:pt idx="606">
                  <c:v>-2324.19726723</c:v>
                </c:pt>
                <c:pt idx="607">
                  <c:v>-2283.31672343</c:v>
                </c:pt>
                <c:pt idx="608">
                  <c:v>-2283.31672343</c:v>
                </c:pt>
                <c:pt idx="609">
                  <c:v>-2242.76249278</c:v>
                </c:pt>
                <c:pt idx="610">
                  <c:v>-2242.76249278</c:v>
                </c:pt>
                <c:pt idx="611">
                  <c:v>-2202.53294371</c:v>
                </c:pt>
                <c:pt idx="612">
                  <c:v>-2202.53294371</c:v>
                </c:pt>
                <c:pt idx="613">
                  <c:v>-2162.62636551</c:v>
                </c:pt>
                <c:pt idx="614">
                  <c:v>-2162.62636551</c:v>
                </c:pt>
                <c:pt idx="615">
                  <c:v>-2123.04107321</c:v>
                </c:pt>
                <c:pt idx="616">
                  <c:v>-2123.04107321</c:v>
                </c:pt>
                <c:pt idx="617">
                  <c:v>-2083.77549848</c:v>
                </c:pt>
                <c:pt idx="618">
                  <c:v>-2083.77549847</c:v>
                </c:pt>
                <c:pt idx="619">
                  <c:v>-2044.82798304</c:v>
                </c:pt>
                <c:pt idx="620">
                  <c:v>-2044.82798305</c:v>
                </c:pt>
                <c:pt idx="621">
                  <c:v>-2006.19693418</c:v>
                </c:pt>
                <c:pt idx="622">
                  <c:v>-2006.19693418</c:v>
                </c:pt>
                <c:pt idx="623">
                  <c:v>-1967.8806774</c:v>
                </c:pt>
                <c:pt idx="624">
                  <c:v>-1967.8806774</c:v>
                </c:pt>
                <c:pt idx="625">
                  <c:v>-1929.87766033</c:v>
                </c:pt>
                <c:pt idx="626">
                  <c:v>-1929.87766033</c:v>
                </c:pt>
                <c:pt idx="627">
                  <c:v>-1892.18632023</c:v>
                </c:pt>
                <c:pt idx="628">
                  <c:v>-1892.18632023</c:v>
                </c:pt>
                <c:pt idx="629">
                  <c:v>-1854.80507267</c:v>
                </c:pt>
                <c:pt idx="630">
                  <c:v>-1854.80507266</c:v>
                </c:pt>
                <c:pt idx="631">
                  <c:v>-1817.73236254</c:v>
                </c:pt>
                <c:pt idx="632">
                  <c:v>-1817.73236254</c:v>
                </c:pt>
                <c:pt idx="633">
                  <c:v>-1780.9666186</c:v>
                </c:pt>
                <c:pt idx="634">
                  <c:v>-1780.96661861</c:v>
                </c:pt>
                <c:pt idx="635">
                  <c:v>-1744.5063946</c:v>
                </c:pt>
                <c:pt idx="636">
                  <c:v>-1744.50639461</c:v>
                </c:pt>
                <c:pt idx="637">
                  <c:v>-1708.35007813</c:v>
                </c:pt>
                <c:pt idx="638">
                  <c:v>-1708.35007812</c:v>
                </c:pt>
                <c:pt idx="639">
                  <c:v>-1672.49619587</c:v>
                </c:pt>
                <c:pt idx="640">
                  <c:v>-1672.49619586</c:v>
                </c:pt>
                <c:pt idx="641">
                  <c:v>-1636.94324923</c:v>
                </c:pt>
                <c:pt idx="642">
                  <c:v>-1636.94324922</c:v>
                </c:pt>
                <c:pt idx="643">
                  <c:v>-1601.68970206</c:v>
                </c:pt>
                <c:pt idx="644">
                  <c:v>-1601.68970206</c:v>
                </c:pt>
                <c:pt idx="645">
                  <c:v>-1566.73419795</c:v>
                </c:pt>
                <c:pt idx="646">
                  <c:v>-1566.73419796</c:v>
                </c:pt>
                <c:pt idx="647">
                  <c:v>-1532.07514628</c:v>
                </c:pt>
                <c:pt idx="648">
                  <c:v>-1532.07514628</c:v>
                </c:pt>
                <c:pt idx="649">
                  <c:v>-1497.71116688</c:v>
                </c:pt>
                <c:pt idx="650">
                  <c:v>-1497.71116689</c:v>
                </c:pt>
                <c:pt idx="651">
                  <c:v>-1463.64078085</c:v>
                </c:pt>
                <c:pt idx="652">
                  <c:v>-1463.64078085</c:v>
                </c:pt>
                <c:pt idx="653">
                  <c:v>-1429.86257196</c:v>
                </c:pt>
                <c:pt idx="654">
                  <c:v>-1429.86257195</c:v>
                </c:pt>
                <c:pt idx="655">
                  <c:v>-1396.37509983</c:v>
                </c:pt>
                <c:pt idx="656">
                  <c:v>-1396.37509983</c:v>
                </c:pt>
                <c:pt idx="657">
                  <c:v>-1363.17702043</c:v>
                </c:pt>
                <c:pt idx="658">
                  <c:v>-1363.17702043</c:v>
                </c:pt>
                <c:pt idx="659">
                  <c:v>-1330.26683075</c:v>
                </c:pt>
                <c:pt idx="660">
                  <c:v>-1330.26683075</c:v>
                </c:pt>
                <c:pt idx="661">
                  <c:v>-1297.64326665</c:v>
                </c:pt>
                <c:pt idx="662">
                  <c:v>-1297.64326664</c:v>
                </c:pt>
                <c:pt idx="663">
                  <c:v>-1265.30485879</c:v>
                </c:pt>
                <c:pt idx="664">
                  <c:v>-1265.30485878</c:v>
                </c:pt>
                <c:pt idx="665">
                  <c:v>-1233.25031033</c:v>
                </c:pt>
                <c:pt idx="666">
                  <c:v>-1233.25031034</c:v>
                </c:pt>
                <c:pt idx="667">
                  <c:v>-1201.47824223</c:v>
                </c:pt>
                <c:pt idx="668">
                  <c:v>-1201.47824225</c:v>
                </c:pt>
                <c:pt idx="669">
                  <c:v>-1169.98727488</c:v>
                </c:pt>
                <c:pt idx="670">
                  <c:v>-1169.98727488</c:v>
                </c:pt>
                <c:pt idx="671">
                  <c:v>-1138.77608438</c:v>
                </c:pt>
                <c:pt idx="672">
                  <c:v>-1138.77608439</c:v>
                </c:pt>
                <c:pt idx="673">
                  <c:v>-1107.8434878</c:v>
                </c:pt>
                <c:pt idx="674">
                  <c:v>-1107.8434878</c:v>
                </c:pt>
                <c:pt idx="675">
                  <c:v>-1077.18803766</c:v>
                </c:pt>
                <c:pt idx="676">
                  <c:v>-1077.18803767</c:v>
                </c:pt>
                <c:pt idx="677">
                  <c:v>-1046.80843198</c:v>
                </c:pt>
                <c:pt idx="678">
                  <c:v>-1046.80843198</c:v>
                </c:pt>
                <c:pt idx="679">
                  <c:v>-1016.70343289</c:v>
                </c:pt>
                <c:pt idx="680">
                  <c:v>-1016.7034329</c:v>
                </c:pt>
                <c:pt idx="681">
                  <c:v>-986.8717983400001</c:v>
                </c:pt>
                <c:pt idx="682">
                  <c:v>-986.8717983400001</c:v>
                </c:pt>
                <c:pt idx="683">
                  <c:v>-957.3121635700001</c:v>
                </c:pt>
                <c:pt idx="684">
                  <c:v>-957.3121635700001</c:v>
                </c:pt>
                <c:pt idx="685">
                  <c:v>-928.0233722</c:v>
                </c:pt>
                <c:pt idx="686">
                  <c:v>-928.0233722</c:v>
                </c:pt>
                <c:pt idx="687">
                  <c:v>-899.0041498000001</c:v>
                </c:pt>
                <c:pt idx="688">
                  <c:v>-899.0041498099999</c:v>
                </c:pt>
                <c:pt idx="689">
                  <c:v>-870.25321235</c:v>
                </c:pt>
                <c:pt idx="690">
                  <c:v>-870.25321235</c:v>
                </c:pt>
                <c:pt idx="691">
                  <c:v>-841.76945483</c:v>
                </c:pt>
                <c:pt idx="692">
                  <c:v>-841.76945483</c:v>
                </c:pt>
                <c:pt idx="693">
                  <c:v>-813.55150053</c:v>
                </c:pt>
                <c:pt idx="694">
                  <c:v>-813.55150053</c:v>
                </c:pt>
                <c:pt idx="695">
                  <c:v>-785.59833969</c:v>
                </c:pt>
                <c:pt idx="696">
                  <c:v>-785.59833969</c:v>
                </c:pt>
                <c:pt idx="697">
                  <c:v>-757.90873571</c:v>
                </c:pt>
                <c:pt idx="698">
                  <c:v>-757.90873572</c:v>
                </c:pt>
                <c:pt idx="699">
                  <c:v>-730.71020667</c:v>
                </c:pt>
                <c:pt idx="700">
                  <c:v>-730.7102066800001</c:v>
                </c:pt>
                <c:pt idx="701">
                  <c:v>-703.77057553</c:v>
                </c:pt>
                <c:pt idx="702">
                  <c:v>-703.77057553</c:v>
                </c:pt>
                <c:pt idx="703">
                  <c:v>-677.08864088</c:v>
                </c:pt>
                <c:pt idx="704">
                  <c:v>-677.0886408699999</c:v>
                </c:pt>
                <c:pt idx="705">
                  <c:v>-650.66331179</c:v>
                </c:pt>
                <c:pt idx="706">
                  <c:v>-650.6633118</c:v>
                </c:pt>
                <c:pt idx="707">
                  <c:v>-624.49332734</c:v>
                </c:pt>
                <c:pt idx="708">
                  <c:v>-624.49332736</c:v>
                </c:pt>
                <c:pt idx="709">
                  <c:v>-598.57754948</c:v>
                </c:pt>
                <c:pt idx="710">
                  <c:v>-598.57754948</c:v>
                </c:pt>
                <c:pt idx="711">
                  <c:v>-572.91490973</c:v>
                </c:pt>
                <c:pt idx="712">
                  <c:v>-572.91490973</c:v>
                </c:pt>
                <c:pt idx="713">
                  <c:v>-547.5042327</c:v>
                </c:pt>
                <c:pt idx="714">
                  <c:v>-547.5042327</c:v>
                </c:pt>
                <c:pt idx="715">
                  <c:v>-522.3443819300001</c:v>
                </c:pt>
                <c:pt idx="716">
                  <c:v>-522.3443819300001</c:v>
                </c:pt>
                <c:pt idx="717">
                  <c:v>-497.43425284</c:v>
                </c:pt>
                <c:pt idx="718">
                  <c:v>-497.43425285</c:v>
                </c:pt>
                <c:pt idx="719">
                  <c:v>-472.77274892</c:v>
                </c:pt>
                <c:pt idx="720">
                  <c:v>-472.77274891</c:v>
                </c:pt>
                <c:pt idx="721">
                  <c:v>-448.35878174</c:v>
                </c:pt>
                <c:pt idx="722">
                  <c:v>-448.35878174</c:v>
                </c:pt>
                <c:pt idx="723">
                  <c:v>-424.19127067</c:v>
                </c:pt>
                <c:pt idx="724">
                  <c:v>-424.19127067</c:v>
                </c:pt>
                <c:pt idx="725">
                  <c:v>-400.26914294</c:v>
                </c:pt>
                <c:pt idx="726">
                  <c:v>-400.26914293</c:v>
                </c:pt>
                <c:pt idx="727">
                  <c:v>-376.59133339</c:v>
                </c:pt>
                <c:pt idx="728">
                  <c:v>-376.59133339</c:v>
                </c:pt>
                <c:pt idx="729">
                  <c:v>-353.15678445</c:v>
                </c:pt>
                <c:pt idx="730">
                  <c:v>-353.15678444</c:v>
                </c:pt>
                <c:pt idx="731">
                  <c:v>-329.96444599</c:v>
                </c:pt>
                <c:pt idx="732">
                  <c:v>-329.96444599</c:v>
                </c:pt>
                <c:pt idx="733">
                  <c:v>-307.01336802</c:v>
                </c:pt>
                <c:pt idx="734">
                  <c:v>-307.01336802</c:v>
                </c:pt>
                <c:pt idx="735">
                  <c:v>-284.30243843</c:v>
                </c:pt>
                <c:pt idx="736">
                  <c:v>-284.30243844</c:v>
                </c:pt>
                <c:pt idx="737">
                  <c:v>-261.83064053</c:v>
                </c:pt>
                <c:pt idx="738">
                  <c:v>-261.83064053</c:v>
                </c:pt>
                <c:pt idx="739">
                  <c:v>-239.59707119</c:v>
                </c:pt>
                <c:pt idx="740">
                  <c:v>-239.59707118</c:v>
                </c:pt>
                <c:pt idx="741">
                  <c:v>-217.60064484</c:v>
                </c:pt>
                <c:pt idx="742">
                  <c:v>-217.60064483</c:v>
                </c:pt>
                <c:pt idx="743">
                  <c:v>-195.84043252</c:v>
                </c:pt>
                <c:pt idx="744">
                  <c:v>-195.84043252</c:v>
                </c:pt>
                <c:pt idx="745">
                  <c:v>-174.31545912</c:v>
                </c:pt>
                <c:pt idx="746">
                  <c:v>-174.31545913</c:v>
                </c:pt>
                <c:pt idx="747">
                  <c:v>-153.02473537</c:v>
                </c:pt>
                <c:pt idx="748">
                  <c:v>-153.02473538</c:v>
                </c:pt>
                <c:pt idx="749">
                  <c:v>-131.96736062</c:v>
                </c:pt>
                <c:pt idx="750">
                  <c:v>-131.96736061</c:v>
                </c:pt>
                <c:pt idx="751">
                  <c:v>-111.14235814</c:v>
                </c:pt>
                <c:pt idx="752">
                  <c:v>-111.14235813</c:v>
                </c:pt>
                <c:pt idx="753">
                  <c:v>-90.54884712</c:v>
                </c:pt>
                <c:pt idx="754">
                  <c:v>-90.54884713</c:v>
                </c:pt>
                <c:pt idx="755">
                  <c:v>-70.1858993</c:v>
                </c:pt>
                <c:pt idx="756">
                  <c:v>-70.18589931</c:v>
                </c:pt>
                <c:pt idx="757">
                  <c:v>-50.0526134</c:v>
                </c:pt>
                <c:pt idx="758">
                  <c:v>-50.05261339</c:v>
                </c:pt>
                <c:pt idx="759">
                  <c:v>-32.96658795</c:v>
                </c:pt>
                <c:pt idx="760">
                  <c:v>-32.96658794</c:v>
                </c:pt>
                <c:pt idx="761">
                  <c:v>-16.38579806</c:v>
                </c:pt>
                <c:pt idx="762">
                  <c:v>-16.38579807</c:v>
                </c:pt>
                <c:pt idx="763">
                  <c:v>-0.05908314</c:v>
                </c:pt>
                <c:pt idx="764">
                  <c:v>-0.05908312</c:v>
                </c:pt>
                <c:pt idx="765">
                  <c:v>16.07695425</c:v>
                </c:pt>
                <c:pt idx="766">
                  <c:v>16.07695426</c:v>
                </c:pt>
                <c:pt idx="767">
                  <c:v>32.02303334</c:v>
                </c:pt>
                <c:pt idx="768">
                  <c:v>32.02303334</c:v>
                </c:pt>
                <c:pt idx="769">
                  <c:v>47.77982983</c:v>
                </c:pt>
                <c:pt idx="770">
                  <c:v>47.77982982</c:v>
                </c:pt>
                <c:pt idx="771">
                  <c:v>63.3480184</c:v>
                </c:pt>
                <c:pt idx="772">
                  <c:v>63.34801839</c:v>
                </c:pt>
                <c:pt idx="773">
                  <c:v>78.72824678000001</c:v>
                </c:pt>
                <c:pt idx="774">
                  <c:v>78.72824678000001</c:v>
                </c:pt>
                <c:pt idx="775">
                  <c:v>93.92118241</c:v>
                </c:pt>
                <c:pt idx="776">
                  <c:v>93.92118240000001</c:v>
                </c:pt>
                <c:pt idx="777">
                  <c:v>108.92744132</c:v>
                </c:pt>
                <c:pt idx="778">
                  <c:v>108.92744131</c:v>
                </c:pt>
                <c:pt idx="779">
                  <c:v>123.74766939</c:v>
                </c:pt>
                <c:pt idx="780">
                  <c:v>123.74766938</c:v>
                </c:pt>
                <c:pt idx="781">
                  <c:v>138.38248268</c:v>
                </c:pt>
                <c:pt idx="782">
                  <c:v>138.38248268</c:v>
                </c:pt>
                <c:pt idx="783">
                  <c:v>152.83245752</c:v>
                </c:pt>
                <c:pt idx="784">
                  <c:v>152.83245753</c:v>
                </c:pt>
                <c:pt idx="785">
                  <c:v>167.09822582</c:v>
                </c:pt>
                <c:pt idx="786">
                  <c:v>167.09822582</c:v>
                </c:pt>
                <c:pt idx="787">
                  <c:v>181.18033676</c:v>
                </c:pt>
                <c:pt idx="788">
                  <c:v>181.18033677</c:v>
                </c:pt>
                <c:pt idx="789">
                  <c:v>195.07936451</c:v>
                </c:pt>
                <c:pt idx="790">
                  <c:v>195.07936451</c:v>
                </c:pt>
                <c:pt idx="791">
                  <c:v>208.79588185</c:v>
                </c:pt>
                <c:pt idx="792">
                  <c:v>208.79588185</c:v>
                </c:pt>
                <c:pt idx="793">
                  <c:v>222.33041807</c:v>
                </c:pt>
                <c:pt idx="794">
                  <c:v>222.33041807</c:v>
                </c:pt>
                <c:pt idx="795">
                  <c:v>235.68351732</c:v>
                </c:pt>
                <c:pt idx="796">
                  <c:v>235.68351732</c:v>
                </c:pt>
                <c:pt idx="797">
                  <c:v>248.85567749</c:v>
                </c:pt>
                <c:pt idx="798">
                  <c:v>248.8556775</c:v>
                </c:pt>
                <c:pt idx="799">
                  <c:v>261.84740796</c:v>
                </c:pt>
                <c:pt idx="800">
                  <c:v>261.84740797</c:v>
                </c:pt>
                <c:pt idx="801">
                  <c:v>274.65920591</c:v>
                </c:pt>
                <c:pt idx="802">
                  <c:v>274.6592059</c:v>
                </c:pt>
                <c:pt idx="803">
                  <c:v>287.29153215</c:v>
                </c:pt>
                <c:pt idx="804">
                  <c:v>287.29153216</c:v>
                </c:pt>
                <c:pt idx="805">
                  <c:v>299.74485176</c:v>
                </c:pt>
                <c:pt idx="806">
                  <c:v>299.74485176</c:v>
                </c:pt>
                <c:pt idx="807">
                  <c:v>312.01958336</c:v>
                </c:pt>
                <c:pt idx="808">
                  <c:v>312.01958336</c:v>
                </c:pt>
                <c:pt idx="809">
                  <c:v>324.11615706</c:v>
                </c:pt>
                <c:pt idx="810">
                  <c:v>324.11615706</c:v>
                </c:pt>
                <c:pt idx="811">
                  <c:v>336.03495386</c:v>
                </c:pt>
                <c:pt idx="812">
                  <c:v>336.03495386</c:v>
                </c:pt>
                <c:pt idx="813">
                  <c:v>347.7763418</c:v>
                </c:pt>
                <c:pt idx="814">
                  <c:v>347.77634179</c:v>
                </c:pt>
                <c:pt idx="815">
                  <c:v>359.34064899</c:v>
                </c:pt>
                <c:pt idx="816">
                  <c:v>359.34064898</c:v>
                </c:pt>
                <c:pt idx="817">
                  <c:v>370.72817802</c:v>
                </c:pt>
                <c:pt idx="818">
                  <c:v>370.72817802</c:v>
                </c:pt>
                <c:pt idx="819">
                  <c:v>381.93917089</c:v>
                </c:pt>
                <c:pt idx="820">
                  <c:v>381.93917089</c:v>
                </c:pt>
                <c:pt idx="821">
                  <c:v>392.97382113</c:v>
                </c:pt>
                <c:pt idx="822">
                  <c:v>392.97382113</c:v>
                </c:pt>
                <c:pt idx="823">
                  <c:v>403.83223831</c:v>
                </c:pt>
                <c:pt idx="824">
                  <c:v>403.8322383</c:v>
                </c:pt>
                <c:pt idx="825">
                  <c:v>414.51441363</c:v>
                </c:pt>
                <c:pt idx="826">
                  <c:v>414.51441363</c:v>
                </c:pt>
                <c:pt idx="827">
                  <c:v>425.02014172</c:v>
                </c:pt>
                <c:pt idx="828">
                  <c:v>425.02014172</c:v>
                </c:pt>
                <c:pt idx="829">
                  <c:v>435.34879018</c:v>
                </c:pt>
                <c:pt idx="830">
                  <c:v>435.34879018</c:v>
                </c:pt>
                <c:pt idx="831">
                  <c:v>445.37730187</c:v>
                </c:pt>
                <c:pt idx="832">
                  <c:v>445.37730187</c:v>
                </c:pt>
                <c:pt idx="833">
                  <c:v>455.2252418</c:v>
                </c:pt>
                <c:pt idx="834">
                  <c:v>455.2252418</c:v>
                </c:pt>
                <c:pt idx="835">
                  <c:v>464.91688224</c:v>
                </c:pt>
                <c:pt idx="836">
                  <c:v>464.91688225</c:v>
                </c:pt>
                <c:pt idx="837">
                  <c:v>474.45270772</c:v>
                </c:pt>
                <c:pt idx="838">
                  <c:v>474.45270771</c:v>
                </c:pt>
                <c:pt idx="839">
                  <c:v>483.83319611</c:v>
                </c:pt>
                <c:pt idx="840">
                  <c:v>483.83319611</c:v>
                </c:pt>
                <c:pt idx="841">
                  <c:v>493.05881876</c:v>
                </c:pt>
                <c:pt idx="842">
                  <c:v>493.05881877</c:v>
                </c:pt>
                <c:pt idx="843">
                  <c:v>502.13004044</c:v>
                </c:pt>
                <c:pt idx="844">
                  <c:v>502.13004044</c:v>
                </c:pt>
                <c:pt idx="845">
                  <c:v>511.0473193</c:v>
                </c:pt>
                <c:pt idx="846">
                  <c:v>511.0473193</c:v>
                </c:pt>
                <c:pt idx="847">
                  <c:v>519.8111069399999</c:v>
                </c:pt>
                <c:pt idx="848">
                  <c:v>519.81110695</c:v>
                </c:pt>
                <c:pt idx="849">
                  <c:v>528.42184838</c:v>
                </c:pt>
                <c:pt idx="850">
                  <c:v>528.42184839</c:v>
                </c:pt>
                <c:pt idx="851">
                  <c:v>536.87998213</c:v>
                </c:pt>
                <c:pt idx="852">
                  <c:v>536.87998213</c:v>
                </c:pt>
                <c:pt idx="853">
                  <c:v>545.1859401200001</c:v>
                </c:pt>
                <c:pt idx="854">
                  <c:v>545.18594011</c:v>
                </c:pt>
                <c:pt idx="855">
                  <c:v>553.3401477899999</c:v>
                </c:pt>
                <c:pt idx="856">
                  <c:v>553.3401477899999</c:v>
                </c:pt>
                <c:pt idx="857">
                  <c:v>561.34302404</c:v>
                </c:pt>
                <c:pt idx="858">
                  <c:v>561.3430240500001</c:v>
                </c:pt>
                <c:pt idx="859">
                  <c:v>569.19498125</c:v>
                </c:pt>
                <c:pt idx="860">
                  <c:v>569.19498126</c:v>
                </c:pt>
                <c:pt idx="861">
                  <c:v>576.89642523</c:v>
                </c:pt>
                <c:pt idx="862">
                  <c:v>576.89642523</c:v>
                </c:pt>
                <c:pt idx="863">
                  <c:v>584.44775526</c:v>
                </c:pt>
                <c:pt idx="864">
                  <c:v>584.44775526</c:v>
                </c:pt>
                <c:pt idx="865">
                  <c:v>591.84936409</c:v>
                </c:pt>
                <c:pt idx="866">
                  <c:v>591.84936409</c:v>
                </c:pt>
                <c:pt idx="867">
                  <c:v>599.1016380999999</c:v>
                </c:pt>
                <c:pt idx="868">
                  <c:v>599.1016380999999</c:v>
                </c:pt>
                <c:pt idx="869">
                  <c:v>606.20495695</c:v>
                </c:pt>
                <c:pt idx="870">
                  <c:v>606.20495696</c:v>
                </c:pt>
                <c:pt idx="871">
                  <c:v>613.15969393</c:v>
                </c:pt>
                <c:pt idx="872">
                  <c:v>613.15969393</c:v>
                </c:pt>
                <c:pt idx="873">
                  <c:v>619.9662157400001</c:v>
                </c:pt>
                <c:pt idx="874">
                  <c:v>619.9662157499999</c:v>
                </c:pt>
                <c:pt idx="875">
                  <c:v>626.62488254</c:v>
                </c:pt>
                <c:pt idx="876">
                  <c:v>626.6248825599999</c:v>
                </c:pt>
                <c:pt idx="877">
                  <c:v>633.13604806</c:v>
                </c:pt>
                <c:pt idx="878">
                  <c:v>633.13604806</c:v>
                </c:pt>
                <c:pt idx="879">
                  <c:v>639.50005943</c:v>
                </c:pt>
                <c:pt idx="880">
                  <c:v>639.50005942</c:v>
                </c:pt>
                <c:pt idx="881">
                  <c:v>645.71725728</c:v>
                </c:pt>
                <c:pt idx="882">
                  <c:v>645.71725728</c:v>
                </c:pt>
                <c:pt idx="883">
                  <c:v>651.78797566</c:v>
                </c:pt>
                <c:pt idx="884">
                  <c:v>651.78797567</c:v>
                </c:pt>
                <c:pt idx="885">
                  <c:v>657.71254215</c:v>
                </c:pt>
                <c:pt idx="886">
                  <c:v>657.71254216</c:v>
                </c:pt>
                <c:pt idx="887">
                  <c:v>663.49127771</c:v>
                </c:pt>
                <c:pt idx="888">
                  <c:v>663.4912777</c:v>
                </c:pt>
                <c:pt idx="889">
                  <c:v>669.1244967600001</c:v>
                </c:pt>
                <c:pt idx="890">
                  <c:v>669.12449675</c:v>
                </c:pt>
                <c:pt idx="891">
                  <c:v>674.61250723</c:v>
                </c:pt>
                <c:pt idx="892">
                  <c:v>674.61250723</c:v>
                </c:pt>
                <c:pt idx="893">
                  <c:v>679.9556104</c:v>
                </c:pt>
                <c:pt idx="894">
                  <c:v>679.9556103899999</c:v>
                </c:pt>
                <c:pt idx="895">
                  <c:v>685.15410089</c:v>
                </c:pt>
                <c:pt idx="896">
                  <c:v>685.1541009</c:v>
                </c:pt>
                <c:pt idx="897">
                  <c:v>690.20826687</c:v>
                </c:pt>
                <c:pt idx="898">
                  <c:v>690.20826687</c:v>
                </c:pt>
                <c:pt idx="899">
                  <c:v>695.11838977</c:v>
                </c:pt>
                <c:pt idx="900">
                  <c:v>695.11838977</c:v>
                </c:pt>
                <c:pt idx="901">
                  <c:v>699.88474439</c:v>
                </c:pt>
                <c:pt idx="902">
                  <c:v>699.88474439</c:v>
                </c:pt>
                <c:pt idx="903">
                  <c:v>704.50759891</c:v>
                </c:pt>
                <c:pt idx="904">
                  <c:v>704.50759891</c:v>
                </c:pt>
                <c:pt idx="905">
                  <c:v>708.98721488</c:v>
                </c:pt>
                <c:pt idx="906">
                  <c:v>708.98721489</c:v>
                </c:pt>
                <c:pt idx="907">
                  <c:v>713.32384711</c:v>
                </c:pt>
                <c:pt idx="908">
                  <c:v>713.32384711</c:v>
                </c:pt>
                <c:pt idx="909">
                  <c:v>717.5177436500001</c:v>
                </c:pt>
                <c:pt idx="910">
                  <c:v>717.5177436500001</c:v>
                </c:pt>
                <c:pt idx="911">
                  <c:v>721.56914591</c:v>
                </c:pt>
                <c:pt idx="912">
                  <c:v>721.56914591</c:v>
                </c:pt>
                <c:pt idx="913">
                  <c:v>725.47828845</c:v>
                </c:pt>
                <c:pt idx="914">
                  <c:v>725.47828845</c:v>
                </c:pt>
                <c:pt idx="915">
                  <c:v>729.24539901</c:v>
                </c:pt>
                <c:pt idx="916">
                  <c:v>729.24539901</c:v>
                </c:pt>
                <c:pt idx="917">
                  <c:v>732.87069858</c:v>
                </c:pt>
                <c:pt idx="918">
                  <c:v>732.87069859</c:v>
                </c:pt>
                <c:pt idx="919">
                  <c:v>736.35440122</c:v>
                </c:pt>
                <c:pt idx="920">
                  <c:v>736.35440122</c:v>
                </c:pt>
                <c:pt idx="921">
                  <c:v>739.69671411</c:v>
                </c:pt>
                <c:pt idx="922">
                  <c:v>739.6967141</c:v>
                </c:pt>
                <c:pt idx="923">
                  <c:v>742.89783747</c:v>
                </c:pt>
                <c:pt idx="924">
                  <c:v>742.89783747</c:v>
                </c:pt>
                <c:pt idx="925">
                  <c:v>745.95796452</c:v>
                </c:pt>
                <c:pt idx="926">
                  <c:v>745.95796452</c:v>
                </c:pt>
                <c:pt idx="927">
                  <c:v>748.8772815</c:v>
                </c:pt>
                <c:pt idx="928">
                  <c:v>748.8772815</c:v>
                </c:pt>
                <c:pt idx="929">
                  <c:v>751.65596751</c:v>
                </c:pt>
                <c:pt idx="930">
                  <c:v>751.6559675</c:v>
                </c:pt>
                <c:pt idx="931">
                  <c:v>754.29419454</c:v>
                </c:pt>
                <c:pt idx="932">
                  <c:v>754.29419454</c:v>
                </c:pt>
                <c:pt idx="933">
                  <c:v>756.79212739</c:v>
                </c:pt>
                <c:pt idx="934">
                  <c:v>756.79212739</c:v>
                </c:pt>
                <c:pt idx="935">
                  <c:v>759.14992359</c:v>
                </c:pt>
                <c:pt idx="936">
                  <c:v>759.14992359</c:v>
                </c:pt>
                <c:pt idx="937">
                  <c:v>761.36773336</c:v>
                </c:pt>
                <c:pt idx="938">
                  <c:v>761.36773337</c:v>
                </c:pt>
                <c:pt idx="939">
                  <c:v>763.4456995100001</c:v>
                </c:pt>
                <c:pt idx="940">
                  <c:v>763.4456995100001</c:v>
                </c:pt>
                <c:pt idx="941">
                  <c:v>765.38395729</c:v>
                </c:pt>
                <c:pt idx="942">
                  <c:v>765.3839573</c:v>
                </c:pt>
                <c:pt idx="943">
                  <c:v>767.18263448</c:v>
                </c:pt>
                <c:pt idx="944">
                  <c:v>767.18263448</c:v>
                </c:pt>
                <c:pt idx="945">
                  <c:v>768.84185111</c:v>
                </c:pt>
                <c:pt idx="946">
                  <c:v>768.84185111</c:v>
                </c:pt>
                <c:pt idx="947">
                  <c:v>770.36171945</c:v>
                </c:pt>
                <c:pt idx="948">
                  <c:v>770.36171944</c:v>
                </c:pt>
                <c:pt idx="949">
                  <c:v>771.74234376</c:v>
                </c:pt>
                <c:pt idx="950">
                  <c:v>771.74234376</c:v>
                </c:pt>
                <c:pt idx="951">
                  <c:v>772.9838203100001</c:v>
                </c:pt>
                <c:pt idx="952">
                  <c:v>772.9838203100001</c:v>
                </c:pt>
                <c:pt idx="953">
                  <c:v>774.08623712</c:v>
                </c:pt>
                <c:pt idx="954">
                  <c:v>774.08623711</c:v>
                </c:pt>
                <c:pt idx="955">
                  <c:v>775.04967384</c:v>
                </c:pt>
                <c:pt idx="956">
                  <c:v>775.04967385</c:v>
                </c:pt>
                <c:pt idx="957">
                  <c:v>775.8742013999999</c:v>
                </c:pt>
                <c:pt idx="958">
                  <c:v>775.8742013900001</c:v>
                </c:pt>
                <c:pt idx="959">
                  <c:v>776.55988186</c:v>
                </c:pt>
                <c:pt idx="960">
                  <c:v>776.55988187</c:v>
                </c:pt>
                <c:pt idx="961">
                  <c:v>777.10676802</c:v>
                </c:pt>
                <c:pt idx="962">
                  <c:v>777.10676802</c:v>
                </c:pt>
                <c:pt idx="963">
                  <c:v>777.5149030600001</c:v>
                </c:pt>
                <c:pt idx="964">
                  <c:v>777.51490305</c:v>
                </c:pt>
                <c:pt idx="965">
                  <c:v>777.7843199</c:v>
                </c:pt>
                <c:pt idx="966">
                  <c:v>777.7843199</c:v>
                </c:pt>
                <c:pt idx="967">
                  <c:v>777.9150403</c:v>
                </c:pt>
                <c:pt idx="968">
                  <c:v>777.9150403</c:v>
                </c:pt>
                <c:pt idx="969">
                  <c:v>777.78431998</c:v>
                </c:pt>
                <c:pt idx="970">
                  <c:v>777.78431998</c:v>
                </c:pt>
                <c:pt idx="971">
                  <c:v>777.5149031</c:v>
                </c:pt>
                <c:pt idx="972">
                  <c:v>777.51490309</c:v>
                </c:pt>
                <c:pt idx="973">
                  <c:v>777.10676801</c:v>
                </c:pt>
                <c:pt idx="974">
                  <c:v>777.10676801</c:v>
                </c:pt>
                <c:pt idx="975">
                  <c:v>776.55988179</c:v>
                </c:pt>
                <c:pt idx="976">
                  <c:v>776.55988179</c:v>
                </c:pt>
                <c:pt idx="977">
                  <c:v>775.87420127</c:v>
                </c:pt>
                <c:pt idx="978">
                  <c:v>775.87420127</c:v>
                </c:pt>
                <c:pt idx="979">
                  <c:v>775.04967362</c:v>
                </c:pt>
                <c:pt idx="980">
                  <c:v>775.04967361</c:v>
                </c:pt>
                <c:pt idx="981">
                  <c:v>774.0862368099999</c:v>
                </c:pt>
                <c:pt idx="982">
                  <c:v>774.0862368099999</c:v>
                </c:pt>
                <c:pt idx="983">
                  <c:v>772.98381984</c:v>
                </c:pt>
                <c:pt idx="984">
                  <c:v>772.98381985</c:v>
                </c:pt>
                <c:pt idx="985">
                  <c:v>771.74234311</c:v>
                </c:pt>
                <c:pt idx="986">
                  <c:v>771.74234312</c:v>
                </c:pt>
                <c:pt idx="987">
                  <c:v>770.36171861</c:v>
                </c:pt>
                <c:pt idx="988">
                  <c:v>770.3617186</c:v>
                </c:pt>
                <c:pt idx="989">
                  <c:v>768.84185011</c:v>
                </c:pt>
                <c:pt idx="990">
                  <c:v>768.84185011</c:v>
                </c:pt>
                <c:pt idx="991">
                  <c:v>767.18263332</c:v>
                </c:pt>
                <c:pt idx="992">
                  <c:v>767.18263331</c:v>
                </c:pt>
                <c:pt idx="993">
                  <c:v>765.38395597</c:v>
                </c:pt>
                <c:pt idx="994">
                  <c:v>765.38395597</c:v>
                </c:pt>
                <c:pt idx="995">
                  <c:v>763.44569799</c:v>
                </c:pt>
                <c:pt idx="996">
                  <c:v>763.445698</c:v>
                </c:pt>
                <c:pt idx="997">
                  <c:v>761.36773169</c:v>
                </c:pt>
                <c:pt idx="998">
                  <c:v>761.36773169</c:v>
                </c:pt>
                <c:pt idx="999">
                  <c:v>759.14992173</c:v>
                </c:pt>
                <c:pt idx="1000">
                  <c:v>759.14992174</c:v>
                </c:pt>
                <c:pt idx="1001">
                  <c:v>756.79212534</c:v>
                </c:pt>
                <c:pt idx="1002">
                  <c:v>756.79212534</c:v>
                </c:pt>
                <c:pt idx="1003">
                  <c:v>754.29419231</c:v>
                </c:pt>
                <c:pt idx="1004">
                  <c:v>754.2941923</c:v>
                </c:pt>
                <c:pt idx="1005">
                  <c:v>751.65596509</c:v>
                </c:pt>
                <c:pt idx="1006">
                  <c:v>751.65596509</c:v>
                </c:pt>
                <c:pt idx="1007">
                  <c:v>748.87727891</c:v>
                </c:pt>
                <c:pt idx="1008">
                  <c:v>748.87727891</c:v>
                </c:pt>
                <c:pt idx="1009">
                  <c:v>745.95796178</c:v>
                </c:pt>
                <c:pt idx="1010">
                  <c:v>745.95796178</c:v>
                </c:pt>
                <c:pt idx="1011">
                  <c:v>742.89783455</c:v>
                </c:pt>
                <c:pt idx="1012">
                  <c:v>742.89783454</c:v>
                </c:pt>
                <c:pt idx="1013">
                  <c:v>739.6967110099999</c:v>
                </c:pt>
                <c:pt idx="1014">
                  <c:v>739.6967110000001</c:v>
                </c:pt>
                <c:pt idx="1015">
                  <c:v>736.35439792</c:v>
                </c:pt>
                <c:pt idx="1016">
                  <c:v>736.35439791</c:v>
                </c:pt>
                <c:pt idx="1017">
                  <c:v>732.87069504</c:v>
                </c:pt>
                <c:pt idx="1018">
                  <c:v>732.87069505</c:v>
                </c:pt>
                <c:pt idx="1019">
                  <c:v>729.24539522</c:v>
                </c:pt>
                <c:pt idx="1020">
                  <c:v>729.24539521</c:v>
                </c:pt>
                <c:pt idx="1021">
                  <c:v>725.47828439</c:v>
                </c:pt>
                <c:pt idx="1022">
                  <c:v>725.47828438</c:v>
                </c:pt>
                <c:pt idx="1023">
                  <c:v>721.56914154</c:v>
                </c:pt>
                <c:pt idx="1024">
                  <c:v>721.56914155</c:v>
                </c:pt>
                <c:pt idx="1025">
                  <c:v>717.51773902</c:v>
                </c:pt>
                <c:pt idx="1026">
                  <c:v>717.51773902</c:v>
                </c:pt>
                <c:pt idx="1027">
                  <c:v>713.32384216</c:v>
                </c:pt>
                <c:pt idx="1028">
                  <c:v>713.32384217</c:v>
                </c:pt>
                <c:pt idx="1029">
                  <c:v>708.98720965</c:v>
                </c:pt>
                <c:pt idx="1030">
                  <c:v>708.98720965</c:v>
                </c:pt>
                <c:pt idx="1031">
                  <c:v>704.50759343</c:v>
                </c:pt>
                <c:pt idx="1032">
                  <c:v>704.50759343</c:v>
                </c:pt>
                <c:pt idx="1033">
                  <c:v>699.8847386800001</c:v>
                </c:pt>
                <c:pt idx="1034">
                  <c:v>699.8847386800001</c:v>
                </c:pt>
                <c:pt idx="1035">
                  <c:v>695.11838385</c:v>
                </c:pt>
                <c:pt idx="1036">
                  <c:v>695.11838385</c:v>
                </c:pt>
                <c:pt idx="1037">
                  <c:v>690.20826078</c:v>
                </c:pt>
                <c:pt idx="1038">
                  <c:v>690.20826077</c:v>
                </c:pt>
                <c:pt idx="1039">
                  <c:v>685.15409462</c:v>
                </c:pt>
                <c:pt idx="1040">
                  <c:v>685.15409462</c:v>
                </c:pt>
                <c:pt idx="1041">
                  <c:v>679.95560391</c:v>
                </c:pt>
                <c:pt idx="1042">
                  <c:v>679.95560392</c:v>
                </c:pt>
                <c:pt idx="1043">
                  <c:v>674.61250059</c:v>
                </c:pt>
                <c:pt idx="1044">
                  <c:v>674.61250059</c:v>
                </c:pt>
                <c:pt idx="1045">
                  <c:v>669.12448993</c:v>
                </c:pt>
                <c:pt idx="1046">
                  <c:v>669.12448994</c:v>
                </c:pt>
                <c:pt idx="1047">
                  <c:v>663.49127069</c:v>
                </c:pt>
                <c:pt idx="1048">
                  <c:v>663.49127069</c:v>
                </c:pt>
                <c:pt idx="1049">
                  <c:v>657.71253494</c:v>
                </c:pt>
                <c:pt idx="1050">
                  <c:v>657.71253495</c:v>
                </c:pt>
                <c:pt idx="1051">
                  <c:v>651.78796831</c:v>
                </c:pt>
                <c:pt idx="1052">
                  <c:v>651.7879683</c:v>
                </c:pt>
                <c:pt idx="1053">
                  <c:v>645.7172497400001</c:v>
                </c:pt>
                <c:pt idx="1054">
                  <c:v>645.71724973</c:v>
                </c:pt>
                <c:pt idx="1055">
                  <c:v>639.50005171</c:v>
                </c:pt>
                <c:pt idx="1056">
                  <c:v>639.50005171</c:v>
                </c:pt>
                <c:pt idx="1057">
                  <c:v>633.13604015</c:v>
                </c:pt>
                <c:pt idx="1058">
                  <c:v>633.13604014</c:v>
                </c:pt>
                <c:pt idx="1059">
                  <c:v>626.62487445</c:v>
                </c:pt>
                <c:pt idx="1060">
                  <c:v>626.62487445</c:v>
                </c:pt>
                <c:pt idx="1061">
                  <c:v>619.96620747</c:v>
                </c:pt>
                <c:pt idx="1062">
                  <c:v>619.96620747</c:v>
                </c:pt>
                <c:pt idx="1063">
                  <c:v>613.15968551</c:v>
                </c:pt>
                <c:pt idx="1064">
                  <c:v>613.15968552</c:v>
                </c:pt>
                <c:pt idx="1065">
                  <c:v>606.20494836</c:v>
                </c:pt>
                <c:pt idx="1066">
                  <c:v>606.20494835</c:v>
                </c:pt>
                <c:pt idx="1067">
                  <c:v>599.10162933</c:v>
                </c:pt>
                <c:pt idx="1068">
                  <c:v>599.10162933</c:v>
                </c:pt>
                <c:pt idx="1069">
                  <c:v>591.84935517</c:v>
                </c:pt>
                <c:pt idx="1070">
                  <c:v>591.84935517</c:v>
                </c:pt>
                <c:pt idx="1071">
                  <c:v>584.44774614</c:v>
                </c:pt>
                <c:pt idx="1072">
                  <c:v>584.44774613</c:v>
                </c:pt>
                <c:pt idx="1073">
                  <c:v>576.89641595</c:v>
                </c:pt>
                <c:pt idx="1074">
                  <c:v>576.89641595</c:v>
                </c:pt>
                <c:pt idx="1075">
                  <c:v>569.1949718</c:v>
                </c:pt>
                <c:pt idx="1076">
                  <c:v>569.1949718</c:v>
                </c:pt>
                <c:pt idx="1077">
                  <c:v>561.34301442</c:v>
                </c:pt>
                <c:pt idx="1078">
                  <c:v>561.34301443</c:v>
                </c:pt>
                <c:pt idx="1079">
                  <c:v>553.34013795</c:v>
                </c:pt>
                <c:pt idx="1080">
                  <c:v>553.34013795</c:v>
                </c:pt>
                <c:pt idx="1081">
                  <c:v>545.18593007</c:v>
                </c:pt>
                <c:pt idx="1082">
                  <c:v>545.18593007</c:v>
                </c:pt>
                <c:pt idx="1083">
                  <c:v>536.87997188</c:v>
                </c:pt>
                <c:pt idx="1084">
                  <c:v>536.87997187</c:v>
                </c:pt>
                <c:pt idx="1085">
                  <c:v>528.42183797</c:v>
                </c:pt>
                <c:pt idx="1086">
                  <c:v>528.42183797</c:v>
                </c:pt>
                <c:pt idx="1087">
                  <c:v>519.81109638</c:v>
                </c:pt>
                <c:pt idx="1088">
                  <c:v>519.81109638</c:v>
                </c:pt>
                <c:pt idx="1089">
                  <c:v>511.04730862</c:v>
                </c:pt>
                <c:pt idx="1090">
                  <c:v>511.04730862</c:v>
                </c:pt>
                <c:pt idx="1091">
                  <c:v>502.13002966</c:v>
                </c:pt>
                <c:pt idx="1092">
                  <c:v>502.13002967</c:v>
                </c:pt>
                <c:pt idx="1093">
                  <c:v>493.05880786</c:v>
                </c:pt>
                <c:pt idx="1094">
                  <c:v>493.05880787</c:v>
                </c:pt>
                <c:pt idx="1095">
                  <c:v>483.83318508</c:v>
                </c:pt>
                <c:pt idx="1096">
                  <c:v>483.83318507</c:v>
                </c:pt>
                <c:pt idx="1097">
                  <c:v>474.45269653</c:v>
                </c:pt>
                <c:pt idx="1098">
                  <c:v>474.45269654</c:v>
                </c:pt>
                <c:pt idx="1099">
                  <c:v>464.91687096</c:v>
                </c:pt>
                <c:pt idx="1100">
                  <c:v>464.91687095</c:v>
                </c:pt>
                <c:pt idx="1101">
                  <c:v>455.22523041</c:v>
                </c:pt>
                <c:pt idx="1102">
                  <c:v>455.22523041</c:v>
                </c:pt>
                <c:pt idx="1103">
                  <c:v>445.37729038</c:v>
                </c:pt>
                <c:pt idx="1104">
                  <c:v>445.37729037</c:v>
                </c:pt>
                <c:pt idx="1105">
                  <c:v>435.34877858</c:v>
                </c:pt>
                <c:pt idx="1106">
                  <c:v>435.34877858</c:v>
                </c:pt>
                <c:pt idx="1107">
                  <c:v>425.02013004</c:v>
                </c:pt>
                <c:pt idx="1108">
                  <c:v>425.02013005</c:v>
                </c:pt>
                <c:pt idx="1109">
                  <c:v>414.51440185</c:v>
                </c:pt>
                <c:pt idx="1110">
                  <c:v>414.51440186</c:v>
                </c:pt>
                <c:pt idx="1111">
                  <c:v>403.83222647</c:v>
                </c:pt>
                <c:pt idx="1112">
                  <c:v>403.83222646</c:v>
                </c:pt>
                <c:pt idx="1113">
                  <c:v>392.97380924</c:v>
                </c:pt>
                <c:pt idx="1114">
                  <c:v>392.97380923</c:v>
                </c:pt>
                <c:pt idx="1115">
                  <c:v>381.93915895</c:v>
                </c:pt>
                <c:pt idx="1116">
                  <c:v>381.93915895</c:v>
                </c:pt>
                <c:pt idx="1117">
                  <c:v>370.72816605</c:v>
                </c:pt>
                <c:pt idx="1118">
                  <c:v>370.72816605</c:v>
                </c:pt>
                <c:pt idx="1119">
                  <c:v>359.34063704</c:v>
                </c:pt>
                <c:pt idx="1120">
                  <c:v>359.34063704</c:v>
                </c:pt>
                <c:pt idx="1121">
                  <c:v>347.77632988</c:v>
                </c:pt>
                <c:pt idx="1122">
                  <c:v>347.77632988</c:v>
                </c:pt>
                <c:pt idx="1123">
                  <c:v>336.03494196</c:v>
                </c:pt>
                <c:pt idx="1124">
                  <c:v>336.03494197</c:v>
                </c:pt>
                <c:pt idx="1125">
                  <c:v>324.11614519</c:v>
                </c:pt>
                <c:pt idx="1126">
                  <c:v>324.11614518</c:v>
                </c:pt>
                <c:pt idx="1127">
                  <c:v>312.0195715</c:v>
                </c:pt>
                <c:pt idx="1128">
                  <c:v>312.0195715</c:v>
                </c:pt>
                <c:pt idx="1129">
                  <c:v>299.7448399</c:v>
                </c:pt>
                <c:pt idx="1130">
                  <c:v>299.74483991</c:v>
                </c:pt>
                <c:pt idx="1131">
                  <c:v>287.29152032</c:v>
                </c:pt>
                <c:pt idx="1132">
                  <c:v>287.2915203</c:v>
                </c:pt>
                <c:pt idx="1133">
                  <c:v>274.65919408</c:v>
                </c:pt>
                <c:pt idx="1134">
                  <c:v>274.65919408</c:v>
                </c:pt>
                <c:pt idx="1135">
                  <c:v>261.84739618</c:v>
                </c:pt>
                <c:pt idx="1136">
                  <c:v>261.84739618</c:v>
                </c:pt>
                <c:pt idx="1137">
                  <c:v>248.85566574</c:v>
                </c:pt>
                <c:pt idx="1138">
                  <c:v>248.85566575</c:v>
                </c:pt>
                <c:pt idx="1139">
                  <c:v>235.68350558</c:v>
                </c:pt>
                <c:pt idx="1140">
                  <c:v>235.6835056</c:v>
                </c:pt>
                <c:pt idx="1141">
                  <c:v>222.33040637</c:v>
                </c:pt>
                <c:pt idx="1142">
                  <c:v>222.33040636</c:v>
                </c:pt>
                <c:pt idx="1143">
                  <c:v>208.79587018</c:v>
                </c:pt>
                <c:pt idx="1144">
                  <c:v>208.79587018</c:v>
                </c:pt>
                <c:pt idx="1145">
                  <c:v>195.07935288</c:v>
                </c:pt>
                <c:pt idx="1146">
                  <c:v>195.07935288</c:v>
                </c:pt>
                <c:pt idx="1147">
                  <c:v>181.18032517</c:v>
                </c:pt>
                <c:pt idx="1148">
                  <c:v>181.18032516</c:v>
                </c:pt>
                <c:pt idx="1149">
                  <c:v>167.09821427</c:v>
                </c:pt>
                <c:pt idx="1150">
                  <c:v>167.09821426</c:v>
                </c:pt>
                <c:pt idx="1151">
                  <c:v>152.83244605</c:v>
                </c:pt>
                <c:pt idx="1152">
                  <c:v>152.83244605</c:v>
                </c:pt>
                <c:pt idx="1153">
                  <c:v>138.38247128</c:v>
                </c:pt>
                <c:pt idx="1154">
                  <c:v>138.38247128</c:v>
                </c:pt>
                <c:pt idx="1155">
                  <c:v>123.74765808</c:v>
                </c:pt>
                <c:pt idx="1156">
                  <c:v>123.74765807</c:v>
                </c:pt>
                <c:pt idx="1157">
                  <c:v>108.92743007</c:v>
                </c:pt>
                <c:pt idx="1158">
                  <c:v>108.92743007</c:v>
                </c:pt>
                <c:pt idx="1159">
                  <c:v>93.92117121</c:v>
                </c:pt>
                <c:pt idx="1160">
                  <c:v>93.92117121</c:v>
                </c:pt>
                <c:pt idx="1161">
                  <c:v>78.72823563</c:v>
                </c:pt>
                <c:pt idx="1162">
                  <c:v>78.72823563999999</c:v>
                </c:pt>
                <c:pt idx="1163">
                  <c:v>63.34800733</c:v>
                </c:pt>
                <c:pt idx="1164">
                  <c:v>63.34800731</c:v>
                </c:pt>
                <c:pt idx="1165">
                  <c:v>47.77981883</c:v>
                </c:pt>
                <c:pt idx="1166">
                  <c:v>47.77981883</c:v>
                </c:pt>
                <c:pt idx="1167">
                  <c:v>32.02302242</c:v>
                </c:pt>
                <c:pt idx="1168">
                  <c:v>32.02302243</c:v>
                </c:pt>
                <c:pt idx="1169">
                  <c:v>16.07694341</c:v>
                </c:pt>
                <c:pt idx="1170">
                  <c:v>16.07694342</c:v>
                </c:pt>
                <c:pt idx="1171">
                  <c:v>-0.05909389</c:v>
                </c:pt>
                <c:pt idx="1172">
                  <c:v>-0.05909388</c:v>
                </c:pt>
                <c:pt idx="1173">
                  <c:v>-16.38580874</c:v>
                </c:pt>
                <c:pt idx="1174">
                  <c:v>-16.38580874</c:v>
                </c:pt>
                <c:pt idx="1175">
                  <c:v>-32.96659866</c:v>
                </c:pt>
                <c:pt idx="1176">
                  <c:v>-32.96659866</c:v>
                </c:pt>
                <c:pt idx="1177">
                  <c:v>-50.05262604</c:v>
                </c:pt>
                <c:pt idx="1178">
                  <c:v>-50.05262605</c:v>
                </c:pt>
                <c:pt idx="1179">
                  <c:v>-70.18591189</c:v>
                </c:pt>
                <c:pt idx="1180">
                  <c:v>-70.18591188000001</c:v>
                </c:pt>
                <c:pt idx="1181">
                  <c:v>-90.54885964</c:v>
                </c:pt>
                <c:pt idx="1182">
                  <c:v>-90.54885965</c:v>
                </c:pt>
                <c:pt idx="1183">
                  <c:v>-111.14237059</c:v>
                </c:pt>
                <c:pt idx="1184">
                  <c:v>-111.1423706</c:v>
                </c:pt>
                <c:pt idx="1185">
                  <c:v>-131.9673731</c:v>
                </c:pt>
                <c:pt idx="1186">
                  <c:v>-131.96737309</c:v>
                </c:pt>
                <c:pt idx="1187">
                  <c:v>-153.02474784</c:v>
                </c:pt>
                <c:pt idx="1188">
                  <c:v>-153.02474783</c:v>
                </c:pt>
                <c:pt idx="1189">
                  <c:v>-174.31547155</c:v>
                </c:pt>
                <c:pt idx="1190">
                  <c:v>-174.31547156</c:v>
                </c:pt>
                <c:pt idx="1191">
                  <c:v>-195.84044492</c:v>
                </c:pt>
                <c:pt idx="1192">
                  <c:v>-195.84044493</c:v>
                </c:pt>
                <c:pt idx="1193">
                  <c:v>-217.60065726</c:v>
                </c:pt>
                <c:pt idx="1194">
                  <c:v>-217.60065725</c:v>
                </c:pt>
                <c:pt idx="1195">
                  <c:v>-239.59708356</c:v>
                </c:pt>
                <c:pt idx="1196">
                  <c:v>-239.59708356</c:v>
                </c:pt>
                <c:pt idx="1197">
                  <c:v>-261.83065282</c:v>
                </c:pt>
                <c:pt idx="1198">
                  <c:v>-261.83065284</c:v>
                </c:pt>
                <c:pt idx="1199">
                  <c:v>-284.30245063</c:v>
                </c:pt>
                <c:pt idx="1200">
                  <c:v>-284.30245063</c:v>
                </c:pt>
                <c:pt idx="1201">
                  <c:v>-307.01338015</c:v>
                </c:pt>
                <c:pt idx="1202">
                  <c:v>-307.01338015</c:v>
                </c:pt>
                <c:pt idx="1203">
                  <c:v>-329.96445808</c:v>
                </c:pt>
                <c:pt idx="1204">
                  <c:v>-329.96445808</c:v>
                </c:pt>
                <c:pt idx="1205">
                  <c:v>-353.15679647</c:v>
                </c:pt>
                <c:pt idx="1206">
                  <c:v>-353.15679648</c:v>
                </c:pt>
                <c:pt idx="1207">
                  <c:v>-376.59134532</c:v>
                </c:pt>
                <c:pt idx="1208">
                  <c:v>-376.59134533</c:v>
                </c:pt>
                <c:pt idx="1209">
                  <c:v>-400.26915481</c:v>
                </c:pt>
                <c:pt idx="1210">
                  <c:v>-400.26915481</c:v>
                </c:pt>
                <c:pt idx="1211">
                  <c:v>-424.19128248</c:v>
                </c:pt>
                <c:pt idx="1212">
                  <c:v>-424.19128249</c:v>
                </c:pt>
                <c:pt idx="1213">
                  <c:v>-448.35879347</c:v>
                </c:pt>
                <c:pt idx="1214">
                  <c:v>-448.35879347</c:v>
                </c:pt>
                <c:pt idx="1215">
                  <c:v>-472.77276059</c:v>
                </c:pt>
                <c:pt idx="1216">
                  <c:v>-472.77276059</c:v>
                </c:pt>
                <c:pt idx="1217">
                  <c:v>-497.43426445</c:v>
                </c:pt>
                <c:pt idx="1218">
                  <c:v>-497.43426444</c:v>
                </c:pt>
                <c:pt idx="1219">
                  <c:v>-522.34439351</c:v>
                </c:pt>
                <c:pt idx="1220">
                  <c:v>-522.3443935</c:v>
                </c:pt>
                <c:pt idx="1221">
                  <c:v>-547.50424423</c:v>
                </c:pt>
                <c:pt idx="1222">
                  <c:v>-547.50424423</c:v>
                </c:pt>
                <c:pt idx="1223">
                  <c:v>-572.9149212</c:v>
                </c:pt>
                <c:pt idx="1224">
                  <c:v>-572.91492121</c:v>
                </c:pt>
                <c:pt idx="1225">
                  <c:v>-598.57756087</c:v>
                </c:pt>
                <c:pt idx="1226">
                  <c:v>-598.57756088</c:v>
                </c:pt>
                <c:pt idx="1227">
                  <c:v>-624.49333873</c:v>
                </c:pt>
                <c:pt idx="1228">
                  <c:v>-624.49333872</c:v>
                </c:pt>
                <c:pt idx="1229">
                  <c:v>-650.66332316</c:v>
                </c:pt>
                <c:pt idx="1230">
                  <c:v>-650.66332316</c:v>
                </c:pt>
                <c:pt idx="1231">
                  <c:v>-677.08865225</c:v>
                </c:pt>
                <c:pt idx="1232">
                  <c:v>-677.08865224</c:v>
                </c:pt>
                <c:pt idx="1233">
                  <c:v>-703.77058688</c:v>
                </c:pt>
                <c:pt idx="1234">
                  <c:v>-703.77058687</c:v>
                </c:pt>
                <c:pt idx="1235">
                  <c:v>-730.71021795</c:v>
                </c:pt>
                <c:pt idx="1236">
                  <c:v>-730.71021796</c:v>
                </c:pt>
                <c:pt idx="1237">
                  <c:v>-757.90874696</c:v>
                </c:pt>
                <c:pt idx="1238">
                  <c:v>-757.90874696</c:v>
                </c:pt>
                <c:pt idx="1239">
                  <c:v>-785.5983509</c:v>
                </c:pt>
                <c:pt idx="1240">
                  <c:v>-785.5983509</c:v>
                </c:pt>
                <c:pt idx="1241">
                  <c:v>-813.55151201</c:v>
                </c:pt>
                <c:pt idx="1242">
                  <c:v>-813.55151201</c:v>
                </c:pt>
                <c:pt idx="1243">
                  <c:v>-841.76946577</c:v>
                </c:pt>
                <c:pt idx="1244">
                  <c:v>-841.76946576</c:v>
                </c:pt>
                <c:pt idx="1245">
                  <c:v>-870.2532234400001</c:v>
                </c:pt>
                <c:pt idx="1246">
                  <c:v>-870.25322343</c:v>
                </c:pt>
                <c:pt idx="1247">
                  <c:v>-899.0041609</c:v>
                </c:pt>
                <c:pt idx="1248">
                  <c:v>-899.0041609</c:v>
                </c:pt>
                <c:pt idx="1249">
                  <c:v>-928.0233831</c:v>
                </c:pt>
                <c:pt idx="1250">
                  <c:v>-928.02338309</c:v>
                </c:pt>
                <c:pt idx="1251">
                  <c:v>-957.31217469</c:v>
                </c:pt>
                <c:pt idx="1252">
                  <c:v>-957.31217469</c:v>
                </c:pt>
                <c:pt idx="1253">
                  <c:v>-986.87180956</c:v>
                </c:pt>
                <c:pt idx="1254">
                  <c:v>-986.87180956</c:v>
                </c:pt>
                <c:pt idx="1255">
                  <c:v>-1016.70344383</c:v>
                </c:pt>
                <c:pt idx="1256">
                  <c:v>-1016.70344384</c:v>
                </c:pt>
                <c:pt idx="1257">
                  <c:v>-1046.80844285</c:v>
                </c:pt>
                <c:pt idx="1258">
                  <c:v>-1046.80844286</c:v>
                </c:pt>
                <c:pt idx="1259">
                  <c:v>-1077.18804846</c:v>
                </c:pt>
                <c:pt idx="1260">
                  <c:v>-1077.18804846</c:v>
                </c:pt>
                <c:pt idx="1261">
                  <c:v>-1107.84349833</c:v>
                </c:pt>
                <c:pt idx="1262">
                  <c:v>-1107.84349833</c:v>
                </c:pt>
                <c:pt idx="1263">
                  <c:v>-1138.77609461</c:v>
                </c:pt>
                <c:pt idx="1264">
                  <c:v>-1138.7760946</c:v>
                </c:pt>
                <c:pt idx="1265">
                  <c:v>-1169.9872852</c:v>
                </c:pt>
                <c:pt idx="1266">
                  <c:v>-1169.9872852</c:v>
                </c:pt>
                <c:pt idx="1267">
                  <c:v>-1201.47825192</c:v>
                </c:pt>
                <c:pt idx="1268">
                  <c:v>-1201.47825193</c:v>
                </c:pt>
                <c:pt idx="1269">
                  <c:v>-1233.25031993</c:v>
                </c:pt>
                <c:pt idx="1270">
                  <c:v>-1233.25031992</c:v>
                </c:pt>
                <c:pt idx="1271">
                  <c:v>-1265.30486856</c:v>
                </c:pt>
                <c:pt idx="1272">
                  <c:v>-1265.30486855</c:v>
                </c:pt>
                <c:pt idx="1273">
                  <c:v>-1297.64327599</c:v>
                </c:pt>
                <c:pt idx="1274">
                  <c:v>-1297.64327599</c:v>
                </c:pt>
                <c:pt idx="1275">
                  <c:v>-1330.26684046</c:v>
                </c:pt>
                <c:pt idx="1276">
                  <c:v>-1330.26684044</c:v>
                </c:pt>
                <c:pt idx="1277">
                  <c:v>-1363.17702978</c:v>
                </c:pt>
                <c:pt idx="1278">
                  <c:v>-1363.17702977</c:v>
                </c:pt>
                <c:pt idx="1279">
                  <c:v>-1396.37510899</c:v>
                </c:pt>
                <c:pt idx="1280">
                  <c:v>-1396.37510899</c:v>
                </c:pt>
                <c:pt idx="1281">
                  <c:v>-1429.86258079</c:v>
                </c:pt>
                <c:pt idx="1282">
                  <c:v>-1429.86258079</c:v>
                </c:pt>
                <c:pt idx="1283">
                  <c:v>-1463.64078906</c:v>
                </c:pt>
                <c:pt idx="1284">
                  <c:v>-1463.64078906</c:v>
                </c:pt>
                <c:pt idx="1285">
                  <c:v>-1497.71117526</c:v>
                </c:pt>
                <c:pt idx="1286">
                  <c:v>-1497.71117526</c:v>
                </c:pt>
                <c:pt idx="1287">
                  <c:v>-1532.07515437</c:v>
                </c:pt>
                <c:pt idx="1288">
                  <c:v>-1532.07515438</c:v>
                </c:pt>
                <c:pt idx="1289">
                  <c:v>-1566.734206</c:v>
                </c:pt>
                <c:pt idx="1290">
                  <c:v>-1566.73420599</c:v>
                </c:pt>
                <c:pt idx="1291">
                  <c:v>-1601.68970978</c:v>
                </c:pt>
                <c:pt idx="1292">
                  <c:v>-1601.68970978</c:v>
                </c:pt>
                <c:pt idx="1293">
                  <c:v>-1636.94325658</c:v>
                </c:pt>
                <c:pt idx="1294">
                  <c:v>-1636.94325658</c:v>
                </c:pt>
                <c:pt idx="1295">
                  <c:v>-1672.49620295</c:v>
                </c:pt>
                <c:pt idx="1296">
                  <c:v>-1672.49620296</c:v>
                </c:pt>
                <c:pt idx="1297">
                  <c:v>-1708.35008513</c:v>
                </c:pt>
                <c:pt idx="1298">
                  <c:v>-1708.35008513</c:v>
                </c:pt>
                <c:pt idx="1299">
                  <c:v>-1744.50640084</c:v>
                </c:pt>
                <c:pt idx="1300">
                  <c:v>-1744.50640085</c:v>
                </c:pt>
                <c:pt idx="1301">
                  <c:v>-1780.96662459</c:v>
                </c:pt>
                <c:pt idx="1302">
                  <c:v>-1780.96662459</c:v>
                </c:pt>
                <c:pt idx="1303">
                  <c:v>-1817.73236851</c:v>
                </c:pt>
                <c:pt idx="1304">
                  <c:v>-1817.73236851</c:v>
                </c:pt>
                <c:pt idx="1305">
                  <c:v>-1854.80507822</c:v>
                </c:pt>
                <c:pt idx="1306">
                  <c:v>-1854.80507822</c:v>
                </c:pt>
                <c:pt idx="1307">
                  <c:v>-1892.18632541</c:v>
                </c:pt>
                <c:pt idx="1308">
                  <c:v>-1892.18632541</c:v>
                </c:pt>
                <c:pt idx="1309">
                  <c:v>-1929.8776653</c:v>
                </c:pt>
                <c:pt idx="1310">
                  <c:v>-1929.87766529</c:v>
                </c:pt>
                <c:pt idx="1311">
                  <c:v>-1967.88068129</c:v>
                </c:pt>
                <c:pt idx="1312">
                  <c:v>-1967.8806813</c:v>
                </c:pt>
                <c:pt idx="1313">
                  <c:v>-2006.19693892</c:v>
                </c:pt>
                <c:pt idx="1314">
                  <c:v>-2006.19693892</c:v>
                </c:pt>
                <c:pt idx="1315">
                  <c:v>-2044.82798677</c:v>
                </c:pt>
                <c:pt idx="1316">
                  <c:v>-2044.82798676</c:v>
                </c:pt>
                <c:pt idx="1317">
                  <c:v>-2083.77550236</c:v>
                </c:pt>
                <c:pt idx="1318">
                  <c:v>-2083.77550236</c:v>
                </c:pt>
                <c:pt idx="1319">
                  <c:v>-2123.04107688</c:v>
                </c:pt>
                <c:pt idx="1320">
                  <c:v>-2123.04107688</c:v>
                </c:pt>
                <c:pt idx="1321">
                  <c:v>-2162.62636901</c:v>
                </c:pt>
                <c:pt idx="1322">
                  <c:v>-2162.62636901</c:v>
                </c:pt>
                <c:pt idx="1323">
                  <c:v>-2202.53294698</c:v>
                </c:pt>
                <c:pt idx="1324">
                  <c:v>-2202.53294698</c:v>
                </c:pt>
                <c:pt idx="1325">
                  <c:v>-2242.76249534</c:v>
                </c:pt>
                <c:pt idx="1326">
                  <c:v>-2242.76249533</c:v>
                </c:pt>
                <c:pt idx="1327">
                  <c:v>-2283.31672585</c:v>
                </c:pt>
                <c:pt idx="1328">
                  <c:v>-2283.31672585</c:v>
                </c:pt>
                <c:pt idx="1329">
                  <c:v>-2324.19726972</c:v>
                </c:pt>
                <c:pt idx="1330">
                  <c:v>-2324.19726971</c:v>
                </c:pt>
                <c:pt idx="1331">
                  <c:v>-2365.40576279</c:v>
                </c:pt>
                <c:pt idx="1332">
                  <c:v>-2365.40576279</c:v>
                </c:pt>
                <c:pt idx="1333">
                  <c:v>-2406.94395691</c:v>
                </c:pt>
                <c:pt idx="1334">
                  <c:v>-2406.9439569</c:v>
                </c:pt>
                <c:pt idx="1335">
                  <c:v>-2448.81363852</c:v>
                </c:pt>
                <c:pt idx="1336">
                  <c:v>-2448.81363851</c:v>
                </c:pt>
                <c:pt idx="1337">
                  <c:v>-2491.01643906</c:v>
                </c:pt>
                <c:pt idx="1338">
                  <c:v>-2491.01643906</c:v>
                </c:pt>
                <c:pt idx="1339">
                  <c:v>-2533.55411592</c:v>
                </c:pt>
                <c:pt idx="1340">
                  <c:v>-2533.55411592</c:v>
                </c:pt>
                <c:pt idx="1341">
                  <c:v>-2576.42838862</c:v>
                </c:pt>
                <c:pt idx="1342">
                  <c:v>-2576.42838862</c:v>
                </c:pt>
                <c:pt idx="1343">
                  <c:v>-2619.64102439</c:v>
                </c:pt>
                <c:pt idx="1344">
                  <c:v>-2619.64102439</c:v>
                </c:pt>
                <c:pt idx="1345">
                  <c:v>-2663.19391566</c:v>
                </c:pt>
                <c:pt idx="1346">
                  <c:v>-2663.19391566</c:v>
                </c:pt>
                <c:pt idx="1347">
                  <c:v>-2707.08877841</c:v>
                </c:pt>
                <c:pt idx="1348">
                  <c:v>-2707.08877841</c:v>
                </c:pt>
                <c:pt idx="1349">
                  <c:v>-2751.32736134</c:v>
                </c:pt>
                <c:pt idx="1350">
                  <c:v>-2751.32736134</c:v>
                </c:pt>
                <c:pt idx="1351">
                  <c:v>-2795.91145236</c:v>
                </c:pt>
                <c:pt idx="1352">
                  <c:v>-2795.91145237</c:v>
                </c:pt>
                <c:pt idx="1353">
                  <c:v>-2840.84300967</c:v>
                </c:pt>
                <c:pt idx="1354">
                  <c:v>-2840.84300967</c:v>
                </c:pt>
                <c:pt idx="1355">
                  <c:v>-2886.12381559</c:v>
                </c:pt>
                <c:pt idx="1356">
                  <c:v>-2886.12381559</c:v>
                </c:pt>
                <c:pt idx="1357">
                  <c:v>-2931.75565605</c:v>
                </c:pt>
                <c:pt idx="1358">
                  <c:v>-2931.75565605</c:v>
                </c:pt>
                <c:pt idx="1359">
                  <c:v>-2977.74047648</c:v>
                </c:pt>
                <c:pt idx="1360">
                  <c:v>-2977.74047648</c:v>
                </c:pt>
                <c:pt idx="1361">
                  <c:v>-3024.08011538</c:v>
                </c:pt>
                <c:pt idx="1362">
                  <c:v>-3024.08011538</c:v>
                </c:pt>
                <c:pt idx="1363">
                  <c:v>-3070.77651939</c:v>
                </c:pt>
                <c:pt idx="1364">
                  <c:v>-3070.77651939</c:v>
                </c:pt>
                <c:pt idx="1365">
                  <c:v>-3117.83151182</c:v>
                </c:pt>
                <c:pt idx="1366">
                  <c:v>-3117.83151182</c:v>
                </c:pt>
                <c:pt idx="1367">
                  <c:v>-3165.24699841</c:v>
                </c:pt>
                <c:pt idx="1368">
                  <c:v>-3165.24699841</c:v>
                </c:pt>
                <c:pt idx="1369">
                  <c:v>-3213.02503673</c:v>
                </c:pt>
                <c:pt idx="1370">
                  <c:v>-3213.02503673</c:v>
                </c:pt>
                <c:pt idx="1371">
                  <c:v>-3261.1674862</c:v>
                </c:pt>
                <c:pt idx="1372">
                  <c:v>-3261.1674862</c:v>
                </c:pt>
                <c:pt idx="1373">
                  <c:v>-3309.67627088</c:v>
                </c:pt>
                <c:pt idx="1374">
                  <c:v>-3309.67627088</c:v>
                </c:pt>
                <c:pt idx="1375">
                  <c:v>-3358.55339523</c:v>
                </c:pt>
                <c:pt idx="1376">
                  <c:v>-3358.55339523</c:v>
                </c:pt>
                <c:pt idx="1377">
                  <c:v>-3407.80089187</c:v>
                </c:pt>
                <c:pt idx="1378">
                  <c:v>-3407.80089187</c:v>
                </c:pt>
                <c:pt idx="1379">
                  <c:v>-3457.42063252</c:v>
                </c:pt>
                <c:pt idx="1380">
                  <c:v>-3457.42063251</c:v>
                </c:pt>
                <c:pt idx="1381">
                  <c:v>-3507.41475885</c:v>
                </c:pt>
                <c:pt idx="1382">
                  <c:v>-3507.41475885</c:v>
                </c:pt>
                <c:pt idx="1383">
                  <c:v>-3557.78528009</c:v>
                </c:pt>
                <c:pt idx="1384">
                  <c:v>-3557.78528009</c:v>
                </c:pt>
                <c:pt idx="1385">
                  <c:v>-3608.53419806</c:v>
                </c:pt>
                <c:pt idx="1386">
                  <c:v>-3608.53419806</c:v>
                </c:pt>
                <c:pt idx="1387">
                  <c:v>-3659.66351909</c:v>
                </c:pt>
                <c:pt idx="1388">
                  <c:v>-3659.66351909</c:v>
                </c:pt>
                <c:pt idx="1389">
                  <c:v>-3711.17535502</c:v>
                </c:pt>
                <c:pt idx="1390">
                  <c:v>-3711.17535502</c:v>
                </c:pt>
                <c:pt idx="1391">
                  <c:v>-3763.07186168</c:v>
                </c:pt>
                <c:pt idx="1392">
                  <c:v>-3763.07186168</c:v>
                </c:pt>
                <c:pt idx="1393">
                  <c:v>-3815.3549737</c:v>
                </c:pt>
                <c:pt idx="1394">
                  <c:v>-3815.3549737</c:v>
                </c:pt>
                <c:pt idx="1395">
                  <c:v>-3868.02691341</c:v>
                </c:pt>
                <c:pt idx="1396">
                  <c:v>-3868.02691341</c:v>
                </c:pt>
                <c:pt idx="1397">
                  <c:v>-3921.0898313</c:v>
                </c:pt>
                <c:pt idx="1398">
                  <c:v>-3921.0898313</c:v>
                </c:pt>
                <c:pt idx="1399">
                  <c:v>-3974.54572041</c:v>
                </c:pt>
                <c:pt idx="1400">
                  <c:v>-3974.54572041</c:v>
                </c:pt>
                <c:pt idx="1401">
                  <c:v>-4028.39682616</c:v>
                </c:pt>
                <c:pt idx="1402">
                  <c:v>-4028.39682616</c:v>
                </c:pt>
                <c:pt idx="1403">
                  <c:v>-4082.64539681</c:v>
                </c:pt>
                <c:pt idx="1404">
                  <c:v>-4082.64539681</c:v>
                </c:pt>
                <c:pt idx="1405">
                  <c:v>-4137.29347066</c:v>
                </c:pt>
                <c:pt idx="1406">
                  <c:v>-4137.29347066</c:v>
                </c:pt>
                <c:pt idx="1407">
                  <c:v>-4192.34324916</c:v>
                </c:pt>
                <c:pt idx="1408">
                  <c:v>-4192.34324916</c:v>
                </c:pt>
                <c:pt idx="1409">
                  <c:v>-4139.10701412</c:v>
                </c:pt>
                <c:pt idx="1410">
                  <c:v>-4139.10701413</c:v>
                </c:pt>
                <c:pt idx="1411">
                  <c:v>-4086.28345634</c:v>
                </c:pt>
                <c:pt idx="1412">
                  <c:v>-4086.28345634</c:v>
                </c:pt>
                <c:pt idx="1413">
                  <c:v>-4033.87057697</c:v>
                </c:pt>
                <c:pt idx="1414">
                  <c:v>-4033.87057697</c:v>
                </c:pt>
                <c:pt idx="1415">
                  <c:v>-3981.86642794</c:v>
                </c:pt>
                <c:pt idx="1416">
                  <c:v>-3981.86642794</c:v>
                </c:pt>
                <c:pt idx="1417">
                  <c:v>-3930.26897283</c:v>
                </c:pt>
                <c:pt idx="1418">
                  <c:v>-3930.26897283</c:v>
                </c:pt>
                <c:pt idx="1419">
                  <c:v>-3879.07629318</c:v>
                </c:pt>
                <c:pt idx="1420">
                  <c:v>-3879.07629318</c:v>
                </c:pt>
                <c:pt idx="1421">
                  <c:v>-3828.2864206</c:v>
                </c:pt>
                <c:pt idx="1422">
                  <c:v>-3828.2864206</c:v>
                </c:pt>
                <c:pt idx="1423">
                  <c:v>-3777.89737624</c:v>
                </c:pt>
                <c:pt idx="1424">
                  <c:v>-3777.89737624</c:v>
                </c:pt>
                <c:pt idx="1425">
                  <c:v>-3727.90731241</c:v>
                </c:pt>
                <c:pt idx="1426">
                  <c:v>-3727.90731241</c:v>
                </c:pt>
                <c:pt idx="1427">
                  <c:v>-3678.31422461</c:v>
                </c:pt>
                <c:pt idx="1428">
                  <c:v>-3678.31422461</c:v>
                </c:pt>
                <c:pt idx="1429">
                  <c:v>-3629.11625805</c:v>
                </c:pt>
                <c:pt idx="1430">
                  <c:v>-3629.11625805</c:v>
                </c:pt>
                <c:pt idx="1431">
                  <c:v>-3580.31148657</c:v>
                </c:pt>
                <c:pt idx="1432">
                  <c:v>-3580.31148657</c:v>
                </c:pt>
                <c:pt idx="1433">
                  <c:v>-3531.89803626</c:v>
                </c:pt>
                <c:pt idx="1434">
                  <c:v>-3531.89803626</c:v>
                </c:pt>
                <c:pt idx="1435">
                  <c:v>-3483.87402992</c:v>
                </c:pt>
                <c:pt idx="1436">
                  <c:v>-3483.87402991</c:v>
                </c:pt>
                <c:pt idx="1437">
                  <c:v>-3436.23759212</c:v>
                </c:pt>
                <c:pt idx="1438">
                  <c:v>-3436.23759212</c:v>
                </c:pt>
                <c:pt idx="1439">
                  <c:v>-3388.98689694</c:v>
                </c:pt>
                <c:pt idx="1440">
                  <c:v>-3388.98689694</c:v>
                </c:pt>
                <c:pt idx="1441">
                  <c:v>-3342.12007014</c:v>
                </c:pt>
                <c:pt idx="1442">
                  <c:v>-3342.12007014</c:v>
                </c:pt>
                <c:pt idx="1443">
                  <c:v>-3295.63531014</c:v>
                </c:pt>
                <c:pt idx="1444">
                  <c:v>-3295.63531014</c:v>
                </c:pt>
                <c:pt idx="1445">
                  <c:v>-3249.53077218</c:v>
                </c:pt>
                <c:pt idx="1446">
                  <c:v>-3249.53077218</c:v>
                </c:pt>
                <c:pt idx="1447">
                  <c:v>-3203.80462696</c:v>
                </c:pt>
                <c:pt idx="1448">
                  <c:v>-3203.80462696</c:v>
                </c:pt>
                <c:pt idx="1449">
                  <c:v>-3158.45514409</c:v>
                </c:pt>
                <c:pt idx="1450">
                  <c:v>-3158.45514409</c:v>
                </c:pt>
                <c:pt idx="1451">
                  <c:v>-3113.48045537</c:v>
                </c:pt>
                <c:pt idx="1452">
                  <c:v>-3113.48045537</c:v>
                </c:pt>
                <c:pt idx="1453">
                  <c:v>-3068.87882708</c:v>
                </c:pt>
                <c:pt idx="1454">
                  <c:v>-3068.87882708</c:v>
                </c:pt>
                <c:pt idx="1455">
                  <c:v>-3024.6484915</c:v>
                </c:pt>
                <c:pt idx="1456">
                  <c:v>-3024.6484915</c:v>
                </c:pt>
                <c:pt idx="1457">
                  <c:v>-2980.78765974</c:v>
                </c:pt>
                <c:pt idx="1458">
                  <c:v>-2980.78765974</c:v>
                </c:pt>
                <c:pt idx="1459">
                  <c:v>-2937.29458648</c:v>
                </c:pt>
                <c:pt idx="1460">
                  <c:v>-2937.29458648</c:v>
                </c:pt>
                <c:pt idx="1461">
                  <c:v>-2894.16757523</c:v>
                </c:pt>
                <c:pt idx="1462">
                  <c:v>-2894.16757523</c:v>
                </c:pt>
                <c:pt idx="1463">
                  <c:v>-2851.40487339</c:v>
                </c:pt>
                <c:pt idx="1464">
                  <c:v>-2851.4048734</c:v>
                </c:pt>
                <c:pt idx="1465">
                  <c:v>-2809.00475181</c:v>
                </c:pt>
                <c:pt idx="1466">
                  <c:v>-2809.00475181</c:v>
                </c:pt>
                <c:pt idx="1467">
                  <c:v>-2766.96550553</c:v>
                </c:pt>
                <c:pt idx="1468">
                  <c:v>-2766.96550553</c:v>
                </c:pt>
                <c:pt idx="1469">
                  <c:v>-2725.28543748</c:v>
                </c:pt>
                <c:pt idx="1470">
                  <c:v>-2725.28543748</c:v>
                </c:pt>
                <c:pt idx="1471">
                  <c:v>-2683.96285801</c:v>
                </c:pt>
                <c:pt idx="1472">
                  <c:v>-2683.96285802</c:v>
                </c:pt>
                <c:pt idx="1473">
                  <c:v>-2642.99608458</c:v>
                </c:pt>
                <c:pt idx="1474">
                  <c:v>-2642.99608458</c:v>
                </c:pt>
                <c:pt idx="1475">
                  <c:v>-2602.38345554</c:v>
                </c:pt>
                <c:pt idx="1476">
                  <c:v>-2602.38345554</c:v>
                </c:pt>
                <c:pt idx="1477">
                  <c:v>-2562.12333779</c:v>
                </c:pt>
                <c:pt idx="1478">
                  <c:v>-2562.12333779</c:v>
                </c:pt>
                <c:pt idx="1479">
                  <c:v>-2522.21403141</c:v>
                </c:pt>
                <c:pt idx="1480">
                  <c:v>-2522.21403141</c:v>
                </c:pt>
                <c:pt idx="1481">
                  <c:v>-2482.65391707</c:v>
                </c:pt>
                <c:pt idx="1482">
                  <c:v>-2482.65391707</c:v>
                </c:pt>
                <c:pt idx="1483">
                  <c:v>-2443.44137258</c:v>
                </c:pt>
                <c:pt idx="1484">
                  <c:v>-2443.44137259</c:v>
                </c:pt>
                <c:pt idx="1485">
                  <c:v>-2404.57475693</c:v>
                </c:pt>
                <c:pt idx="1486">
                  <c:v>-2404.57475692</c:v>
                </c:pt>
                <c:pt idx="1487">
                  <c:v>-2366.05245654</c:v>
                </c:pt>
                <c:pt idx="1488">
                  <c:v>-2366.05245653</c:v>
                </c:pt>
                <c:pt idx="1489">
                  <c:v>-2327.87289743</c:v>
                </c:pt>
                <c:pt idx="1490">
                  <c:v>-2327.87289743</c:v>
                </c:pt>
                <c:pt idx="1491">
                  <c:v>-2290.03446064</c:v>
                </c:pt>
                <c:pt idx="1492">
                  <c:v>-2290.03446064</c:v>
                </c:pt>
                <c:pt idx="1493">
                  <c:v>-2252.53555977</c:v>
                </c:pt>
                <c:pt idx="1494">
                  <c:v>-2252.53555977</c:v>
                </c:pt>
                <c:pt idx="1495">
                  <c:v>-2215.37461339</c:v>
                </c:pt>
                <c:pt idx="1496">
                  <c:v>-2215.37461338</c:v>
                </c:pt>
                <c:pt idx="1497">
                  <c:v>-2178.55006908</c:v>
                </c:pt>
                <c:pt idx="1498">
                  <c:v>-2178.55006907</c:v>
                </c:pt>
                <c:pt idx="1499">
                  <c:v>-2142.06035421</c:v>
                </c:pt>
                <c:pt idx="1500">
                  <c:v>-2142.0603542</c:v>
                </c:pt>
                <c:pt idx="1501">
                  <c:v>-2105.90392828</c:v>
                </c:pt>
                <c:pt idx="1502">
                  <c:v>-2105.90392828</c:v>
                </c:pt>
                <c:pt idx="1503">
                  <c:v>-2070.07922517</c:v>
                </c:pt>
                <c:pt idx="1504">
                  <c:v>-2070.07922518</c:v>
                </c:pt>
                <c:pt idx="1505">
                  <c:v>-2034.58473864</c:v>
                </c:pt>
                <c:pt idx="1506">
                  <c:v>-2034.58473864</c:v>
                </c:pt>
                <c:pt idx="1507">
                  <c:v>-1999.41893245</c:v>
                </c:pt>
                <c:pt idx="1508">
                  <c:v>-1999.41893245</c:v>
                </c:pt>
                <c:pt idx="1509">
                  <c:v>-1964.58026218</c:v>
                </c:pt>
                <c:pt idx="1510">
                  <c:v>-1964.58026218</c:v>
                </c:pt>
                <c:pt idx="1511">
                  <c:v>-1930.06725845</c:v>
                </c:pt>
                <c:pt idx="1512">
                  <c:v>-1930.06725845</c:v>
                </c:pt>
                <c:pt idx="1513">
                  <c:v>-1895.87838837</c:v>
                </c:pt>
                <c:pt idx="1514">
                  <c:v>-1895.87838836</c:v>
                </c:pt>
                <c:pt idx="1515">
                  <c:v>-1862.01218443</c:v>
                </c:pt>
                <c:pt idx="1516">
                  <c:v>-1862.01218444</c:v>
                </c:pt>
                <c:pt idx="1517">
                  <c:v>-1828.46712133</c:v>
                </c:pt>
                <c:pt idx="1518">
                  <c:v>-1828.46712133</c:v>
                </c:pt>
                <c:pt idx="1519">
                  <c:v>-1795.24174125</c:v>
                </c:pt>
                <c:pt idx="1520">
                  <c:v>-1795.24174125</c:v>
                </c:pt>
                <c:pt idx="1521">
                  <c:v>-1762.33456143</c:v>
                </c:pt>
                <c:pt idx="1522">
                  <c:v>-1762.33456143</c:v>
                </c:pt>
                <c:pt idx="1523">
                  <c:v>-1729.74410948</c:v>
                </c:pt>
                <c:pt idx="1524">
                  <c:v>-1729.74410948</c:v>
                </c:pt>
                <c:pt idx="1525">
                  <c:v>-1697.46893363</c:v>
                </c:pt>
                <c:pt idx="1526">
                  <c:v>-1697.46893363</c:v>
                </c:pt>
                <c:pt idx="1527">
                  <c:v>-1665.50757252</c:v>
                </c:pt>
                <c:pt idx="1528">
                  <c:v>-1665.50757251</c:v>
                </c:pt>
                <c:pt idx="1529">
                  <c:v>-1633.85857223</c:v>
                </c:pt>
                <c:pt idx="1530">
                  <c:v>-1633.85857224</c:v>
                </c:pt>
                <c:pt idx="1531">
                  <c:v>-1602.5204797</c:v>
                </c:pt>
                <c:pt idx="1532">
                  <c:v>-1602.5204797</c:v>
                </c:pt>
                <c:pt idx="1533">
                  <c:v>-1571.49185508</c:v>
                </c:pt>
                <c:pt idx="1534">
                  <c:v>-1571.49185508</c:v>
                </c:pt>
                <c:pt idx="1535">
                  <c:v>-1540.77125105</c:v>
                </c:pt>
                <c:pt idx="1536">
                  <c:v>-1540.77125106</c:v>
                </c:pt>
                <c:pt idx="1537">
                  <c:v>-1510.35722056</c:v>
                </c:pt>
                <c:pt idx="1538">
                  <c:v>-1510.35722056</c:v>
                </c:pt>
                <c:pt idx="1539">
                  <c:v>-1480.24830803</c:v>
                </c:pt>
                <c:pt idx="1540">
                  <c:v>-1480.24830802</c:v>
                </c:pt>
                <c:pt idx="1541">
                  <c:v>-1450.44019221</c:v>
                </c:pt>
                <c:pt idx="1542">
                  <c:v>-1450.44019221</c:v>
                </c:pt>
                <c:pt idx="1543">
                  <c:v>-1420.91919139</c:v>
                </c:pt>
                <c:pt idx="1544">
                  <c:v>-1420.91919139</c:v>
                </c:pt>
                <c:pt idx="1545">
                  <c:v>-1391.68264256</c:v>
                </c:pt>
                <c:pt idx="1546">
                  <c:v>-1391.68264256</c:v>
                </c:pt>
                <c:pt idx="1547">
                  <c:v>-1362.72931706</c:v>
                </c:pt>
                <c:pt idx="1548">
                  <c:v>-1362.72931706</c:v>
                </c:pt>
                <c:pt idx="1549">
                  <c:v>-1334.05799396</c:v>
                </c:pt>
                <c:pt idx="1550">
                  <c:v>-1334.05799396</c:v>
                </c:pt>
                <c:pt idx="1551">
                  <c:v>-1305.66745999</c:v>
                </c:pt>
                <c:pt idx="1552">
                  <c:v>-1305.66746</c:v>
                </c:pt>
                <c:pt idx="1553">
                  <c:v>-1277.55650964</c:v>
                </c:pt>
                <c:pt idx="1554">
                  <c:v>-1277.55650964</c:v>
                </c:pt>
                <c:pt idx="1555">
                  <c:v>-1249.723945</c:v>
                </c:pt>
                <c:pt idx="1556">
                  <c:v>-1249.72394499</c:v>
                </c:pt>
                <c:pt idx="1557">
                  <c:v>-1222.16857576</c:v>
                </c:pt>
                <c:pt idx="1558">
                  <c:v>-1222.16857576</c:v>
                </c:pt>
                <c:pt idx="1559">
                  <c:v>-1194.88921924</c:v>
                </c:pt>
                <c:pt idx="1560">
                  <c:v>-1194.88921924</c:v>
                </c:pt>
                <c:pt idx="1561">
                  <c:v>-1167.8847003</c:v>
                </c:pt>
                <c:pt idx="1562">
                  <c:v>-1167.8847003</c:v>
                </c:pt>
                <c:pt idx="1563">
                  <c:v>-1141.15385136</c:v>
                </c:pt>
                <c:pt idx="1564">
                  <c:v>-1141.15385136</c:v>
                </c:pt>
                <c:pt idx="1565">
                  <c:v>-1114.69551234</c:v>
                </c:pt>
                <c:pt idx="1566">
                  <c:v>-1114.69551234</c:v>
                </c:pt>
                <c:pt idx="1567">
                  <c:v>-1088.50853063</c:v>
                </c:pt>
                <c:pt idx="1568">
                  <c:v>-1088.50853063</c:v>
                </c:pt>
                <c:pt idx="1569">
                  <c:v>-1062.59176109</c:v>
                </c:pt>
                <c:pt idx="1570">
                  <c:v>-1062.59176109</c:v>
                </c:pt>
                <c:pt idx="1571">
                  <c:v>-1036.94406602</c:v>
                </c:pt>
                <c:pt idx="1572">
                  <c:v>-1036.94406602</c:v>
                </c:pt>
                <c:pt idx="1573">
                  <c:v>-1011.56431512</c:v>
                </c:pt>
                <c:pt idx="1574">
                  <c:v>-1011.56431512</c:v>
                </c:pt>
                <c:pt idx="1575">
                  <c:v>-986.45138545</c:v>
                </c:pt>
                <c:pt idx="1576">
                  <c:v>-986.45138545</c:v>
                </c:pt>
                <c:pt idx="1577">
                  <c:v>-961.60416143</c:v>
                </c:pt>
                <c:pt idx="1578">
                  <c:v>-961.60416143</c:v>
                </c:pt>
                <c:pt idx="1579">
                  <c:v>-937.02153481</c:v>
                </c:pt>
                <c:pt idx="1580">
                  <c:v>-937.02153481</c:v>
                </c:pt>
                <c:pt idx="1581">
                  <c:v>-912.7024046400001</c:v>
                </c:pt>
                <c:pt idx="1582">
                  <c:v>-912.7024046400001</c:v>
                </c:pt>
                <c:pt idx="1583">
                  <c:v>-888.64567721</c:v>
                </c:pt>
                <c:pt idx="1584">
                  <c:v>-888.64567721</c:v>
                </c:pt>
                <c:pt idx="1585">
                  <c:v>-864.8502661</c:v>
                </c:pt>
                <c:pt idx="1586">
                  <c:v>-864.8502661</c:v>
                </c:pt>
                <c:pt idx="1587">
                  <c:v>-841.31509207</c:v>
                </c:pt>
                <c:pt idx="1588">
                  <c:v>-841.31509207</c:v>
                </c:pt>
                <c:pt idx="1589">
                  <c:v>-818.03908311</c:v>
                </c:pt>
                <c:pt idx="1590">
                  <c:v>-818.03908311</c:v>
                </c:pt>
                <c:pt idx="1591">
                  <c:v>-795.02117435</c:v>
                </c:pt>
                <c:pt idx="1592">
                  <c:v>-795.02117435</c:v>
                </c:pt>
                <c:pt idx="1593">
                  <c:v>-772.26030808</c:v>
                </c:pt>
                <c:pt idx="1594">
                  <c:v>-772.26030808</c:v>
                </c:pt>
                <c:pt idx="1595">
                  <c:v>-749.75543371</c:v>
                </c:pt>
                <c:pt idx="1596">
                  <c:v>-749.75543371</c:v>
                </c:pt>
                <c:pt idx="1597">
                  <c:v>-727.50550773</c:v>
                </c:pt>
                <c:pt idx="1598">
                  <c:v>-727.50550773</c:v>
                </c:pt>
                <c:pt idx="1599">
                  <c:v>-705.50949371</c:v>
                </c:pt>
                <c:pt idx="1600">
                  <c:v>-705.50949371</c:v>
                </c:pt>
                <c:pt idx="1601">
                  <c:v>-683.76636224</c:v>
                </c:pt>
                <c:pt idx="1602">
                  <c:v>-683.76636224</c:v>
                </c:pt>
                <c:pt idx="1603">
                  <c:v>-662.27509097</c:v>
                </c:pt>
                <c:pt idx="1604">
                  <c:v>-662.27509097</c:v>
                </c:pt>
                <c:pt idx="1605">
                  <c:v>-641.03466449</c:v>
                </c:pt>
                <c:pt idx="1606">
                  <c:v>-641.03466449</c:v>
                </c:pt>
                <c:pt idx="1607">
                  <c:v>-620.04407441</c:v>
                </c:pt>
                <c:pt idx="1608">
                  <c:v>-620.04407441</c:v>
                </c:pt>
                <c:pt idx="1609">
                  <c:v>-599.30231926</c:v>
                </c:pt>
                <c:pt idx="1610">
                  <c:v>-599.30231926</c:v>
                </c:pt>
                <c:pt idx="1611">
                  <c:v>-578.80840448</c:v>
                </c:pt>
                <c:pt idx="1612">
                  <c:v>-578.80840448</c:v>
                </c:pt>
                <c:pt idx="1613">
                  <c:v>-558.56134243</c:v>
                </c:pt>
                <c:pt idx="1614">
                  <c:v>-558.56134243</c:v>
                </c:pt>
                <c:pt idx="1615">
                  <c:v>-538.5601523300001</c:v>
                </c:pt>
                <c:pt idx="1616">
                  <c:v>-538.5601523300001</c:v>
                </c:pt>
                <c:pt idx="1617">
                  <c:v>-518.80386026</c:v>
                </c:pt>
                <c:pt idx="1618">
                  <c:v>-518.80386026</c:v>
                </c:pt>
                <c:pt idx="1619">
                  <c:v>-499.2914991</c:v>
                </c:pt>
                <c:pt idx="1620">
                  <c:v>-499.2914991</c:v>
                </c:pt>
                <c:pt idx="1621">
                  <c:v>-480.02210855</c:v>
                </c:pt>
                <c:pt idx="1622">
                  <c:v>-480.02210855</c:v>
                </c:pt>
                <c:pt idx="1623">
                  <c:v>-460.9947351</c:v>
                </c:pt>
                <c:pt idx="1624">
                  <c:v>-460.9947351</c:v>
                </c:pt>
                <c:pt idx="1625">
                  <c:v>-442.20843197</c:v>
                </c:pt>
                <c:pt idx="1626">
                  <c:v>-442.20843197</c:v>
                </c:pt>
                <c:pt idx="1627">
                  <c:v>-423.66225914</c:v>
                </c:pt>
                <c:pt idx="1628">
                  <c:v>-423.66225914</c:v>
                </c:pt>
                <c:pt idx="1629">
                  <c:v>-405.35528327</c:v>
                </c:pt>
                <c:pt idx="1630">
                  <c:v>-405.35528327</c:v>
                </c:pt>
                <c:pt idx="1631">
                  <c:v>-387.28657774</c:v>
                </c:pt>
                <c:pt idx="1632">
                  <c:v>-387.28657774</c:v>
                </c:pt>
                <c:pt idx="1633">
                  <c:v>-369.45522256</c:v>
                </c:pt>
                <c:pt idx="1634">
                  <c:v>-369.45522256</c:v>
                </c:pt>
                <c:pt idx="1635">
                  <c:v>-351.8603044</c:v>
                </c:pt>
                <c:pt idx="1636">
                  <c:v>-351.8603044</c:v>
                </c:pt>
                <c:pt idx="1637">
                  <c:v>-334.50091656</c:v>
                </c:pt>
                <c:pt idx="1638">
                  <c:v>-334.50091656</c:v>
                </c:pt>
                <c:pt idx="1639">
                  <c:v>-317.37615891</c:v>
                </c:pt>
                <c:pt idx="1640">
                  <c:v>-317.37615891</c:v>
                </c:pt>
                <c:pt idx="1641">
                  <c:v>-300.48513791</c:v>
                </c:pt>
                <c:pt idx="1642">
                  <c:v>-300.48513791</c:v>
                </c:pt>
                <c:pt idx="1643">
                  <c:v>-283.82696659</c:v>
                </c:pt>
                <c:pt idx="1644">
                  <c:v>-283.82696659</c:v>
                </c:pt>
                <c:pt idx="1645">
                  <c:v>-267.40076449</c:v>
                </c:pt>
                <c:pt idx="1646">
                  <c:v>-267.40076449</c:v>
                </c:pt>
                <c:pt idx="1647">
                  <c:v>-251.20565766</c:v>
                </c:pt>
                <c:pt idx="1648">
                  <c:v>-251.20565766</c:v>
                </c:pt>
                <c:pt idx="1649">
                  <c:v>-235.24077866</c:v>
                </c:pt>
                <c:pt idx="1650">
                  <c:v>-235.24077866</c:v>
                </c:pt>
                <c:pt idx="1651">
                  <c:v>-219.50526649</c:v>
                </c:pt>
                <c:pt idx="1652">
                  <c:v>-219.50526649</c:v>
                </c:pt>
                <c:pt idx="1653">
                  <c:v>-203.99826661</c:v>
                </c:pt>
                <c:pt idx="1654">
                  <c:v>-203.99826661</c:v>
                </c:pt>
                <c:pt idx="1655">
                  <c:v>-188.71893092</c:v>
                </c:pt>
                <c:pt idx="1656">
                  <c:v>-188.71893092</c:v>
                </c:pt>
                <c:pt idx="1657">
                  <c:v>-173.66641771</c:v>
                </c:pt>
                <c:pt idx="1658">
                  <c:v>-173.66641771</c:v>
                </c:pt>
                <c:pt idx="1659">
                  <c:v>-158.83989166</c:v>
                </c:pt>
                <c:pt idx="1660">
                  <c:v>-158.83989166</c:v>
                </c:pt>
                <c:pt idx="1661">
                  <c:v>-144.2385238</c:v>
                </c:pt>
                <c:pt idx="1662">
                  <c:v>-144.2385238</c:v>
                </c:pt>
                <c:pt idx="1663">
                  <c:v>-129.86149153</c:v>
                </c:pt>
                <c:pt idx="1664">
                  <c:v>-129.86149153</c:v>
                </c:pt>
                <c:pt idx="1665">
                  <c:v>-116.63423349</c:v>
                </c:pt>
                <c:pt idx="1666">
                  <c:v>-116.63423349</c:v>
                </c:pt>
                <c:pt idx="1667">
                  <c:v>-104.66694893</c:v>
                </c:pt>
                <c:pt idx="1668">
                  <c:v>-104.66694893</c:v>
                </c:pt>
                <c:pt idx="1669">
                  <c:v>-92.88769871</c:v>
                </c:pt>
                <c:pt idx="1670">
                  <c:v>-92.88769871</c:v>
                </c:pt>
                <c:pt idx="1671">
                  <c:v>-81.29581831</c:v>
                </c:pt>
                <c:pt idx="1672">
                  <c:v>-81.29581831</c:v>
                </c:pt>
                <c:pt idx="1673">
                  <c:v>-69.89064838</c:v>
                </c:pt>
                <c:pt idx="1674">
                  <c:v>-69.89064838</c:v>
                </c:pt>
                <c:pt idx="1675">
                  <c:v>-58.67153481</c:v>
                </c:pt>
                <c:pt idx="1676">
                  <c:v>-58.67153481</c:v>
                </c:pt>
                <c:pt idx="1677">
                  <c:v>-47.63782862</c:v>
                </c:pt>
                <c:pt idx="1678">
                  <c:v>-47.63782862</c:v>
                </c:pt>
                <c:pt idx="1679">
                  <c:v>-36.78888601</c:v>
                </c:pt>
                <c:pt idx="1680">
                  <c:v>-36.78888601</c:v>
                </c:pt>
                <c:pt idx="1681">
                  <c:v>-26.12406832</c:v>
                </c:pt>
                <c:pt idx="1682">
                  <c:v>-26.12406832</c:v>
                </c:pt>
                <c:pt idx="1683">
                  <c:v>-15.642742</c:v>
                </c:pt>
                <c:pt idx="1684">
                  <c:v>-15.642742</c:v>
                </c:pt>
                <c:pt idx="1685">
                  <c:v>-5.34427864</c:v>
                </c:pt>
                <c:pt idx="1686">
                  <c:v>-5.34427864</c:v>
                </c:pt>
                <c:pt idx="1687">
                  <c:v>4.77194512</c:v>
                </c:pt>
                <c:pt idx="1688">
                  <c:v>4.77194512</c:v>
                </c:pt>
                <c:pt idx="1689">
                  <c:v>14.70654751</c:v>
                </c:pt>
                <c:pt idx="1690">
                  <c:v>14.70654751</c:v>
                </c:pt>
                <c:pt idx="1691">
                  <c:v>24.46014172</c:v>
                </c:pt>
                <c:pt idx="1692">
                  <c:v>24.46014172</c:v>
                </c:pt>
                <c:pt idx="1693">
                  <c:v>33.94223402</c:v>
                </c:pt>
                <c:pt idx="1694">
                  <c:v>33.94223402</c:v>
                </c:pt>
                <c:pt idx="1695">
                  <c:v>43.14960415</c:v>
                </c:pt>
                <c:pt idx="1696">
                  <c:v>43.14960415</c:v>
                </c:pt>
                <c:pt idx="1697">
                  <c:v>52.18088842</c:v>
                </c:pt>
                <c:pt idx="1698">
                  <c:v>52.18088842</c:v>
                </c:pt>
                <c:pt idx="1699">
                  <c:v>61.03667989</c:v>
                </c:pt>
                <c:pt idx="1700">
                  <c:v>61.03667989</c:v>
                </c:pt>
                <c:pt idx="1701">
                  <c:v>69.71756662999999</c:v>
                </c:pt>
                <c:pt idx="1702">
                  <c:v>69.71756662999999</c:v>
                </c:pt>
                <c:pt idx="1703">
                  <c:v>78.22413174</c:v>
                </c:pt>
                <c:pt idx="1704">
                  <c:v>78.22413174</c:v>
                </c:pt>
                <c:pt idx="1705">
                  <c:v>86.55695334000001</c:v>
                </c:pt>
                <c:pt idx="1706">
                  <c:v>86.55695334000001</c:v>
                </c:pt>
                <c:pt idx="1707">
                  <c:v>94.71660461</c:v>
                </c:pt>
                <c:pt idx="1708">
                  <c:v>94.71660461</c:v>
                </c:pt>
                <c:pt idx="1709">
                  <c:v>102.70365378</c:v>
                </c:pt>
                <c:pt idx="1710">
                  <c:v>102.70365378</c:v>
                </c:pt>
                <c:pt idx="1711">
                  <c:v>110.51866417</c:v>
                </c:pt>
                <c:pt idx="1712">
                  <c:v>110.51866417</c:v>
                </c:pt>
                <c:pt idx="1713">
                  <c:v>118.16219417</c:v>
                </c:pt>
                <c:pt idx="1714">
                  <c:v>118.16219417</c:v>
                </c:pt>
                <c:pt idx="1715">
                  <c:v>125.63479728</c:v>
                </c:pt>
                <c:pt idx="1716">
                  <c:v>125.63479728</c:v>
                </c:pt>
                <c:pt idx="1717">
                  <c:v>132.9370221</c:v>
                </c:pt>
                <c:pt idx="1718">
                  <c:v>132.9370221</c:v>
                </c:pt>
                <c:pt idx="1719">
                  <c:v>140.06941237</c:v>
                </c:pt>
                <c:pt idx="1720">
                  <c:v>140.06941237</c:v>
                </c:pt>
                <c:pt idx="1721">
                  <c:v>147.03250696</c:v>
                </c:pt>
                <c:pt idx="1722">
                  <c:v>147.03250696</c:v>
                </c:pt>
                <c:pt idx="1723">
                  <c:v>153.82683989</c:v>
                </c:pt>
                <c:pt idx="1724">
                  <c:v>153.82683989</c:v>
                </c:pt>
                <c:pt idx="1725">
                  <c:v>160.45294035</c:v>
                </c:pt>
                <c:pt idx="1726">
                  <c:v>160.45294035</c:v>
                </c:pt>
                <c:pt idx="1727">
                  <c:v>166.91133268</c:v>
                </c:pt>
                <c:pt idx="1728">
                  <c:v>166.91133268</c:v>
                </c:pt>
                <c:pt idx="1729">
                  <c:v>173.20253644</c:v>
                </c:pt>
                <c:pt idx="1730">
                  <c:v>173.20253644</c:v>
                </c:pt>
                <c:pt idx="1731">
                  <c:v>179.32706635</c:v>
                </c:pt>
                <c:pt idx="1732">
                  <c:v>179.32706635</c:v>
                </c:pt>
                <c:pt idx="1733">
                  <c:v>185.28543237</c:v>
                </c:pt>
                <c:pt idx="1734">
                  <c:v>185.28543237</c:v>
                </c:pt>
                <c:pt idx="1735">
                  <c:v>191.07813965</c:v>
                </c:pt>
                <c:pt idx="1736">
                  <c:v>191.07813965</c:v>
                </c:pt>
                <c:pt idx="1737">
                  <c:v>196.70568861</c:v>
                </c:pt>
                <c:pt idx="1738">
                  <c:v>196.70568861</c:v>
                </c:pt>
                <c:pt idx="1739">
                  <c:v>202.16857487</c:v>
                </c:pt>
                <c:pt idx="1740">
                  <c:v>202.16857487</c:v>
                </c:pt>
                <c:pt idx="1741">
                  <c:v>207.46728932</c:v>
                </c:pt>
                <c:pt idx="1742">
                  <c:v>207.46728932</c:v>
                </c:pt>
                <c:pt idx="1743">
                  <c:v>212.60231811</c:v>
                </c:pt>
                <c:pt idx="1744">
                  <c:v>212.60231811</c:v>
                </c:pt>
                <c:pt idx="1745">
                  <c:v>217.57414266</c:v>
                </c:pt>
                <c:pt idx="1746">
                  <c:v>217.57414266</c:v>
                </c:pt>
                <c:pt idx="1747">
                  <c:v>222.38323968</c:v>
                </c:pt>
                <c:pt idx="1748">
                  <c:v>222.38323968</c:v>
                </c:pt>
                <c:pt idx="1749">
                  <c:v>227.03008116</c:v>
                </c:pt>
                <c:pt idx="1750">
                  <c:v>227.03008116</c:v>
                </c:pt>
                <c:pt idx="1751">
                  <c:v>231.51513439</c:v>
                </c:pt>
                <c:pt idx="1752">
                  <c:v>231.51513439</c:v>
                </c:pt>
                <c:pt idx="1753">
                  <c:v>235.83886198</c:v>
                </c:pt>
                <c:pt idx="1754">
                  <c:v>235.83886198</c:v>
                </c:pt>
                <c:pt idx="1755">
                  <c:v>240.00172186</c:v>
                </c:pt>
                <c:pt idx="1756">
                  <c:v>240.00172186</c:v>
                </c:pt>
                <c:pt idx="1757">
                  <c:v>244.00416728</c:v>
                </c:pt>
                <c:pt idx="1758">
                  <c:v>244.00416728</c:v>
                </c:pt>
                <c:pt idx="1759">
                  <c:v>247.84664684</c:v>
                </c:pt>
                <c:pt idx="1760">
                  <c:v>247.84664684</c:v>
                </c:pt>
                <c:pt idx="1761">
                  <c:v>251.52960445</c:v>
                </c:pt>
                <c:pt idx="1762">
                  <c:v>251.52960446</c:v>
                </c:pt>
                <c:pt idx="1763">
                  <c:v>255.05347943</c:v>
                </c:pt>
                <c:pt idx="1764">
                  <c:v>255.05347943</c:v>
                </c:pt>
                <c:pt idx="1765">
                  <c:v>258.41870641</c:v>
                </c:pt>
                <c:pt idx="1766">
                  <c:v>258.41870641</c:v>
                </c:pt>
                <c:pt idx="1767">
                  <c:v>261.62571542</c:v>
                </c:pt>
                <c:pt idx="1768">
                  <c:v>261.62571542</c:v>
                </c:pt>
                <c:pt idx="1769">
                  <c:v>264.67493186</c:v>
                </c:pt>
                <c:pt idx="1770">
                  <c:v>264.67493186</c:v>
                </c:pt>
                <c:pt idx="1771">
                  <c:v>267.5667765</c:v>
                </c:pt>
                <c:pt idx="1772">
                  <c:v>267.5667765</c:v>
                </c:pt>
                <c:pt idx="1773">
                  <c:v>270.30166553</c:v>
                </c:pt>
                <c:pt idx="1774">
                  <c:v>270.30166553</c:v>
                </c:pt>
                <c:pt idx="1775">
                  <c:v>272.88001051</c:v>
                </c:pt>
                <c:pt idx="1776">
                  <c:v>272.88001051</c:v>
                </c:pt>
                <c:pt idx="1777">
                  <c:v>275.30221841</c:v>
                </c:pt>
                <c:pt idx="1778">
                  <c:v>275.30221841</c:v>
                </c:pt>
                <c:pt idx="1779">
                  <c:v>277.56869163</c:v>
                </c:pt>
                <c:pt idx="1780">
                  <c:v>277.56869163</c:v>
                </c:pt>
                <c:pt idx="1781">
                  <c:v>279.67982797</c:v>
                </c:pt>
                <c:pt idx="1782">
                  <c:v>279.67982797</c:v>
                </c:pt>
                <c:pt idx="1783">
                  <c:v>281.63602065</c:v>
                </c:pt>
                <c:pt idx="1784">
                  <c:v>281.63602065</c:v>
                </c:pt>
                <c:pt idx="1785">
                  <c:v>283.43765833</c:v>
                </c:pt>
                <c:pt idx="1786">
                  <c:v>283.43765833</c:v>
                </c:pt>
                <c:pt idx="1787">
                  <c:v>285.0851251</c:v>
                </c:pt>
                <c:pt idx="1788">
                  <c:v>285.0851251</c:v>
                </c:pt>
                <c:pt idx="1789">
                  <c:v>286.57880047</c:v>
                </c:pt>
                <c:pt idx="1790">
                  <c:v>286.57880047</c:v>
                </c:pt>
                <c:pt idx="1791">
                  <c:v>287.91905942</c:v>
                </c:pt>
                <c:pt idx="1792">
                  <c:v>287.91905942</c:v>
                </c:pt>
                <c:pt idx="1793">
                  <c:v>289.10627237</c:v>
                </c:pt>
                <c:pt idx="1794">
                  <c:v>289.10627237</c:v>
                </c:pt>
                <c:pt idx="1795">
                  <c:v>290.14080518</c:v>
                </c:pt>
                <c:pt idx="1796">
                  <c:v>290.14080518</c:v>
                </c:pt>
                <c:pt idx="1797">
                  <c:v>291.02301917</c:v>
                </c:pt>
                <c:pt idx="1798">
                  <c:v>291.02301917</c:v>
                </c:pt>
                <c:pt idx="1799">
                  <c:v>291.75327113</c:v>
                </c:pt>
                <c:pt idx="1800">
                  <c:v>291.75327113</c:v>
                </c:pt>
                <c:pt idx="1801">
                  <c:v>292.33191329</c:v>
                </c:pt>
                <c:pt idx="1802">
                  <c:v>292.33191329</c:v>
                </c:pt>
                <c:pt idx="1803">
                  <c:v>292.75929337</c:v>
                </c:pt>
                <c:pt idx="1804">
                  <c:v>292.75929337</c:v>
                </c:pt>
                <c:pt idx="1805">
                  <c:v>293.03575453</c:v>
                </c:pt>
                <c:pt idx="1806">
                  <c:v>293.03575453</c:v>
                </c:pt>
                <c:pt idx="1807">
                  <c:v>293.16163542</c:v>
                </c:pt>
                <c:pt idx="1808">
                  <c:v>293.16163542</c:v>
                </c:pt>
                <c:pt idx="1809">
                  <c:v>293.13727016</c:v>
                </c:pt>
                <c:pt idx="1810">
                  <c:v>293.13727016</c:v>
                </c:pt>
                <c:pt idx="1811">
                  <c:v>292.96298832</c:v>
                </c:pt>
                <c:pt idx="1812">
                  <c:v>292.96298832</c:v>
                </c:pt>
                <c:pt idx="1813">
                  <c:v>292.63911497</c:v>
                </c:pt>
                <c:pt idx="1814">
                  <c:v>292.63911497</c:v>
                </c:pt>
                <c:pt idx="1815">
                  <c:v>292.16597064</c:v>
                </c:pt>
                <c:pt idx="1816">
                  <c:v>292.16597064</c:v>
                </c:pt>
                <c:pt idx="1817">
                  <c:v>291.54387134</c:v>
                </c:pt>
                <c:pt idx="1818">
                  <c:v>291.54387134</c:v>
                </c:pt>
                <c:pt idx="1819">
                  <c:v>290.77312856</c:v>
                </c:pt>
                <c:pt idx="1820">
                  <c:v>290.77312856</c:v>
                </c:pt>
                <c:pt idx="1821">
                  <c:v>289.85404924</c:v>
                </c:pt>
                <c:pt idx="1822">
                  <c:v>289.85404924</c:v>
                </c:pt>
                <c:pt idx="1823">
                  <c:v>288.78693582</c:v>
                </c:pt>
                <c:pt idx="1824">
                  <c:v>288.78693582</c:v>
                </c:pt>
                <c:pt idx="1825">
                  <c:v>287.5720862</c:v>
                </c:pt>
                <c:pt idx="1826">
                  <c:v>287.5720862</c:v>
                </c:pt>
                <c:pt idx="1827">
                  <c:v>286.20979375</c:v>
                </c:pt>
                <c:pt idx="1828">
                  <c:v>286.20979375</c:v>
                </c:pt>
                <c:pt idx="1829">
                  <c:v>284.7003473</c:v>
                </c:pt>
                <c:pt idx="1830">
                  <c:v>284.7003473</c:v>
                </c:pt>
                <c:pt idx="1831">
                  <c:v>283.04403117</c:v>
                </c:pt>
                <c:pt idx="1832">
                  <c:v>283.04403117</c:v>
                </c:pt>
                <c:pt idx="1833">
                  <c:v>281.24112512</c:v>
                </c:pt>
                <c:pt idx="1834">
                  <c:v>281.24112512</c:v>
                </c:pt>
                <c:pt idx="1835">
                  <c:v>279.29190438</c:v>
                </c:pt>
                <c:pt idx="1836">
                  <c:v>279.29190438</c:v>
                </c:pt>
                <c:pt idx="1837">
                  <c:v>277.19663962</c:v>
                </c:pt>
                <c:pt idx="1838">
                  <c:v>277.19663962</c:v>
                </c:pt>
                <c:pt idx="1839">
                  <c:v>274.95559697</c:v>
                </c:pt>
                <c:pt idx="1840">
                  <c:v>274.95559697</c:v>
                </c:pt>
                <c:pt idx="1841">
                  <c:v>272.569038</c:v>
                </c:pt>
                <c:pt idx="1842">
                  <c:v>272.569038</c:v>
                </c:pt>
                <c:pt idx="1843">
                  <c:v>270.03721974</c:v>
                </c:pt>
                <c:pt idx="1844">
                  <c:v>270.03721974</c:v>
                </c:pt>
                <c:pt idx="1845">
                  <c:v>267.36039462</c:v>
                </c:pt>
                <c:pt idx="1846">
                  <c:v>267.36039462</c:v>
                </c:pt>
                <c:pt idx="1847">
                  <c:v>264.53881051</c:v>
                </c:pt>
                <c:pt idx="1848">
                  <c:v>264.53881051</c:v>
                </c:pt>
                <c:pt idx="1849">
                  <c:v>261.5727107</c:v>
                </c:pt>
                <c:pt idx="1850">
                  <c:v>261.5727107</c:v>
                </c:pt>
                <c:pt idx="1851">
                  <c:v>258.4623339</c:v>
                </c:pt>
                <c:pt idx="1852">
                  <c:v>258.4623339</c:v>
                </c:pt>
                <c:pt idx="1853">
                  <c:v>255.2079142</c:v>
                </c:pt>
                <c:pt idx="1854">
                  <c:v>255.2079142</c:v>
                </c:pt>
                <c:pt idx="1855">
                  <c:v>251.80968108</c:v>
                </c:pt>
                <c:pt idx="1856">
                  <c:v>251.80968108</c:v>
                </c:pt>
                <c:pt idx="1857">
                  <c:v>248.26785943</c:v>
                </c:pt>
                <c:pt idx="1858">
                  <c:v>248.26785943</c:v>
                </c:pt>
                <c:pt idx="1859">
                  <c:v>244.58266948</c:v>
                </c:pt>
                <c:pt idx="1860">
                  <c:v>244.58266948</c:v>
                </c:pt>
                <c:pt idx="1861">
                  <c:v>240.75432683</c:v>
                </c:pt>
                <c:pt idx="1862">
                  <c:v>240.75432683</c:v>
                </c:pt>
                <c:pt idx="1863">
                  <c:v>236.78304243</c:v>
                </c:pt>
                <c:pt idx="1864">
                  <c:v>236.78304243</c:v>
                </c:pt>
                <c:pt idx="1865">
                  <c:v>232.66902255</c:v>
                </c:pt>
                <c:pt idx="1866">
                  <c:v>232.66902254</c:v>
                </c:pt>
                <c:pt idx="1867">
                  <c:v>228.41246877</c:v>
                </c:pt>
                <c:pt idx="1868">
                  <c:v>228.41246877</c:v>
                </c:pt>
                <c:pt idx="1869">
                  <c:v>224.01357801</c:v>
                </c:pt>
                <c:pt idx="1870">
                  <c:v>224.01357801</c:v>
                </c:pt>
                <c:pt idx="1871">
                  <c:v>219.47254243</c:v>
                </c:pt>
                <c:pt idx="1872">
                  <c:v>219.47254243</c:v>
                </c:pt>
                <c:pt idx="1873">
                  <c:v>214.78954947</c:v>
                </c:pt>
                <c:pt idx="1874">
                  <c:v>214.78954947</c:v>
                </c:pt>
                <c:pt idx="1875">
                  <c:v>209.96478184</c:v>
                </c:pt>
                <c:pt idx="1876">
                  <c:v>209.96478184</c:v>
                </c:pt>
                <c:pt idx="1877">
                  <c:v>204.99841744</c:v>
                </c:pt>
                <c:pt idx="1878">
                  <c:v>204.99841744</c:v>
                </c:pt>
                <c:pt idx="1879">
                  <c:v>199.89062941</c:v>
                </c:pt>
                <c:pt idx="1880">
                  <c:v>199.89062941</c:v>
                </c:pt>
                <c:pt idx="1881">
                  <c:v>194.64158606</c:v>
                </c:pt>
                <c:pt idx="1882">
                  <c:v>194.64158606</c:v>
                </c:pt>
                <c:pt idx="1883">
                  <c:v>189.25145084</c:v>
                </c:pt>
                <c:pt idx="1884">
                  <c:v>189.25145084</c:v>
                </c:pt>
                <c:pt idx="1885">
                  <c:v>183.72038237</c:v>
                </c:pt>
                <c:pt idx="1886">
                  <c:v>183.72038237</c:v>
                </c:pt>
                <c:pt idx="1887">
                  <c:v>178.04853435</c:v>
                </c:pt>
                <c:pt idx="1888">
                  <c:v>178.04853435</c:v>
                </c:pt>
                <c:pt idx="1889">
                  <c:v>172.23605556</c:v>
                </c:pt>
                <c:pt idx="1890">
                  <c:v>172.23605556</c:v>
                </c:pt>
                <c:pt idx="1891">
                  <c:v>166.28308982</c:v>
                </c:pt>
                <c:pt idx="1892">
                  <c:v>166.28308982</c:v>
                </c:pt>
                <c:pt idx="1893">
                  <c:v>160.18977596</c:v>
                </c:pt>
                <c:pt idx="1894">
                  <c:v>160.18977596</c:v>
                </c:pt>
                <c:pt idx="1895">
                  <c:v>153.95624781</c:v>
                </c:pt>
                <c:pt idx="1896">
                  <c:v>153.95624781</c:v>
                </c:pt>
                <c:pt idx="1897">
                  <c:v>147.58263409</c:v>
                </c:pt>
                <c:pt idx="1898">
                  <c:v>147.58263409</c:v>
                </c:pt>
                <c:pt idx="1899">
                  <c:v>141.06905844</c:v>
                </c:pt>
                <c:pt idx="1900">
                  <c:v>141.06905844</c:v>
                </c:pt>
                <c:pt idx="1901">
                  <c:v>134.41563934</c:v>
                </c:pt>
                <c:pt idx="1902">
                  <c:v>134.41563934</c:v>
                </c:pt>
                <c:pt idx="1903">
                  <c:v>127.62249008</c:v>
                </c:pt>
                <c:pt idx="1904">
                  <c:v>127.62249008</c:v>
                </c:pt>
                <c:pt idx="1905">
                  <c:v>120.68971868</c:v>
                </c:pt>
                <c:pt idx="1906">
                  <c:v>120.68971868</c:v>
                </c:pt>
                <c:pt idx="1907">
                  <c:v>113.61742785</c:v>
                </c:pt>
                <c:pt idx="1908">
                  <c:v>113.61742785</c:v>
                </c:pt>
                <c:pt idx="1909">
                  <c:v>106.40571493</c:v>
                </c:pt>
                <c:pt idx="1910">
                  <c:v>106.40571493</c:v>
                </c:pt>
                <c:pt idx="1911">
                  <c:v>99.05467183</c:v>
                </c:pt>
                <c:pt idx="1912">
                  <c:v>99.05467183</c:v>
                </c:pt>
                <c:pt idx="1913">
                  <c:v>91.56438493</c:v>
                </c:pt>
                <c:pt idx="1914">
                  <c:v>91.56438493</c:v>
                </c:pt>
                <c:pt idx="1915">
                  <c:v>83.934935</c:v>
                </c:pt>
                <c:pt idx="1916">
                  <c:v>83.934935</c:v>
                </c:pt>
                <c:pt idx="1917">
                  <c:v>76.16639712</c:v>
                </c:pt>
                <c:pt idx="1918">
                  <c:v>76.16639712</c:v>
                </c:pt>
                <c:pt idx="1919">
                  <c:v>68.2588406</c:v>
                </c:pt>
                <c:pt idx="1920">
                  <c:v>68.2588406</c:v>
                </c:pt>
                <c:pt idx="1921">
                  <c:v>60.21232878</c:v>
                </c:pt>
                <c:pt idx="1922">
                  <c:v>60.21232878</c:v>
                </c:pt>
                <c:pt idx="1923">
                  <c:v>52.026919</c:v>
                </c:pt>
                <c:pt idx="1924">
                  <c:v>52.026919</c:v>
                </c:pt>
                <c:pt idx="1925">
                  <c:v>43.70266234</c:v>
                </c:pt>
                <c:pt idx="1926">
                  <c:v>43.70266234</c:v>
                </c:pt>
                <c:pt idx="1927">
                  <c:v>35.2396035</c:v>
                </c:pt>
                <c:pt idx="1928">
                  <c:v>35.2396035</c:v>
                </c:pt>
                <c:pt idx="1929">
                  <c:v>26.63778051</c:v>
                </c:pt>
                <c:pt idx="1930">
                  <c:v>26.63778051</c:v>
                </c:pt>
                <c:pt idx="1931">
                  <c:v>17.89722446</c:v>
                </c:pt>
                <c:pt idx="1932">
                  <c:v>17.89722446</c:v>
                </c:pt>
                <c:pt idx="1933">
                  <c:v>9.017959080000001</c:v>
                </c:pt>
                <c:pt idx="1934">
                  <c:v>9.017959080000001</c:v>
                </c:pt>
                <c:pt idx="1935">
                  <c:v>-0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Sheet1!$B$3877</c:f>
              <c:strCache>
                <c:ptCount val="1"/>
                <c:pt idx="0">
                  <c:v>恒载</c:v>
                </c:pt>
              </c:strCache>
            </c:strRef>
          </c:tx>
          <c:spPr>
            <a:ln w="21590">
              <a:solidFill>
                <a:srgbClr val="9DA9BC"/>
              </a:solidFill>
            </a:ln>
          </c:spPr>
          <c:marker>
            <c:symbol val="none"/>
          </c:marker>
          <c:xVal>
            <c:numRef>
              <c:f>Sheet1!$A$3878:$A$5813</c:f>
              <c:numCache>
                <c:formatCode>General</c:formatCode>
                <c:ptCount val="1936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1.5</c:v>
                </c:pt>
                <c:pt idx="6">
                  <c:v>1.5</c:v>
                </c:pt>
                <c:pt idx="7">
                  <c:v>2</c:v>
                </c:pt>
                <c:pt idx="8">
                  <c:v>2</c:v>
                </c:pt>
                <c:pt idx="9">
                  <c:v>2.5</c:v>
                </c:pt>
                <c:pt idx="10">
                  <c:v>2.5</c:v>
                </c:pt>
                <c:pt idx="11">
                  <c:v>3</c:v>
                </c:pt>
                <c:pt idx="12">
                  <c:v>3</c:v>
                </c:pt>
                <c:pt idx="13">
                  <c:v>3.5</c:v>
                </c:pt>
                <c:pt idx="14">
                  <c:v>3.5</c:v>
                </c:pt>
                <c:pt idx="15">
                  <c:v>4</c:v>
                </c:pt>
                <c:pt idx="16">
                  <c:v>4</c:v>
                </c:pt>
                <c:pt idx="17">
                  <c:v>4.5</c:v>
                </c:pt>
                <c:pt idx="18">
                  <c:v>4.5</c:v>
                </c:pt>
                <c:pt idx="19">
                  <c:v>5</c:v>
                </c:pt>
                <c:pt idx="20">
                  <c:v>5</c:v>
                </c:pt>
                <c:pt idx="21">
                  <c:v>5.5</c:v>
                </c:pt>
                <c:pt idx="22">
                  <c:v>5.5</c:v>
                </c:pt>
                <c:pt idx="23">
                  <c:v>6</c:v>
                </c:pt>
                <c:pt idx="24">
                  <c:v>6</c:v>
                </c:pt>
                <c:pt idx="25">
                  <c:v>6.5</c:v>
                </c:pt>
                <c:pt idx="26">
                  <c:v>6.5</c:v>
                </c:pt>
                <c:pt idx="27">
                  <c:v>7</c:v>
                </c:pt>
                <c:pt idx="28">
                  <c:v>7</c:v>
                </c:pt>
                <c:pt idx="29">
                  <c:v>7.5</c:v>
                </c:pt>
                <c:pt idx="30">
                  <c:v>7.5</c:v>
                </c:pt>
                <c:pt idx="31">
                  <c:v>8</c:v>
                </c:pt>
                <c:pt idx="32">
                  <c:v>8</c:v>
                </c:pt>
                <c:pt idx="33">
                  <c:v>8.5</c:v>
                </c:pt>
                <c:pt idx="34">
                  <c:v>8.5</c:v>
                </c:pt>
                <c:pt idx="35">
                  <c:v>9</c:v>
                </c:pt>
                <c:pt idx="36">
                  <c:v>9</c:v>
                </c:pt>
                <c:pt idx="37">
                  <c:v>9.5</c:v>
                </c:pt>
                <c:pt idx="38">
                  <c:v>9.5</c:v>
                </c:pt>
                <c:pt idx="39">
                  <c:v>10</c:v>
                </c:pt>
                <c:pt idx="40">
                  <c:v>10</c:v>
                </c:pt>
                <c:pt idx="41">
                  <c:v>10.5</c:v>
                </c:pt>
                <c:pt idx="42">
                  <c:v>10.5</c:v>
                </c:pt>
                <c:pt idx="43">
                  <c:v>11</c:v>
                </c:pt>
                <c:pt idx="44">
                  <c:v>11</c:v>
                </c:pt>
                <c:pt idx="45">
                  <c:v>11.5</c:v>
                </c:pt>
                <c:pt idx="46">
                  <c:v>11.5</c:v>
                </c:pt>
                <c:pt idx="47">
                  <c:v>12</c:v>
                </c:pt>
                <c:pt idx="48">
                  <c:v>12</c:v>
                </c:pt>
                <c:pt idx="49">
                  <c:v>12.5</c:v>
                </c:pt>
                <c:pt idx="50">
                  <c:v>12.5</c:v>
                </c:pt>
                <c:pt idx="51">
                  <c:v>13</c:v>
                </c:pt>
                <c:pt idx="52">
                  <c:v>13</c:v>
                </c:pt>
                <c:pt idx="53">
                  <c:v>13.5</c:v>
                </c:pt>
                <c:pt idx="54">
                  <c:v>13.5</c:v>
                </c:pt>
                <c:pt idx="55">
                  <c:v>14</c:v>
                </c:pt>
                <c:pt idx="56">
                  <c:v>14</c:v>
                </c:pt>
                <c:pt idx="57">
                  <c:v>14.5</c:v>
                </c:pt>
                <c:pt idx="58">
                  <c:v>14.5</c:v>
                </c:pt>
                <c:pt idx="59">
                  <c:v>15</c:v>
                </c:pt>
                <c:pt idx="60">
                  <c:v>15</c:v>
                </c:pt>
                <c:pt idx="61">
                  <c:v>15.5</c:v>
                </c:pt>
                <c:pt idx="62">
                  <c:v>15.5</c:v>
                </c:pt>
                <c:pt idx="63">
                  <c:v>16</c:v>
                </c:pt>
                <c:pt idx="64">
                  <c:v>16</c:v>
                </c:pt>
                <c:pt idx="65">
                  <c:v>16.5</c:v>
                </c:pt>
                <c:pt idx="66">
                  <c:v>16.5</c:v>
                </c:pt>
                <c:pt idx="67">
                  <c:v>17</c:v>
                </c:pt>
                <c:pt idx="68">
                  <c:v>17</c:v>
                </c:pt>
                <c:pt idx="69">
                  <c:v>17.5</c:v>
                </c:pt>
                <c:pt idx="70">
                  <c:v>17.5</c:v>
                </c:pt>
                <c:pt idx="71">
                  <c:v>18</c:v>
                </c:pt>
                <c:pt idx="72">
                  <c:v>18</c:v>
                </c:pt>
                <c:pt idx="73">
                  <c:v>18.5</c:v>
                </c:pt>
                <c:pt idx="74">
                  <c:v>18.5</c:v>
                </c:pt>
                <c:pt idx="75">
                  <c:v>19</c:v>
                </c:pt>
                <c:pt idx="76">
                  <c:v>19</c:v>
                </c:pt>
                <c:pt idx="77">
                  <c:v>19.5</c:v>
                </c:pt>
                <c:pt idx="78">
                  <c:v>19.5</c:v>
                </c:pt>
                <c:pt idx="79">
                  <c:v>20</c:v>
                </c:pt>
                <c:pt idx="80">
                  <c:v>20</c:v>
                </c:pt>
                <c:pt idx="81">
                  <c:v>20.5</c:v>
                </c:pt>
                <c:pt idx="82">
                  <c:v>20.5</c:v>
                </c:pt>
                <c:pt idx="83">
                  <c:v>21</c:v>
                </c:pt>
                <c:pt idx="84">
                  <c:v>21</c:v>
                </c:pt>
                <c:pt idx="85">
                  <c:v>21.5</c:v>
                </c:pt>
                <c:pt idx="86">
                  <c:v>21.5</c:v>
                </c:pt>
                <c:pt idx="87">
                  <c:v>22</c:v>
                </c:pt>
                <c:pt idx="88">
                  <c:v>22</c:v>
                </c:pt>
                <c:pt idx="89">
                  <c:v>22.5</c:v>
                </c:pt>
                <c:pt idx="90">
                  <c:v>22.5</c:v>
                </c:pt>
                <c:pt idx="91">
                  <c:v>23</c:v>
                </c:pt>
                <c:pt idx="92">
                  <c:v>23</c:v>
                </c:pt>
                <c:pt idx="93">
                  <c:v>23.5</c:v>
                </c:pt>
                <c:pt idx="94">
                  <c:v>23.5</c:v>
                </c:pt>
                <c:pt idx="95">
                  <c:v>24</c:v>
                </c:pt>
                <c:pt idx="96">
                  <c:v>24</c:v>
                </c:pt>
                <c:pt idx="97">
                  <c:v>24.5</c:v>
                </c:pt>
                <c:pt idx="98">
                  <c:v>24.5</c:v>
                </c:pt>
                <c:pt idx="99">
                  <c:v>25</c:v>
                </c:pt>
                <c:pt idx="100">
                  <c:v>25</c:v>
                </c:pt>
                <c:pt idx="101">
                  <c:v>25.5</c:v>
                </c:pt>
                <c:pt idx="102">
                  <c:v>25.5</c:v>
                </c:pt>
                <c:pt idx="103">
                  <c:v>26</c:v>
                </c:pt>
                <c:pt idx="104">
                  <c:v>26</c:v>
                </c:pt>
                <c:pt idx="105">
                  <c:v>26.5</c:v>
                </c:pt>
                <c:pt idx="106">
                  <c:v>26.5</c:v>
                </c:pt>
                <c:pt idx="107">
                  <c:v>27</c:v>
                </c:pt>
                <c:pt idx="108">
                  <c:v>27</c:v>
                </c:pt>
                <c:pt idx="109">
                  <c:v>27.5</c:v>
                </c:pt>
                <c:pt idx="110">
                  <c:v>27.5</c:v>
                </c:pt>
                <c:pt idx="111">
                  <c:v>28</c:v>
                </c:pt>
                <c:pt idx="112">
                  <c:v>28</c:v>
                </c:pt>
                <c:pt idx="113">
                  <c:v>28.5</c:v>
                </c:pt>
                <c:pt idx="114">
                  <c:v>28.5</c:v>
                </c:pt>
                <c:pt idx="115">
                  <c:v>29</c:v>
                </c:pt>
                <c:pt idx="116">
                  <c:v>29</c:v>
                </c:pt>
                <c:pt idx="117">
                  <c:v>29.5</c:v>
                </c:pt>
                <c:pt idx="118">
                  <c:v>29.5</c:v>
                </c:pt>
                <c:pt idx="119">
                  <c:v>30</c:v>
                </c:pt>
                <c:pt idx="120">
                  <c:v>30</c:v>
                </c:pt>
                <c:pt idx="121">
                  <c:v>30.5</c:v>
                </c:pt>
                <c:pt idx="122">
                  <c:v>30.5</c:v>
                </c:pt>
                <c:pt idx="123">
                  <c:v>31</c:v>
                </c:pt>
                <c:pt idx="124">
                  <c:v>31</c:v>
                </c:pt>
                <c:pt idx="125">
                  <c:v>31.5</c:v>
                </c:pt>
                <c:pt idx="126">
                  <c:v>31.5</c:v>
                </c:pt>
                <c:pt idx="127">
                  <c:v>32</c:v>
                </c:pt>
                <c:pt idx="128">
                  <c:v>32</c:v>
                </c:pt>
                <c:pt idx="129">
                  <c:v>32.5</c:v>
                </c:pt>
                <c:pt idx="130">
                  <c:v>32.5</c:v>
                </c:pt>
                <c:pt idx="131">
                  <c:v>33</c:v>
                </c:pt>
                <c:pt idx="132">
                  <c:v>33</c:v>
                </c:pt>
                <c:pt idx="133">
                  <c:v>33.5</c:v>
                </c:pt>
                <c:pt idx="134">
                  <c:v>33.5</c:v>
                </c:pt>
                <c:pt idx="135">
                  <c:v>34</c:v>
                </c:pt>
                <c:pt idx="136">
                  <c:v>34</c:v>
                </c:pt>
                <c:pt idx="137">
                  <c:v>34.5</c:v>
                </c:pt>
                <c:pt idx="138">
                  <c:v>34.5</c:v>
                </c:pt>
                <c:pt idx="139">
                  <c:v>35</c:v>
                </c:pt>
                <c:pt idx="140">
                  <c:v>35</c:v>
                </c:pt>
                <c:pt idx="141">
                  <c:v>35.5</c:v>
                </c:pt>
                <c:pt idx="142">
                  <c:v>35.5</c:v>
                </c:pt>
                <c:pt idx="143">
                  <c:v>36</c:v>
                </c:pt>
                <c:pt idx="144">
                  <c:v>36</c:v>
                </c:pt>
                <c:pt idx="145">
                  <c:v>36.5</c:v>
                </c:pt>
                <c:pt idx="146">
                  <c:v>36.5</c:v>
                </c:pt>
                <c:pt idx="147">
                  <c:v>37</c:v>
                </c:pt>
                <c:pt idx="148">
                  <c:v>37</c:v>
                </c:pt>
                <c:pt idx="149">
                  <c:v>37.5</c:v>
                </c:pt>
                <c:pt idx="150">
                  <c:v>37.5</c:v>
                </c:pt>
                <c:pt idx="151">
                  <c:v>38</c:v>
                </c:pt>
                <c:pt idx="152">
                  <c:v>38</c:v>
                </c:pt>
                <c:pt idx="153">
                  <c:v>38.5</c:v>
                </c:pt>
                <c:pt idx="154">
                  <c:v>38.5</c:v>
                </c:pt>
                <c:pt idx="155">
                  <c:v>39</c:v>
                </c:pt>
                <c:pt idx="156">
                  <c:v>39</c:v>
                </c:pt>
                <c:pt idx="157">
                  <c:v>39.5</c:v>
                </c:pt>
                <c:pt idx="158">
                  <c:v>39.5</c:v>
                </c:pt>
                <c:pt idx="159">
                  <c:v>40</c:v>
                </c:pt>
                <c:pt idx="160">
                  <c:v>40</c:v>
                </c:pt>
                <c:pt idx="161">
                  <c:v>40.5</c:v>
                </c:pt>
                <c:pt idx="162">
                  <c:v>40.5</c:v>
                </c:pt>
                <c:pt idx="163">
                  <c:v>41</c:v>
                </c:pt>
                <c:pt idx="164">
                  <c:v>41</c:v>
                </c:pt>
                <c:pt idx="165">
                  <c:v>41.5</c:v>
                </c:pt>
                <c:pt idx="166">
                  <c:v>41.5</c:v>
                </c:pt>
                <c:pt idx="167">
                  <c:v>42</c:v>
                </c:pt>
                <c:pt idx="168">
                  <c:v>42</c:v>
                </c:pt>
                <c:pt idx="169">
                  <c:v>42.5</c:v>
                </c:pt>
                <c:pt idx="170">
                  <c:v>42.5</c:v>
                </c:pt>
                <c:pt idx="171">
                  <c:v>43</c:v>
                </c:pt>
                <c:pt idx="172">
                  <c:v>43</c:v>
                </c:pt>
                <c:pt idx="173">
                  <c:v>43.5</c:v>
                </c:pt>
                <c:pt idx="174">
                  <c:v>43.5</c:v>
                </c:pt>
                <c:pt idx="175">
                  <c:v>44</c:v>
                </c:pt>
                <c:pt idx="176">
                  <c:v>44</c:v>
                </c:pt>
                <c:pt idx="177">
                  <c:v>44.5</c:v>
                </c:pt>
                <c:pt idx="178">
                  <c:v>44.5</c:v>
                </c:pt>
                <c:pt idx="179">
                  <c:v>45</c:v>
                </c:pt>
                <c:pt idx="180">
                  <c:v>45</c:v>
                </c:pt>
                <c:pt idx="181">
                  <c:v>45.5</c:v>
                </c:pt>
                <c:pt idx="182">
                  <c:v>45.5</c:v>
                </c:pt>
                <c:pt idx="183">
                  <c:v>46</c:v>
                </c:pt>
                <c:pt idx="184">
                  <c:v>46</c:v>
                </c:pt>
                <c:pt idx="185">
                  <c:v>46.5</c:v>
                </c:pt>
                <c:pt idx="186">
                  <c:v>46.5</c:v>
                </c:pt>
                <c:pt idx="187">
                  <c:v>47</c:v>
                </c:pt>
                <c:pt idx="188">
                  <c:v>47</c:v>
                </c:pt>
                <c:pt idx="189">
                  <c:v>47.5</c:v>
                </c:pt>
                <c:pt idx="190">
                  <c:v>47.5</c:v>
                </c:pt>
                <c:pt idx="191">
                  <c:v>48</c:v>
                </c:pt>
                <c:pt idx="192">
                  <c:v>48</c:v>
                </c:pt>
                <c:pt idx="193">
                  <c:v>48.5</c:v>
                </c:pt>
                <c:pt idx="194">
                  <c:v>48.5</c:v>
                </c:pt>
                <c:pt idx="195">
                  <c:v>49</c:v>
                </c:pt>
                <c:pt idx="196">
                  <c:v>49</c:v>
                </c:pt>
                <c:pt idx="197">
                  <c:v>49.5</c:v>
                </c:pt>
                <c:pt idx="198">
                  <c:v>49.5</c:v>
                </c:pt>
                <c:pt idx="199">
                  <c:v>50</c:v>
                </c:pt>
                <c:pt idx="200">
                  <c:v>50</c:v>
                </c:pt>
                <c:pt idx="201">
                  <c:v>50.5</c:v>
                </c:pt>
                <c:pt idx="202">
                  <c:v>50.5</c:v>
                </c:pt>
                <c:pt idx="203">
                  <c:v>51</c:v>
                </c:pt>
                <c:pt idx="204">
                  <c:v>51</c:v>
                </c:pt>
                <c:pt idx="205">
                  <c:v>51.5</c:v>
                </c:pt>
                <c:pt idx="206">
                  <c:v>51.5</c:v>
                </c:pt>
                <c:pt idx="207">
                  <c:v>52</c:v>
                </c:pt>
                <c:pt idx="208">
                  <c:v>52</c:v>
                </c:pt>
                <c:pt idx="209">
                  <c:v>52.5</c:v>
                </c:pt>
                <c:pt idx="210">
                  <c:v>52.5</c:v>
                </c:pt>
                <c:pt idx="211">
                  <c:v>53</c:v>
                </c:pt>
                <c:pt idx="212">
                  <c:v>53</c:v>
                </c:pt>
                <c:pt idx="213">
                  <c:v>53.5</c:v>
                </c:pt>
                <c:pt idx="214">
                  <c:v>53.5</c:v>
                </c:pt>
                <c:pt idx="215">
                  <c:v>54</c:v>
                </c:pt>
                <c:pt idx="216">
                  <c:v>54</c:v>
                </c:pt>
                <c:pt idx="217">
                  <c:v>54.5</c:v>
                </c:pt>
                <c:pt idx="218">
                  <c:v>54.5</c:v>
                </c:pt>
                <c:pt idx="219">
                  <c:v>55</c:v>
                </c:pt>
                <c:pt idx="220">
                  <c:v>55</c:v>
                </c:pt>
                <c:pt idx="221">
                  <c:v>55.5</c:v>
                </c:pt>
                <c:pt idx="222">
                  <c:v>55.5</c:v>
                </c:pt>
                <c:pt idx="223">
                  <c:v>56</c:v>
                </c:pt>
                <c:pt idx="224">
                  <c:v>56</c:v>
                </c:pt>
                <c:pt idx="225">
                  <c:v>56.5</c:v>
                </c:pt>
                <c:pt idx="226">
                  <c:v>56.5</c:v>
                </c:pt>
                <c:pt idx="227">
                  <c:v>57</c:v>
                </c:pt>
                <c:pt idx="228">
                  <c:v>57</c:v>
                </c:pt>
                <c:pt idx="229">
                  <c:v>57.5</c:v>
                </c:pt>
                <c:pt idx="230">
                  <c:v>57.5</c:v>
                </c:pt>
                <c:pt idx="231">
                  <c:v>58</c:v>
                </c:pt>
                <c:pt idx="232">
                  <c:v>58</c:v>
                </c:pt>
                <c:pt idx="233">
                  <c:v>58.5</c:v>
                </c:pt>
                <c:pt idx="234">
                  <c:v>58.5</c:v>
                </c:pt>
                <c:pt idx="235">
                  <c:v>59</c:v>
                </c:pt>
                <c:pt idx="236">
                  <c:v>59</c:v>
                </c:pt>
                <c:pt idx="237">
                  <c:v>59.5</c:v>
                </c:pt>
                <c:pt idx="238">
                  <c:v>59.5</c:v>
                </c:pt>
                <c:pt idx="239">
                  <c:v>60</c:v>
                </c:pt>
                <c:pt idx="240">
                  <c:v>60</c:v>
                </c:pt>
                <c:pt idx="241">
                  <c:v>60.5</c:v>
                </c:pt>
                <c:pt idx="242">
                  <c:v>60.5</c:v>
                </c:pt>
                <c:pt idx="243">
                  <c:v>61</c:v>
                </c:pt>
                <c:pt idx="244">
                  <c:v>61</c:v>
                </c:pt>
                <c:pt idx="245">
                  <c:v>61.5</c:v>
                </c:pt>
                <c:pt idx="246">
                  <c:v>61.5</c:v>
                </c:pt>
                <c:pt idx="247">
                  <c:v>62</c:v>
                </c:pt>
                <c:pt idx="248">
                  <c:v>62</c:v>
                </c:pt>
                <c:pt idx="249">
                  <c:v>62.5</c:v>
                </c:pt>
                <c:pt idx="250">
                  <c:v>62.5</c:v>
                </c:pt>
                <c:pt idx="251">
                  <c:v>63</c:v>
                </c:pt>
                <c:pt idx="252">
                  <c:v>63</c:v>
                </c:pt>
                <c:pt idx="253">
                  <c:v>63.5</c:v>
                </c:pt>
                <c:pt idx="254">
                  <c:v>63.5</c:v>
                </c:pt>
                <c:pt idx="255">
                  <c:v>64</c:v>
                </c:pt>
                <c:pt idx="256">
                  <c:v>64</c:v>
                </c:pt>
                <c:pt idx="257">
                  <c:v>64.5</c:v>
                </c:pt>
                <c:pt idx="258">
                  <c:v>64.5</c:v>
                </c:pt>
                <c:pt idx="259">
                  <c:v>65</c:v>
                </c:pt>
                <c:pt idx="260">
                  <c:v>65</c:v>
                </c:pt>
                <c:pt idx="261">
                  <c:v>65.5</c:v>
                </c:pt>
                <c:pt idx="262">
                  <c:v>65.5</c:v>
                </c:pt>
                <c:pt idx="263">
                  <c:v>66</c:v>
                </c:pt>
                <c:pt idx="264">
                  <c:v>66</c:v>
                </c:pt>
                <c:pt idx="265">
                  <c:v>66.5</c:v>
                </c:pt>
                <c:pt idx="266">
                  <c:v>66.5</c:v>
                </c:pt>
                <c:pt idx="267">
                  <c:v>67</c:v>
                </c:pt>
                <c:pt idx="268">
                  <c:v>67</c:v>
                </c:pt>
                <c:pt idx="269">
                  <c:v>67.5</c:v>
                </c:pt>
                <c:pt idx="270">
                  <c:v>67.5</c:v>
                </c:pt>
                <c:pt idx="271">
                  <c:v>68</c:v>
                </c:pt>
                <c:pt idx="272">
                  <c:v>68</c:v>
                </c:pt>
                <c:pt idx="273">
                  <c:v>68.5</c:v>
                </c:pt>
                <c:pt idx="274">
                  <c:v>68.5</c:v>
                </c:pt>
                <c:pt idx="275">
                  <c:v>69</c:v>
                </c:pt>
                <c:pt idx="276">
                  <c:v>69</c:v>
                </c:pt>
                <c:pt idx="277">
                  <c:v>69.5</c:v>
                </c:pt>
                <c:pt idx="278">
                  <c:v>69.5</c:v>
                </c:pt>
                <c:pt idx="279">
                  <c:v>70</c:v>
                </c:pt>
                <c:pt idx="280">
                  <c:v>70</c:v>
                </c:pt>
                <c:pt idx="281">
                  <c:v>70.5</c:v>
                </c:pt>
                <c:pt idx="282">
                  <c:v>70.5</c:v>
                </c:pt>
                <c:pt idx="283">
                  <c:v>71</c:v>
                </c:pt>
                <c:pt idx="284">
                  <c:v>71</c:v>
                </c:pt>
                <c:pt idx="285">
                  <c:v>71.5</c:v>
                </c:pt>
                <c:pt idx="286">
                  <c:v>71.5</c:v>
                </c:pt>
                <c:pt idx="287">
                  <c:v>72</c:v>
                </c:pt>
                <c:pt idx="288">
                  <c:v>72</c:v>
                </c:pt>
                <c:pt idx="289">
                  <c:v>72.5</c:v>
                </c:pt>
                <c:pt idx="290">
                  <c:v>72.5</c:v>
                </c:pt>
                <c:pt idx="291">
                  <c:v>73</c:v>
                </c:pt>
                <c:pt idx="292">
                  <c:v>73</c:v>
                </c:pt>
                <c:pt idx="293">
                  <c:v>73.5</c:v>
                </c:pt>
                <c:pt idx="294">
                  <c:v>73.5</c:v>
                </c:pt>
                <c:pt idx="295">
                  <c:v>74</c:v>
                </c:pt>
                <c:pt idx="296">
                  <c:v>74</c:v>
                </c:pt>
                <c:pt idx="297">
                  <c:v>74.5</c:v>
                </c:pt>
                <c:pt idx="298">
                  <c:v>74.5</c:v>
                </c:pt>
                <c:pt idx="299">
                  <c:v>75</c:v>
                </c:pt>
                <c:pt idx="300">
                  <c:v>75</c:v>
                </c:pt>
                <c:pt idx="301">
                  <c:v>75.5</c:v>
                </c:pt>
                <c:pt idx="302">
                  <c:v>75.5</c:v>
                </c:pt>
                <c:pt idx="303">
                  <c:v>76</c:v>
                </c:pt>
                <c:pt idx="304">
                  <c:v>76</c:v>
                </c:pt>
                <c:pt idx="305">
                  <c:v>76.5</c:v>
                </c:pt>
                <c:pt idx="306">
                  <c:v>76.5</c:v>
                </c:pt>
                <c:pt idx="307">
                  <c:v>77</c:v>
                </c:pt>
                <c:pt idx="308">
                  <c:v>77</c:v>
                </c:pt>
                <c:pt idx="309">
                  <c:v>77.5</c:v>
                </c:pt>
                <c:pt idx="310">
                  <c:v>77.5</c:v>
                </c:pt>
                <c:pt idx="311">
                  <c:v>78</c:v>
                </c:pt>
                <c:pt idx="312">
                  <c:v>78</c:v>
                </c:pt>
                <c:pt idx="313">
                  <c:v>78.5</c:v>
                </c:pt>
                <c:pt idx="314">
                  <c:v>78.5</c:v>
                </c:pt>
                <c:pt idx="315">
                  <c:v>79</c:v>
                </c:pt>
                <c:pt idx="316">
                  <c:v>79</c:v>
                </c:pt>
                <c:pt idx="317">
                  <c:v>79.5</c:v>
                </c:pt>
                <c:pt idx="318">
                  <c:v>79.5</c:v>
                </c:pt>
                <c:pt idx="319">
                  <c:v>80</c:v>
                </c:pt>
                <c:pt idx="320">
                  <c:v>80</c:v>
                </c:pt>
                <c:pt idx="321">
                  <c:v>80.5</c:v>
                </c:pt>
                <c:pt idx="322">
                  <c:v>80.5</c:v>
                </c:pt>
                <c:pt idx="323">
                  <c:v>81</c:v>
                </c:pt>
                <c:pt idx="324">
                  <c:v>81</c:v>
                </c:pt>
                <c:pt idx="325">
                  <c:v>81.5</c:v>
                </c:pt>
                <c:pt idx="326">
                  <c:v>81.5</c:v>
                </c:pt>
                <c:pt idx="327">
                  <c:v>82</c:v>
                </c:pt>
                <c:pt idx="328">
                  <c:v>82</c:v>
                </c:pt>
                <c:pt idx="329">
                  <c:v>82.5</c:v>
                </c:pt>
                <c:pt idx="330">
                  <c:v>82.5</c:v>
                </c:pt>
                <c:pt idx="331">
                  <c:v>83</c:v>
                </c:pt>
                <c:pt idx="332">
                  <c:v>83</c:v>
                </c:pt>
                <c:pt idx="333">
                  <c:v>83.5</c:v>
                </c:pt>
                <c:pt idx="334">
                  <c:v>83.5</c:v>
                </c:pt>
                <c:pt idx="335">
                  <c:v>84</c:v>
                </c:pt>
                <c:pt idx="336">
                  <c:v>84</c:v>
                </c:pt>
                <c:pt idx="337">
                  <c:v>84.5</c:v>
                </c:pt>
                <c:pt idx="338">
                  <c:v>84.5</c:v>
                </c:pt>
                <c:pt idx="339">
                  <c:v>85</c:v>
                </c:pt>
                <c:pt idx="340">
                  <c:v>85</c:v>
                </c:pt>
                <c:pt idx="341">
                  <c:v>85.5</c:v>
                </c:pt>
                <c:pt idx="342">
                  <c:v>85.5</c:v>
                </c:pt>
                <c:pt idx="343">
                  <c:v>86</c:v>
                </c:pt>
                <c:pt idx="344">
                  <c:v>86</c:v>
                </c:pt>
                <c:pt idx="345">
                  <c:v>86.5</c:v>
                </c:pt>
                <c:pt idx="346">
                  <c:v>86.5</c:v>
                </c:pt>
                <c:pt idx="347">
                  <c:v>87</c:v>
                </c:pt>
                <c:pt idx="348">
                  <c:v>87</c:v>
                </c:pt>
                <c:pt idx="349">
                  <c:v>87.5</c:v>
                </c:pt>
                <c:pt idx="350">
                  <c:v>87.5</c:v>
                </c:pt>
                <c:pt idx="351">
                  <c:v>88</c:v>
                </c:pt>
                <c:pt idx="352">
                  <c:v>88</c:v>
                </c:pt>
                <c:pt idx="353">
                  <c:v>88.5</c:v>
                </c:pt>
                <c:pt idx="354">
                  <c:v>88.5</c:v>
                </c:pt>
                <c:pt idx="355">
                  <c:v>89</c:v>
                </c:pt>
                <c:pt idx="356">
                  <c:v>89</c:v>
                </c:pt>
                <c:pt idx="357">
                  <c:v>89.5</c:v>
                </c:pt>
                <c:pt idx="358">
                  <c:v>89.5</c:v>
                </c:pt>
                <c:pt idx="359">
                  <c:v>90</c:v>
                </c:pt>
                <c:pt idx="360">
                  <c:v>90</c:v>
                </c:pt>
                <c:pt idx="361">
                  <c:v>90.5</c:v>
                </c:pt>
                <c:pt idx="362">
                  <c:v>90.5</c:v>
                </c:pt>
                <c:pt idx="363">
                  <c:v>91</c:v>
                </c:pt>
                <c:pt idx="364">
                  <c:v>91</c:v>
                </c:pt>
                <c:pt idx="365">
                  <c:v>91.5</c:v>
                </c:pt>
                <c:pt idx="366">
                  <c:v>91.5</c:v>
                </c:pt>
                <c:pt idx="367">
                  <c:v>92</c:v>
                </c:pt>
                <c:pt idx="368">
                  <c:v>92</c:v>
                </c:pt>
                <c:pt idx="369">
                  <c:v>92.5</c:v>
                </c:pt>
                <c:pt idx="370">
                  <c:v>92.5</c:v>
                </c:pt>
                <c:pt idx="371">
                  <c:v>93</c:v>
                </c:pt>
                <c:pt idx="372">
                  <c:v>93</c:v>
                </c:pt>
                <c:pt idx="373">
                  <c:v>93.5</c:v>
                </c:pt>
                <c:pt idx="374">
                  <c:v>93.5</c:v>
                </c:pt>
                <c:pt idx="375">
                  <c:v>94</c:v>
                </c:pt>
                <c:pt idx="376">
                  <c:v>94</c:v>
                </c:pt>
                <c:pt idx="377">
                  <c:v>94.5</c:v>
                </c:pt>
                <c:pt idx="378">
                  <c:v>94.5</c:v>
                </c:pt>
                <c:pt idx="379">
                  <c:v>95</c:v>
                </c:pt>
                <c:pt idx="380">
                  <c:v>95</c:v>
                </c:pt>
                <c:pt idx="381">
                  <c:v>95.5</c:v>
                </c:pt>
                <c:pt idx="382">
                  <c:v>95.5</c:v>
                </c:pt>
                <c:pt idx="383">
                  <c:v>96</c:v>
                </c:pt>
                <c:pt idx="384">
                  <c:v>96</c:v>
                </c:pt>
                <c:pt idx="385">
                  <c:v>96.5</c:v>
                </c:pt>
                <c:pt idx="386">
                  <c:v>96.5</c:v>
                </c:pt>
                <c:pt idx="387">
                  <c:v>97</c:v>
                </c:pt>
                <c:pt idx="388">
                  <c:v>97</c:v>
                </c:pt>
                <c:pt idx="389">
                  <c:v>97.5</c:v>
                </c:pt>
                <c:pt idx="390">
                  <c:v>97.5</c:v>
                </c:pt>
                <c:pt idx="391">
                  <c:v>98</c:v>
                </c:pt>
                <c:pt idx="392">
                  <c:v>98</c:v>
                </c:pt>
                <c:pt idx="393">
                  <c:v>98.5</c:v>
                </c:pt>
                <c:pt idx="394">
                  <c:v>98.5</c:v>
                </c:pt>
                <c:pt idx="395">
                  <c:v>99</c:v>
                </c:pt>
                <c:pt idx="396">
                  <c:v>99</c:v>
                </c:pt>
                <c:pt idx="397">
                  <c:v>99.5</c:v>
                </c:pt>
                <c:pt idx="398">
                  <c:v>99.5</c:v>
                </c:pt>
                <c:pt idx="399">
                  <c:v>100</c:v>
                </c:pt>
                <c:pt idx="400">
                  <c:v>100</c:v>
                </c:pt>
                <c:pt idx="401">
                  <c:v>100.5</c:v>
                </c:pt>
                <c:pt idx="402">
                  <c:v>100.5</c:v>
                </c:pt>
                <c:pt idx="403">
                  <c:v>101</c:v>
                </c:pt>
                <c:pt idx="404">
                  <c:v>101</c:v>
                </c:pt>
                <c:pt idx="405">
                  <c:v>101.5</c:v>
                </c:pt>
                <c:pt idx="406">
                  <c:v>101.5</c:v>
                </c:pt>
                <c:pt idx="407">
                  <c:v>102</c:v>
                </c:pt>
                <c:pt idx="408">
                  <c:v>102</c:v>
                </c:pt>
                <c:pt idx="409">
                  <c:v>102.5</c:v>
                </c:pt>
                <c:pt idx="410">
                  <c:v>102.5</c:v>
                </c:pt>
                <c:pt idx="411">
                  <c:v>103</c:v>
                </c:pt>
                <c:pt idx="412">
                  <c:v>103</c:v>
                </c:pt>
                <c:pt idx="413">
                  <c:v>103.5</c:v>
                </c:pt>
                <c:pt idx="414">
                  <c:v>103.5</c:v>
                </c:pt>
                <c:pt idx="415">
                  <c:v>104</c:v>
                </c:pt>
                <c:pt idx="416">
                  <c:v>104</c:v>
                </c:pt>
                <c:pt idx="417">
                  <c:v>104.5</c:v>
                </c:pt>
                <c:pt idx="418">
                  <c:v>104.5</c:v>
                </c:pt>
                <c:pt idx="419">
                  <c:v>105</c:v>
                </c:pt>
                <c:pt idx="420">
                  <c:v>105</c:v>
                </c:pt>
                <c:pt idx="421">
                  <c:v>105.5</c:v>
                </c:pt>
                <c:pt idx="422">
                  <c:v>105.5</c:v>
                </c:pt>
                <c:pt idx="423">
                  <c:v>106</c:v>
                </c:pt>
                <c:pt idx="424">
                  <c:v>106</c:v>
                </c:pt>
                <c:pt idx="425">
                  <c:v>106.5</c:v>
                </c:pt>
                <c:pt idx="426">
                  <c:v>106.5</c:v>
                </c:pt>
                <c:pt idx="427">
                  <c:v>107</c:v>
                </c:pt>
                <c:pt idx="428">
                  <c:v>107</c:v>
                </c:pt>
                <c:pt idx="429">
                  <c:v>107.5</c:v>
                </c:pt>
                <c:pt idx="430">
                  <c:v>107.5</c:v>
                </c:pt>
                <c:pt idx="431">
                  <c:v>108</c:v>
                </c:pt>
                <c:pt idx="432">
                  <c:v>108</c:v>
                </c:pt>
                <c:pt idx="433">
                  <c:v>108.5</c:v>
                </c:pt>
                <c:pt idx="434">
                  <c:v>108.5</c:v>
                </c:pt>
                <c:pt idx="435">
                  <c:v>109</c:v>
                </c:pt>
                <c:pt idx="436">
                  <c:v>109</c:v>
                </c:pt>
                <c:pt idx="437">
                  <c:v>109.5</c:v>
                </c:pt>
                <c:pt idx="438">
                  <c:v>109.5</c:v>
                </c:pt>
                <c:pt idx="439">
                  <c:v>110</c:v>
                </c:pt>
                <c:pt idx="440">
                  <c:v>110</c:v>
                </c:pt>
                <c:pt idx="441">
                  <c:v>110.5</c:v>
                </c:pt>
                <c:pt idx="442">
                  <c:v>110.5</c:v>
                </c:pt>
                <c:pt idx="443">
                  <c:v>111</c:v>
                </c:pt>
                <c:pt idx="444">
                  <c:v>111</c:v>
                </c:pt>
                <c:pt idx="445">
                  <c:v>111.5</c:v>
                </c:pt>
                <c:pt idx="446">
                  <c:v>111.5</c:v>
                </c:pt>
                <c:pt idx="447">
                  <c:v>112</c:v>
                </c:pt>
                <c:pt idx="448">
                  <c:v>112</c:v>
                </c:pt>
                <c:pt idx="449">
                  <c:v>112.5</c:v>
                </c:pt>
                <c:pt idx="450">
                  <c:v>112.5</c:v>
                </c:pt>
                <c:pt idx="451">
                  <c:v>113</c:v>
                </c:pt>
                <c:pt idx="452">
                  <c:v>113</c:v>
                </c:pt>
                <c:pt idx="453">
                  <c:v>113.5</c:v>
                </c:pt>
                <c:pt idx="454">
                  <c:v>113.5</c:v>
                </c:pt>
                <c:pt idx="455">
                  <c:v>114</c:v>
                </c:pt>
                <c:pt idx="456">
                  <c:v>114</c:v>
                </c:pt>
                <c:pt idx="457">
                  <c:v>114.5</c:v>
                </c:pt>
                <c:pt idx="458">
                  <c:v>114.5</c:v>
                </c:pt>
                <c:pt idx="459">
                  <c:v>115</c:v>
                </c:pt>
                <c:pt idx="460">
                  <c:v>115</c:v>
                </c:pt>
                <c:pt idx="461">
                  <c:v>115.5</c:v>
                </c:pt>
                <c:pt idx="462">
                  <c:v>115.5</c:v>
                </c:pt>
                <c:pt idx="463">
                  <c:v>116</c:v>
                </c:pt>
                <c:pt idx="464">
                  <c:v>116</c:v>
                </c:pt>
                <c:pt idx="465">
                  <c:v>116.5</c:v>
                </c:pt>
                <c:pt idx="466">
                  <c:v>116.5</c:v>
                </c:pt>
                <c:pt idx="467">
                  <c:v>117</c:v>
                </c:pt>
                <c:pt idx="468">
                  <c:v>117</c:v>
                </c:pt>
                <c:pt idx="469">
                  <c:v>117.5</c:v>
                </c:pt>
                <c:pt idx="470">
                  <c:v>117.5</c:v>
                </c:pt>
                <c:pt idx="471">
                  <c:v>118</c:v>
                </c:pt>
                <c:pt idx="472">
                  <c:v>118</c:v>
                </c:pt>
                <c:pt idx="473">
                  <c:v>118.5</c:v>
                </c:pt>
                <c:pt idx="474">
                  <c:v>118.5</c:v>
                </c:pt>
                <c:pt idx="475">
                  <c:v>119</c:v>
                </c:pt>
                <c:pt idx="476">
                  <c:v>119</c:v>
                </c:pt>
                <c:pt idx="477">
                  <c:v>119.5</c:v>
                </c:pt>
                <c:pt idx="478">
                  <c:v>119.5</c:v>
                </c:pt>
                <c:pt idx="479">
                  <c:v>120</c:v>
                </c:pt>
                <c:pt idx="480">
                  <c:v>120</c:v>
                </c:pt>
                <c:pt idx="481">
                  <c:v>120.5</c:v>
                </c:pt>
                <c:pt idx="482">
                  <c:v>120.5</c:v>
                </c:pt>
                <c:pt idx="483">
                  <c:v>121</c:v>
                </c:pt>
                <c:pt idx="484">
                  <c:v>121</c:v>
                </c:pt>
                <c:pt idx="485">
                  <c:v>121.5</c:v>
                </c:pt>
                <c:pt idx="486">
                  <c:v>121.5</c:v>
                </c:pt>
                <c:pt idx="487">
                  <c:v>122</c:v>
                </c:pt>
                <c:pt idx="488">
                  <c:v>122</c:v>
                </c:pt>
                <c:pt idx="489">
                  <c:v>122.5</c:v>
                </c:pt>
                <c:pt idx="490">
                  <c:v>122.5</c:v>
                </c:pt>
                <c:pt idx="491">
                  <c:v>123</c:v>
                </c:pt>
                <c:pt idx="492">
                  <c:v>123</c:v>
                </c:pt>
                <c:pt idx="493">
                  <c:v>123.5</c:v>
                </c:pt>
                <c:pt idx="494">
                  <c:v>123.5</c:v>
                </c:pt>
                <c:pt idx="495">
                  <c:v>124</c:v>
                </c:pt>
                <c:pt idx="496">
                  <c:v>124</c:v>
                </c:pt>
                <c:pt idx="497">
                  <c:v>124.5</c:v>
                </c:pt>
                <c:pt idx="498">
                  <c:v>124.5</c:v>
                </c:pt>
                <c:pt idx="499">
                  <c:v>125</c:v>
                </c:pt>
                <c:pt idx="500">
                  <c:v>125</c:v>
                </c:pt>
                <c:pt idx="501">
                  <c:v>125.5</c:v>
                </c:pt>
                <c:pt idx="502">
                  <c:v>125.5</c:v>
                </c:pt>
                <c:pt idx="503">
                  <c:v>126</c:v>
                </c:pt>
                <c:pt idx="504">
                  <c:v>126</c:v>
                </c:pt>
                <c:pt idx="505">
                  <c:v>126.5</c:v>
                </c:pt>
                <c:pt idx="506">
                  <c:v>126.5</c:v>
                </c:pt>
                <c:pt idx="507">
                  <c:v>127</c:v>
                </c:pt>
                <c:pt idx="508">
                  <c:v>127</c:v>
                </c:pt>
                <c:pt idx="509">
                  <c:v>127.5</c:v>
                </c:pt>
                <c:pt idx="510">
                  <c:v>127.5</c:v>
                </c:pt>
                <c:pt idx="511">
                  <c:v>128</c:v>
                </c:pt>
                <c:pt idx="512">
                  <c:v>128</c:v>
                </c:pt>
                <c:pt idx="513">
                  <c:v>128.5</c:v>
                </c:pt>
                <c:pt idx="514">
                  <c:v>128.5</c:v>
                </c:pt>
                <c:pt idx="515">
                  <c:v>129</c:v>
                </c:pt>
                <c:pt idx="516">
                  <c:v>129</c:v>
                </c:pt>
                <c:pt idx="517">
                  <c:v>129.5</c:v>
                </c:pt>
                <c:pt idx="518">
                  <c:v>129.5</c:v>
                </c:pt>
                <c:pt idx="519">
                  <c:v>130</c:v>
                </c:pt>
                <c:pt idx="520">
                  <c:v>130</c:v>
                </c:pt>
                <c:pt idx="521">
                  <c:v>130.5</c:v>
                </c:pt>
                <c:pt idx="522">
                  <c:v>130.5</c:v>
                </c:pt>
                <c:pt idx="523">
                  <c:v>131</c:v>
                </c:pt>
                <c:pt idx="524">
                  <c:v>131</c:v>
                </c:pt>
                <c:pt idx="525">
                  <c:v>131.5</c:v>
                </c:pt>
                <c:pt idx="526">
                  <c:v>131.5</c:v>
                </c:pt>
                <c:pt idx="527">
                  <c:v>132</c:v>
                </c:pt>
                <c:pt idx="528">
                  <c:v>132</c:v>
                </c:pt>
                <c:pt idx="529">
                  <c:v>132.5</c:v>
                </c:pt>
                <c:pt idx="530">
                  <c:v>132.5</c:v>
                </c:pt>
                <c:pt idx="531">
                  <c:v>133</c:v>
                </c:pt>
                <c:pt idx="532">
                  <c:v>133</c:v>
                </c:pt>
                <c:pt idx="533">
                  <c:v>133.5</c:v>
                </c:pt>
                <c:pt idx="534">
                  <c:v>133.5</c:v>
                </c:pt>
                <c:pt idx="535">
                  <c:v>134</c:v>
                </c:pt>
                <c:pt idx="536">
                  <c:v>134</c:v>
                </c:pt>
                <c:pt idx="537">
                  <c:v>134.5</c:v>
                </c:pt>
                <c:pt idx="538">
                  <c:v>134.5</c:v>
                </c:pt>
                <c:pt idx="539">
                  <c:v>135</c:v>
                </c:pt>
                <c:pt idx="540">
                  <c:v>135</c:v>
                </c:pt>
                <c:pt idx="541">
                  <c:v>135.5</c:v>
                </c:pt>
                <c:pt idx="542">
                  <c:v>135.5</c:v>
                </c:pt>
                <c:pt idx="543">
                  <c:v>136</c:v>
                </c:pt>
                <c:pt idx="544">
                  <c:v>136</c:v>
                </c:pt>
                <c:pt idx="545">
                  <c:v>136.5</c:v>
                </c:pt>
                <c:pt idx="546">
                  <c:v>136.5</c:v>
                </c:pt>
                <c:pt idx="547">
                  <c:v>137</c:v>
                </c:pt>
                <c:pt idx="548">
                  <c:v>137</c:v>
                </c:pt>
                <c:pt idx="549">
                  <c:v>137.5</c:v>
                </c:pt>
                <c:pt idx="550">
                  <c:v>137.5</c:v>
                </c:pt>
                <c:pt idx="551">
                  <c:v>138</c:v>
                </c:pt>
                <c:pt idx="552">
                  <c:v>138</c:v>
                </c:pt>
                <c:pt idx="553">
                  <c:v>138.5</c:v>
                </c:pt>
                <c:pt idx="554">
                  <c:v>138.5</c:v>
                </c:pt>
                <c:pt idx="555">
                  <c:v>139</c:v>
                </c:pt>
                <c:pt idx="556">
                  <c:v>139</c:v>
                </c:pt>
                <c:pt idx="557">
                  <c:v>139.5</c:v>
                </c:pt>
                <c:pt idx="558">
                  <c:v>139.5</c:v>
                </c:pt>
                <c:pt idx="559">
                  <c:v>140</c:v>
                </c:pt>
                <c:pt idx="560">
                  <c:v>140</c:v>
                </c:pt>
                <c:pt idx="561">
                  <c:v>140.5</c:v>
                </c:pt>
                <c:pt idx="562">
                  <c:v>140.5</c:v>
                </c:pt>
                <c:pt idx="563">
                  <c:v>141</c:v>
                </c:pt>
                <c:pt idx="564">
                  <c:v>141</c:v>
                </c:pt>
                <c:pt idx="565">
                  <c:v>141.5</c:v>
                </c:pt>
                <c:pt idx="566">
                  <c:v>141.5</c:v>
                </c:pt>
                <c:pt idx="567">
                  <c:v>142</c:v>
                </c:pt>
                <c:pt idx="568">
                  <c:v>142</c:v>
                </c:pt>
                <c:pt idx="569">
                  <c:v>142.5</c:v>
                </c:pt>
                <c:pt idx="570">
                  <c:v>142.5</c:v>
                </c:pt>
                <c:pt idx="571">
                  <c:v>143</c:v>
                </c:pt>
                <c:pt idx="572">
                  <c:v>143</c:v>
                </c:pt>
                <c:pt idx="573">
                  <c:v>143.5</c:v>
                </c:pt>
                <c:pt idx="574">
                  <c:v>143.5</c:v>
                </c:pt>
                <c:pt idx="575">
                  <c:v>144</c:v>
                </c:pt>
                <c:pt idx="576">
                  <c:v>144</c:v>
                </c:pt>
                <c:pt idx="577">
                  <c:v>144.5</c:v>
                </c:pt>
                <c:pt idx="578">
                  <c:v>144.5</c:v>
                </c:pt>
                <c:pt idx="579">
                  <c:v>145</c:v>
                </c:pt>
                <c:pt idx="580">
                  <c:v>145</c:v>
                </c:pt>
                <c:pt idx="581">
                  <c:v>145.5</c:v>
                </c:pt>
                <c:pt idx="582">
                  <c:v>145.5</c:v>
                </c:pt>
                <c:pt idx="583">
                  <c:v>146</c:v>
                </c:pt>
                <c:pt idx="584">
                  <c:v>146</c:v>
                </c:pt>
                <c:pt idx="585">
                  <c:v>146.5</c:v>
                </c:pt>
                <c:pt idx="586">
                  <c:v>146.5</c:v>
                </c:pt>
                <c:pt idx="587">
                  <c:v>147</c:v>
                </c:pt>
                <c:pt idx="588">
                  <c:v>147</c:v>
                </c:pt>
                <c:pt idx="589">
                  <c:v>147.5</c:v>
                </c:pt>
                <c:pt idx="590">
                  <c:v>147.5</c:v>
                </c:pt>
                <c:pt idx="591">
                  <c:v>148</c:v>
                </c:pt>
                <c:pt idx="592">
                  <c:v>148</c:v>
                </c:pt>
                <c:pt idx="593">
                  <c:v>148.5</c:v>
                </c:pt>
                <c:pt idx="594">
                  <c:v>148.5</c:v>
                </c:pt>
                <c:pt idx="595">
                  <c:v>149</c:v>
                </c:pt>
                <c:pt idx="596">
                  <c:v>149</c:v>
                </c:pt>
                <c:pt idx="597">
                  <c:v>149.5</c:v>
                </c:pt>
                <c:pt idx="598">
                  <c:v>149.5</c:v>
                </c:pt>
                <c:pt idx="599">
                  <c:v>150</c:v>
                </c:pt>
                <c:pt idx="600">
                  <c:v>150</c:v>
                </c:pt>
                <c:pt idx="601">
                  <c:v>150.5</c:v>
                </c:pt>
                <c:pt idx="602">
                  <c:v>150.5</c:v>
                </c:pt>
                <c:pt idx="603">
                  <c:v>151</c:v>
                </c:pt>
                <c:pt idx="604">
                  <c:v>151</c:v>
                </c:pt>
                <c:pt idx="605">
                  <c:v>151.5</c:v>
                </c:pt>
                <c:pt idx="606">
                  <c:v>151.5</c:v>
                </c:pt>
                <c:pt idx="607">
                  <c:v>152</c:v>
                </c:pt>
                <c:pt idx="608">
                  <c:v>152</c:v>
                </c:pt>
                <c:pt idx="609">
                  <c:v>152.5</c:v>
                </c:pt>
                <c:pt idx="610">
                  <c:v>152.5</c:v>
                </c:pt>
                <c:pt idx="611">
                  <c:v>153</c:v>
                </c:pt>
                <c:pt idx="612">
                  <c:v>153</c:v>
                </c:pt>
                <c:pt idx="613">
                  <c:v>153.5</c:v>
                </c:pt>
                <c:pt idx="614">
                  <c:v>153.5</c:v>
                </c:pt>
                <c:pt idx="615">
                  <c:v>154</c:v>
                </c:pt>
                <c:pt idx="616">
                  <c:v>154</c:v>
                </c:pt>
                <c:pt idx="617">
                  <c:v>154.5</c:v>
                </c:pt>
                <c:pt idx="618">
                  <c:v>154.5</c:v>
                </c:pt>
                <c:pt idx="619">
                  <c:v>155</c:v>
                </c:pt>
                <c:pt idx="620">
                  <c:v>155</c:v>
                </c:pt>
                <c:pt idx="621">
                  <c:v>155.5</c:v>
                </c:pt>
                <c:pt idx="622">
                  <c:v>155.5</c:v>
                </c:pt>
                <c:pt idx="623">
                  <c:v>156</c:v>
                </c:pt>
                <c:pt idx="624">
                  <c:v>156</c:v>
                </c:pt>
                <c:pt idx="625">
                  <c:v>156.5</c:v>
                </c:pt>
                <c:pt idx="626">
                  <c:v>156.5</c:v>
                </c:pt>
                <c:pt idx="627">
                  <c:v>157</c:v>
                </c:pt>
                <c:pt idx="628">
                  <c:v>157</c:v>
                </c:pt>
                <c:pt idx="629">
                  <c:v>157.5</c:v>
                </c:pt>
                <c:pt idx="630">
                  <c:v>157.5</c:v>
                </c:pt>
                <c:pt idx="631">
                  <c:v>158</c:v>
                </c:pt>
                <c:pt idx="632">
                  <c:v>158</c:v>
                </c:pt>
                <c:pt idx="633">
                  <c:v>158.5</c:v>
                </c:pt>
                <c:pt idx="634">
                  <c:v>158.5</c:v>
                </c:pt>
                <c:pt idx="635">
                  <c:v>159</c:v>
                </c:pt>
                <c:pt idx="636">
                  <c:v>159</c:v>
                </c:pt>
                <c:pt idx="637">
                  <c:v>159.5</c:v>
                </c:pt>
                <c:pt idx="638">
                  <c:v>159.5</c:v>
                </c:pt>
                <c:pt idx="639">
                  <c:v>160</c:v>
                </c:pt>
                <c:pt idx="640">
                  <c:v>160</c:v>
                </c:pt>
                <c:pt idx="641">
                  <c:v>160.5</c:v>
                </c:pt>
                <c:pt idx="642">
                  <c:v>160.5</c:v>
                </c:pt>
                <c:pt idx="643">
                  <c:v>161</c:v>
                </c:pt>
                <c:pt idx="644">
                  <c:v>161</c:v>
                </c:pt>
                <c:pt idx="645">
                  <c:v>161.5</c:v>
                </c:pt>
                <c:pt idx="646">
                  <c:v>161.5</c:v>
                </c:pt>
                <c:pt idx="647">
                  <c:v>162</c:v>
                </c:pt>
                <c:pt idx="648">
                  <c:v>162</c:v>
                </c:pt>
                <c:pt idx="649">
                  <c:v>162.5</c:v>
                </c:pt>
                <c:pt idx="650">
                  <c:v>162.5</c:v>
                </c:pt>
                <c:pt idx="651">
                  <c:v>163</c:v>
                </c:pt>
                <c:pt idx="652">
                  <c:v>163</c:v>
                </c:pt>
                <c:pt idx="653">
                  <c:v>163.5</c:v>
                </c:pt>
                <c:pt idx="654">
                  <c:v>163.5</c:v>
                </c:pt>
                <c:pt idx="655">
                  <c:v>164</c:v>
                </c:pt>
                <c:pt idx="656">
                  <c:v>164</c:v>
                </c:pt>
                <c:pt idx="657">
                  <c:v>164.5</c:v>
                </c:pt>
                <c:pt idx="658">
                  <c:v>164.5</c:v>
                </c:pt>
                <c:pt idx="659">
                  <c:v>165</c:v>
                </c:pt>
                <c:pt idx="660">
                  <c:v>165</c:v>
                </c:pt>
                <c:pt idx="661">
                  <c:v>165.5</c:v>
                </c:pt>
                <c:pt idx="662">
                  <c:v>165.5</c:v>
                </c:pt>
                <c:pt idx="663">
                  <c:v>166</c:v>
                </c:pt>
                <c:pt idx="664">
                  <c:v>166</c:v>
                </c:pt>
                <c:pt idx="665">
                  <c:v>166.5</c:v>
                </c:pt>
                <c:pt idx="666">
                  <c:v>166.5</c:v>
                </c:pt>
                <c:pt idx="667">
                  <c:v>167</c:v>
                </c:pt>
                <c:pt idx="668">
                  <c:v>167</c:v>
                </c:pt>
                <c:pt idx="669">
                  <c:v>167.5</c:v>
                </c:pt>
                <c:pt idx="670">
                  <c:v>167.5</c:v>
                </c:pt>
                <c:pt idx="671">
                  <c:v>168</c:v>
                </c:pt>
                <c:pt idx="672">
                  <c:v>168</c:v>
                </c:pt>
                <c:pt idx="673">
                  <c:v>168.5</c:v>
                </c:pt>
                <c:pt idx="674">
                  <c:v>168.5</c:v>
                </c:pt>
                <c:pt idx="675">
                  <c:v>169</c:v>
                </c:pt>
                <c:pt idx="676">
                  <c:v>169</c:v>
                </c:pt>
                <c:pt idx="677">
                  <c:v>169.5</c:v>
                </c:pt>
                <c:pt idx="678">
                  <c:v>169.5</c:v>
                </c:pt>
                <c:pt idx="679">
                  <c:v>170</c:v>
                </c:pt>
                <c:pt idx="680">
                  <c:v>170</c:v>
                </c:pt>
                <c:pt idx="681">
                  <c:v>170.5</c:v>
                </c:pt>
                <c:pt idx="682">
                  <c:v>170.5</c:v>
                </c:pt>
                <c:pt idx="683">
                  <c:v>171</c:v>
                </c:pt>
                <c:pt idx="684">
                  <c:v>171</c:v>
                </c:pt>
                <c:pt idx="685">
                  <c:v>171.5</c:v>
                </c:pt>
                <c:pt idx="686">
                  <c:v>171.5</c:v>
                </c:pt>
                <c:pt idx="687">
                  <c:v>172</c:v>
                </c:pt>
                <c:pt idx="688">
                  <c:v>172</c:v>
                </c:pt>
                <c:pt idx="689">
                  <c:v>172.5</c:v>
                </c:pt>
                <c:pt idx="690">
                  <c:v>172.5</c:v>
                </c:pt>
                <c:pt idx="691">
                  <c:v>173</c:v>
                </c:pt>
                <c:pt idx="692">
                  <c:v>173</c:v>
                </c:pt>
                <c:pt idx="693">
                  <c:v>173.5</c:v>
                </c:pt>
                <c:pt idx="694">
                  <c:v>173.5</c:v>
                </c:pt>
                <c:pt idx="695">
                  <c:v>174</c:v>
                </c:pt>
                <c:pt idx="696">
                  <c:v>174</c:v>
                </c:pt>
                <c:pt idx="697">
                  <c:v>174.5</c:v>
                </c:pt>
                <c:pt idx="698">
                  <c:v>174.5</c:v>
                </c:pt>
                <c:pt idx="699">
                  <c:v>175</c:v>
                </c:pt>
                <c:pt idx="700">
                  <c:v>175</c:v>
                </c:pt>
                <c:pt idx="701">
                  <c:v>175.5</c:v>
                </c:pt>
                <c:pt idx="702">
                  <c:v>175.5</c:v>
                </c:pt>
                <c:pt idx="703">
                  <c:v>176</c:v>
                </c:pt>
                <c:pt idx="704">
                  <c:v>176</c:v>
                </c:pt>
                <c:pt idx="705">
                  <c:v>176.5</c:v>
                </c:pt>
                <c:pt idx="706">
                  <c:v>176.5</c:v>
                </c:pt>
                <c:pt idx="707">
                  <c:v>177</c:v>
                </c:pt>
                <c:pt idx="708">
                  <c:v>177</c:v>
                </c:pt>
                <c:pt idx="709">
                  <c:v>177.5</c:v>
                </c:pt>
                <c:pt idx="710">
                  <c:v>177.5</c:v>
                </c:pt>
                <c:pt idx="711">
                  <c:v>178</c:v>
                </c:pt>
                <c:pt idx="712">
                  <c:v>178</c:v>
                </c:pt>
                <c:pt idx="713">
                  <c:v>178.5</c:v>
                </c:pt>
                <c:pt idx="714">
                  <c:v>178.5</c:v>
                </c:pt>
                <c:pt idx="715">
                  <c:v>179</c:v>
                </c:pt>
                <c:pt idx="716">
                  <c:v>179</c:v>
                </c:pt>
                <c:pt idx="717">
                  <c:v>179.5</c:v>
                </c:pt>
                <c:pt idx="718">
                  <c:v>179.5</c:v>
                </c:pt>
                <c:pt idx="719">
                  <c:v>180</c:v>
                </c:pt>
                <c:pt idx="720">
                  <c:v>180</c:v>
                </c:pt>
                <c:pt idx="721">
                  <c:v>180.5</c:v>
                </c:pt>
                <c:pt idx="722">
                  <c:v>180.5</c:v>
                </c:pt>
                <c:pt idx="723">
                  <c:v>181</c:v>
                </c:pt>
                <c:pt idx="724">
                  <c:v>181</c:v>
                </c:pt>
                <c:pt idx="725">
                  <c:v>181.5</c:v>
                </c:pt>
                <c:pt idx="726">
                  <c:v>181.5</c:v>
                </c:pt>
                <c:pt idx="727">
                  <c:v>182</c:v>
                </c:pt>
                <c:pt idx="728">
                  <c:v>182</c:v>
                </c:pt>
                <c:pt idx="729">
                  <c:v>182.5</c:v>
                </c:pt>
                <c:pt idx="730">
                  <c:v>182.5</c:v>
                </c:pt>
                <c:pt idx="731">
                  <c:v>183</c:v>
                </c:pt>
                <c:pt idx="732">
                  <c:v>183</c:v>
                </c:pt>
                <c:pt idx="733">
                  <c:v>183.5</c:v>
                </c:pt>
                <c:pt idx="734">
                  <c:v>183.5</c:v>
                </c:pt>
                <c:pt idx="735">
                  <c:v>184</c:v>
                </c:pt>
                <c:pt idx="736">
                  <c:v>184</c:v>
                </c:pt>
                <c:pt idx="737">
                  <c:v>184.5</c:v>
                </c:pt>
                <c:pt idx="738">
                  <c:v>184.5</c:v>
                </c:pt>
                <c:pt idx="739">
                  <c:v>185</c:v>
                </c:pt>
                <c:pt idx="740">
                  <c:v>185</c:v>
                </c:pt>
                <c:pt idx="741">
                  <c:v>185.5</c:v>
                </c:pt>
                <c:pt idx="742">
                  <c:v>185.5</c:v>
                </c:pt>
                <c:pt idx="743">
                  <c:v>186</c:v>
                </c:pt>
                <c:pt idx="744">
                  <c:v>186</c:v>
                </c:pt>
                <c:pt idx="745">
                  <c:v>186.5</c:v>
                </c:pt>
                <c:pt idx="746">
                  <c:v>186.5</c:v>
                </c:pt>
                <c:pt idx="747">
                  <c:v>187</c:v>
                </c:pt>
                <c:pt idx="748">
                  <c:v>187</c:v>
                </c:pt>
                <c:pt idx="749">
                  <c:v>187.5</c:v>
                </c:pt>
                <c:pt idx="750">
                  <c:v>187.5</c:v>
                </c:pt>
                <c:pt idx="751">
                  <c:v>188</c:v>
                </c:pt>
                <c:pt idx="752">
                  <c:v>188</c:v>
                </c:pt>
                <c:pt idx="753">
                  <c:v>188.5</c:v>
                </c:pt>
                <c:pt idx="754">
                  <c:v>188.5</c:v>
                </c:pt>
                <c:pt idx="755">
                  <c:v>189</c:v>
                </c:pt>
                <c:pt idx="756">
                  <c:v>189</c:v>
                </c:pt>
                <c:pt idx="757">
                  <c:v>189.5</c:v>
                </c:pt>
                <c:pt idx="758">
                  <c:v>189.5</c:v>
                </c:pt>
                <c:pt idx="759">
                  <c:v>190</c:v>
                </c:pt>
                <c:pt idx="760">
                  <c:v>190</c:v>
                </c:pt>
                <c:pt idx="761">
                  <c:v>190.5</c:v>
                </c:pt>
                <c:pt idx="762">
                  <c:v>190.5</c:v>
                </c:pt>
                <c:pt idx="763">
                  <c:v>191</c:v>
                </c:pt>
                <c:pt idx="764">
                  <c:v>191</c:v>
                </c:pt>
                <c:pt idx="765">
                  <c:v>191.5</c:v>
                </c:pt>
                <c:pt idx="766">
                  <c:v>191.5</c:v>
                </c:pt>
                <c:pt idx="767">
                  <c:v>192</c:v>
                </c:pt>
                <c:pt idx="768">
                  <c:v>192</c:v>
                </c:pt>
                <c:pt idx="769">
                  <c:v>192.5</c:v>
                </c:pt>
                <c:pt idx="770">
                  <c:v>192.5</c:v>
                </c:pt>
                <c:pt idx="771">
                  <c:v>193</c:v>
                </c:pt>
                <c:pt idx="772">
                  <c:v>193</c:v>
                </c:pt>
                <c:pt idx="773">
                  <c:v>193.5</c:v>
                </c:pt>
                <c:pt idx="774">
                  <c:v>193.5</c:v>
                </c:pt>
                <c:pt idx="775">
                  <c:v>194</c:v>
                </c:pt>
                <c:pt idx="776">
                  <c:v>194</c:v>
                </c:pt>
                <c:pt idx="777">
                  <c:v>194.5</c:v>
                </c:pt>
                <c:pt idx="778">
                  <c:v>194.5</c:v>
                </c:pt>
                <c:pt idx="779">
                  <c:v>195</c:v>
                </c:pt>
                <c:pt idx="780">
                  <c:v>195</c:v>
                </c:pt>
                <c:pt idx="781">
                  <c:v>195.5</c:v>
                </c:pt>
                <c:pt idx="782">
                  <c:v>195.5</c:v>
                </c:pt>
                <c:pt idx="783">
                  <c:v>196</c:v>
                </c:pt>
                <c:pt idx="784">
                  <c:v>196</c:v>
                </c:pt>
                <c:pt idx="785">
                  <c:v>196.5</c:v>
                </c:pt>
                <c:pt idx="786">
                  <c:v>196.5</c:v>
                </c:pt>
                <c:pt idx="787">
                  <c:v>197</c:v>
                </c:pt>
                <c:pt idx="788">
                  <c:v>197</c:v>
                </c:pt>
                <c:pt idx="789">
                  <c:v>197.5</c:v>
                </c:pt>
                <c:pt idx="790">
                  <c:v>197.5</c:v>
                </c:pt>
                <c:pt idx="791">
                  <c:v>198</c:v>
                </c:pt>
                <c:pt idx="792">
                  <c:v>198</c:v>
                </c:pt>
                <c:pt idx="793">
                  <c:v>198.5</c:v>
                </c:pt>
                <c:pt idx="794">
                  <c:v>198.5</c:v>
                </c:pt>
                <c:pt idx="795">
                  <c:v>199</c:v>
                </c:pt>
                <c:pt idx="796">
                  <c:v>199</c:v>
                </c:pt>
                <c:pt idx="797">
                  <c:v>199.5</c:v>
                </c:pt>
                <c:pt idx="798">
                  <c:v>199.5</c:v>
                </c:pt>
                <c:pt idx="799">
                  <c:v>200</c:v>
                </c:pt>
                <c:pt idx="800">
                  <c:v>200</c:v>
                </c:pt>
                <c:pt idx="801">
                  <c:v>200.5</c:v>
                </c:pt>
                <c:pt idx="802">
                  <c:v>200.5</c:v>
                </c:pt>
                <c:pt idx="803">
                  <c:v>201</c:v>
                </c:pt>
                <c:pt idx="804">
                  <c:v>201</c:v>
                </c:pt>
                <c:pt idx="805">
                  <c:v>201.5</c:v>
                </c:pt>
                <c:pt idx="806">
                  <c:v>201.5</c:v>
                </c:pt>
                <c:pt idx="807">
                  <c:v>202</c:v>
                </c:pt>
                <c:pt idx="808">
                  <c:v>202</c:v>
                </c:pt>
                <c:pt idx="809">
                  <c:v>202.5</c:v>
                </c:pt>
                <c:pt idx="810">
                  <c:v>202.5</c:v>
                </c:pt>
                <c:pt idx="811">
                  <c:v>203</c:v>
                </c:pt>
                <c:pt idx="812">
                  <c:v>203</c:v>
                </c:pt>
                <c:pt idx="813">
                  <c:v>203.5</c:v>
                </c:pt>
                <c:pt idx="814">
                  <c:v>203.5</c:v>
                </c:pt>
                <c:pt idx="815">
                  <c:v>204</c:v>
                </c:pt>
                <c:pt idx="816">
                  <c:v>204</c:v>
                </c:pt>
                <c:pt idx="817">
                  <c:v>204.5</c:v>
                </c:pt>
                <c:pt idx="818">
                  <c:v>204.5</c:v>
                </c:pt>
                <c:pt idx="819">
                  <c:v>205</c:v>
                </c:pt>
                <c:pt idx="820">
                  <c:v>205</c:v>
                </c:pt>
                <c:pt idx="821">
                  <c:v>205.5</c:v>
                </c:pt>
                <c:pt idx="822">
                  <c:v>205.5</c:v>
                </c:pt>
                <c:pt idx="823">
                  <c:v>206</c:v>
                </c:pt>
                <c:pt idx="824">
                  <c:v>206</c:v>
                </c:pt>
                <c:pt idx="825">
                  <c:v>206.5</c:v>
                </c:pt>
                <c:pt idx="826">
                  <c:v>206.5</c:v>
                </c:pt>
                <c:pt idx="827">
                  <c:v>207</c:v>
                </c:pt>
                <c:pt idx="828">
                  <c:v>207</c:v>
                </c:pt>
                <c:pt idx="829">
                  <c:v>207.5</c:v>
                </c:pt>
                <c:pt idx="830">
                  <c:v>207.5</c:v>
                </c:pt>
                <c:pt idx="831">
                  <c:v>208</c:v>
                </c:pt>
                <c:pt idx="832">
                  <c:v>208</c:v>
                </c:pt>
                <c:pt idx="833">
                  <c:v>208.5</c:v>
                </c:pt>
                <c:pt idx="834">
                  <c:v>208.5</c:v>
                </c:pt>
                <c:pt idx="835">
                  <c:v>209</c:v>
                </c:pt>
                <c:pt idx="836">
                  <c:v>209</c:v>
                </c:pt>
                <c:pt idx="837">
                  <c:v>209.5</c:v>
                </c:pt>
                <c:pt idx="838">
                  <c:v>209.5</c:v>
                </c:pt>
                <c:pt idx="839">
                  <c:v>210</c:v>
                </c:pt>
                <c:pt idx="840">
                  <c:v>210</c:v>
                </c:pt>
                <c:pt idx="841">
                  <c:v>210.5</c:v>
                </c:pt>
                <c:pt idx="842">
                  <c:v>210.5</c:v>
                </c:pt>
                <c:pt idx="843">
                  <c:v>211</c:v>
                </c:pt>
                <c:pt idx="844">
                  <c:v>211</c:v>
                </c:pt>
                <c:pt idx="845">
                  <c:v>211.5</c:v>
                </c:pt>
                <c:pt idx="846">
                  <c:v>211.5</c:v>
                </c:pt>
                <c:pt idx="847">
                  <c:v>212</c:v>
                </c:pt>
                <c:pt idx="848">
                  <c:v>212</c:v>
                </c:pt>
                <c:pt idx="849">
                  <c:v>212.5</c:v>
                </c:pt>
                <c:pt idx="850">
                  <c:v>212.5</c:v>
                </c:pt>
                <c:pt idx="851">
                  <c:v>213</c:v>
                </c:pt>
                <c:pt idx="852">
                  <c:v>213</c:v>
                </c:pt>
                <c:pt idx="853">
                  <c:v>213.5</c:v>
                </c:pt>
                <c:pt idx="854">
                  <c:v>213.5</c:v>
                </c:pt>
                <c:pt idx="855">
                  <c:v>214</c:v>
                </c:pt>
                <c:pt idx="856">
                  <c:v>214</c:v>
                </c:pt>
                <c:pt idx="857">
                  <c:v>214.5</c:v>
                </c:pt>
                <c:pt idx="858">
                  <c:v>214.5</c:v>
                </c:pt>
                <c:pt idx="859">
                  <c:v>215</c:v>
                </c:pt>
                <c:pt idx="860">
                  <c:v>215</c:v>
                </c:pt>
                <c:pt idx="861">
                  <c:v>215.5</c:v>
                </c:pt>
                <c:pt idx="862">
                  <c:v>215.5</c:v>
                </c:pt>
                <c:pt idx="863">
                  <c:v>216</c:v>
                </c:pt>
                <c:pt idx="864">
                  <c:v>216</c:v>
                </c:pt>
                <c:pt idx="865">
                  <c:v>216.5</c:v>
                </c:pt>
                <c:pt idx="866">
                  <c:v>216.5</c:v>
                </c:pt>
                <c:pt idx="867">
                  <c:v>217</c:v>
                </c:pt>
                <c:pt idx="868">
                  <c:v>217</c:v>
                </c:pt>
                <c:pt idx="869">
                  <c:v>217.5</c:v>
                </c:pt>
                <c:pt idx="870">
                  <c:v>217.5</c:v>
                </c:pt>
                <c:pt idx="871">
                  <c:v>218</c:v>
                </c:pt>
                <c:pt idx="872">
                  <c:v>218</c:v>
                </c:pt>
                <c:pt idx="873">
                  <c:v>218.5</c:v>
                </c:pt>
                <c:pt idx="874">
                  <c:v>218.5</c:v>
                </c:pt>
                <c:pt idx="875">
                  <c:v>219</c:v>
                </c:pt>
                <c:pt idx="876">
                  <c:v>219</c:v>
                </c:pt>
                <c:pt idx="877">
                  <c:v>219.5</c:v>
                </c:pt>
                <c:pt idx="878">
                  <c:v>219.5</c:v>
                </c:pt>
                <c:pt idx="879">
                  <c:v>220</c:v>
                </c:pt>
                <c:pt idx="880">
                  <c:v>220</c:v>
                </c:pt>
                <c:pt idx="881">
                  <c:v>220.5</c:v>
                </c:pt>
                <c:pt idx="882">
                  <c:v>220.5</c:v>
                </c:pt>
                <c:pt idx="883">
                  <c:v>221</c:v>
                </c:pt>
                <c:pt idx="884">
                  <c:v>221</c:v>
                </c:pt>
                <c:pt idx="885">
                  <c:v>221.5</c:v>
                </c:pt>
                <c:pt idx="886">
                  <c:v>221.5</c:v>
                </c:pt>
                <c:pt idx="887">
                  <c:v>222</c:v>
                </c:pt>
                <c:pt idx="888">
                  <c:v>222</c:v>
                </c:pt>
                <c:pt idx="889">
                  <c:v>222.5</c:v>
                </c:pt>
                <c:pt idx="890">
                  <c:v>222.5</c:v>
                </c:pt>
                <c:pt idx="891">
                  <c:v>223</c:v>
                </c:pt>
                <c:pt idx="892">
                  <c:v>223</c:v>
                </c:pt>
                <c:pt idx="893">
                  <c:v>223.5</c:v>
                </c:pt>
                <c:pt idx="894">
                  <c:v>223.5</c:v>
                </c:pt>
                <c:pt idx="895">
                  <c:v>224</c:v>
                </c:pt>
                <c:pt idx="896">
                  <c:v>224</c:v>
                </c:pt>
                <c:pt idx="897">
                  <c:v>224.5</c:v>
                </c:pt>
                <c:pt idx="898">
                  <c:v>224.5</c:v>
                </c:pt>
                <c:pt idx="899">
                  <c:v>225</c:v>
                </c:pt>
                <c:pt idx="900">
                  <c:v>225</c:v>
                </c:pt>
                <c:pt idx="901">
                  <c:v>225.5</c:v>
                </c:pt>
                <c:pt idx="902">
                  <c:v>225.5</c:v>
                </c:pt>
                <c:pt idx="903">
                  <c:v>226</c:v>
                </c:pt>
                <c:pt idx="904">
                  <c:v>226</c:v>
                </c:pt>
                <c:pt idx="905">
                  <c:v>226.5</c:v>
                </c:pt>
                <c:pt idx="906">
                  <c:v>226.5</c:v>
                </c:pt>
                <c:pt idx="907">
                  <c:v>227</c:v>
                </c:pt>
                <c:pt idx="908">
                  <c:v>227</c:v>
                </c:pt>
                <c:pt idx="909">
                  <c:v>227.5</c:v>
                </c:pt>
                <c:pt idx="910">
                  <c:v>227.5</c:v>
                </c:pt>
                <c:pt idx="911">
                  <c:v>228</c:v>
                </c:pt>
                <c:pt idx="912">
                  <c:v>228</c:v>
                </c:pt>
                <c:pt idx="913">
                  <c:v>228.5</c:v>
                </c:pt>
                <c:pt idx="914">
                  <c:v>228.5</c:v>
                </c:pt>
                <c:pt idx="915">
                  <c:v>229</c:v>
                </c:pt>
                <c:pt idx="916">
                  <c:v>229</c:v>
                </c:pt>
                <c:pt idx="917">
                  <c:v>229.5</c:v>
                </c:pt>
                <c:pt idx="918">
                  <c:v>229.5</c:v>
                </c:pt>
                <c:pt idx="919">
                  <c:v>230</c:v>
                </c:pt>
                <c:pt idx="920">
                  <c:v>230</c:v>
                </c:pt>
                <c:pt idx="921">
                  <c:v>230.5</c:v>
                </c:pt>
                <c:pt idx="922">
                  <c:v>230.5</c:v>
                </c:pt>
                <c:pt idx="923">
                  <c:v>231</c:v>
                </c:pt>
                <c:pt idx="924">
                  <c:v>231</c:v>
                </c:pt>
                <c:pt idx="925">
                  <c:v>231.5</c:v>
                </c:pt>
                <c:pt idx="926">
                  <c:v>231.5</c:v>
                </c:pt>
                <c:pt idx="927">
                  <c:v>232</c:v>
                </c:pt>
                <c:pt idx="928">
                  <c:v>232</c:v>
                </c:pt>
                <c:pt idx="929">
                  <c:v>232.5</c:v>
                </c:pt>
                <c:pt idx="930">
                  <c:v>232.5</c:v>
                </c:pt>
                <c:pt idx="931">
                  <c:v>233</c:v>
                </c:pt>
                <c:pt idx="932">
                  <c:v>233</c:v>
                </c:pt>
                <c:pt idx="933">
                  <c:v>233.5</c:v>
                </c:pt>
                <c:pt idx="934">
                  <c:v>233.5</c:v>
                </c:pt>
                <c:pt idx="935">
                  <c:v>234</c:v>
                </c:pt>
                <c:pt idx="936">
                  <c:v>234</c:v>
                </c:pt>
                <c:pt idx="937">
                  <c:v>234.5</c:v>
                </c:pt>
                <c:pt idx="938">
                  <c:v>234.5</c:v>
                </c:pt>
                <c:pt idx="939">
                  <c:v>235</c:v>
                </c:pt>
                <c:pt idx="940">
                  <c:v>235</c:v>
                </c:pt>
                <c:pt idx="941">
                  <c:v>235.5</c:v>
                </c:pt>
                <c:pt idx="942">
                  <c:v>235.5</c:v>
                </c:pt>
                <c:pt idx="943">
                  <c:v>236</c:v>
                </c:pt>
                <c:pt idx="944">
                  <c:v>236</c:v>
                </c:pt>
                <c:pt idx="945">
                  <c:v>236.5</c:v>
                </c:pt>
                <c:pt idx="946">
                  <c:v>236.5</c:v>
                </c:pt>
                <c:pt idx="947">
                  <c:v>237</c:v>
                </c:pt>
                <c:pt idx="948">
                  <c:v>237</c:v>
                </c:pt>
                <c:pt idx="949">
                  <c:v>237.5</c:v>
                </c:pt>
                <c:pt idx="950">
                  <c:v>237.5</c:v>
                </c:pt>
                <c:pt idx="951">
                  <c:v>238</c:v>
                </c:pt>
                <c:pt idx="952">
                  <c:v>238</c:v>
                </c:pt>
                <c:pt idx="953">
                  <c:v>238.5</c:v>
                </c:pt>
                <c:pt idx="954">
                  <c:v>238.5</c:v>
                </c:pt>
                <c:pt idx="955">
                  <c:v>239</c:v>
                </c:pt>
                <c:pt idx="956">
                  <c:v>239</c:v>
                </c:pt>
                <c:pt idx="957">
                  <c:v>239.5</c:v>
                </c:pt>
                <c:pt idx="958">
                  <c:v>239.5</c:v>
                </c:pt>
                <c:pt idx="959">
                  <c:v>240</c:v>
                </c:pt>
                <c:pt idx="960">
                  <c:v>240</c:v>
                </c:pt>
                <c:pt idx="961">
                  <c:v>240.5</c:v>
                </c:pt>
                <c:pt idx="962">
                  <c:v>240.5</c:v>
                </c:pt>
                <c:pt idx="963">
                  <c:v>241</c:v>
                </c:pt>
                <c:pt idx="964">
                  <c:v>241</c:v>
                </c:pt>
                <c:pt idx="965">
                  <c:v>241.5</c:v>
                </c:pt>
                <c:pt idx="966">
                  <c:v>241.5</c:v>
                </c:pt>
                <c:pt idx="967">
                  <c:v>242</c:v>
                </c:pt>
                <c:pt idx="968">
                  <c:v>242</c:v>
                </c:pt>
                <c:pt idx="969">
                  <c:v>242.5</c:v>
                </c:pt>
                <c:pt idx="970">
                  <c:v>242.5</c:v>
                </c:pt>
                <c:pt idx="971">
                  <c:v>243</c:v>
                </c:pt>
                <c:pt idx="972">
                  <c:v>243</c:v>
                </c:pt>
                <c:pt idx="973">
                  <c:v>243.5</c:v>
                </c:pt>
                <c:pt idx="974">
                  <c:v>243.5</c:v>
                </c:pt>
                <c:pt idx="975">
                  <c:v>244</c:v>
                </c:pt>
                <c:pt idx="976">
                  <c:v>244</c:v>
                </c:pt>
                <c:pt idx="977">
                  <c:v>244.5</c:v>
                </c:pt>
                <c:pt idx="978">
                  <c:v>244.5</c:v>
                </c:pt>
                <c:pt idx="979">
                  <c:v>245</c:v>
                </c:pt>
                <c:pt idx="980">
                  <c:v>245</c:v>
                </c:pt>
                <c:pt idx="981">
                  <c:v>245.5</c:v>
                </c:pt>
                <c:pt idx="982">
                  <c:v>245.5</c:v>
                </c:pt>
                <c:pt idx="983">
                  <c:v>246</c:v>
                </c:pt>
                <c:pt idx="984">
                  <c:v>246</c:v>
                </c:pt>
                <c:pt idx="985">
                  <c:v>246.5</c:v>
                </c:pt>
                <c:pt idx="986">
                  <c:v>246.5</c:v>
                </c:pt>
                <c:pt idx="987">
                  <c:v>247</c:v>
                </c:pt>
                <c:pt idx="988">
                  <c:v>247</c:v>
                </c:pt>
                <c:pt idx="989">
                  <c:v>247.5</c:v>
                </c:pt>
                <c:pt idx="990">
                  <c:v>247.5</c:v>
                </c:pt>
                <c:pt idx="991">
                  <c:v>248</c:v>
                </c:pt>
                <c:pt idx="992">
                  <c:v>248</c:v>
                </c:pt>
                <c:pt idx="993">
                  <c:v>248.5</c:v>
                </c:pt>
                <c:pt idx="994">
                  <c:v>248.5</c:v>
                </c:pt>
                <c:pt idx="995">
                  <c:v>249</c:v>
                </c:pt>
                <c:pt idx="996">
                  <c:v>249</c:v>
                </c:pt>
                <c:pt idx="997">
                  <c:v>249.5</c:v>
                </c:pt>
                <c:pt idx="998">
                  <c:v>249.5</c:v>
                </c:pt>
                <c:pt idx="999">
                  <c:v>250</c:v>
                </c:pt>
                <c:pt idx="1000">
                  <c:v>250</c:v>
                </c:pt>
                <c:pt idx="1001">
                  <c:v>250.5</c:v>
                </c:pt>
                <c:pt idx="1002">
                  <c:v>250.5</c:v>
                </c:pt>
                <c:pt idx="1003">
                  <c:v>251</c:v>
                </c:pt>
                <c:pt idx="1004">
                  <c:v>251</c:v>
                </c:pt>
                <c:pt idx="1005">
                  <c:v>251.5</c:v>
                </c:pt>
                <c:pt idx="1006">
                  <c:v>251.5</c:v>
                </c:pt>
                <c:pt idx="1007">
                  <c:v>252</c:v>
                </c:pt>
                <c:pt idx="1008">
                  <c:v>252</c:v>
                </c:pt>
                <c:pt idx="1009">
                  <c:v>252.5</c:v>
                </c:pt>
                <c:pt idx="1010">
                  <c:v>252.5</c:v>
                </c:pt>
                <c:pt idx="1011">
                  <c:v>253</c:v>
                </c:pt>
                <c:pt idx="1012">
                  <c:v>253</c:v>
                </c:pt>
                <c:pt idx="1013">
                  <c:v>253.5</c:v>
                </c:pt>
                <c:pt idx="1014">
                  <c:v>253.5</c:v>
                </c:pt>
                <c:pt idx="1015">
                  <c:v>254</c:v>
                </c:pt>
                <c:pt idx="1016">
                  <c:v>254</c:v>
                </c:pt>
                <c:pt idx="1017">
                  <c:v>254.5</c:v>
                </c:pt>
                <c:pt idx="1018">
                  <c:v>254.5</c:v>
                </c:pt>
                <c:pt idx="1019">
                  <c:v>255</c:v>
                </c:pt>
                <c:pt idx="1020">
                  <c:v>255</c:v>
                </c:pt>
                <c:pt idx="1021">
                  <c:v>255.5</c:v>
                </c:pt>
                <c:pt idx="1022">
                  <c:v>255.5</c:v>
                </c:pt>
                <c:pt idx="1023">
                  <c:v>256</c:v>
                </c:pt>
                <c:pt idx="1024">
                  <c:v>256</c:v>
                </c:pt>
                <c:pt idx="1025">
                  <c:v>256.5</c:v>
                </c:pt>
                <c:pt idx="1026">
                  <c:v>256.5</c:v>
                </c:pt>
                <c:pt idx="1027">
                  <c:v>257</c:v>
                </c:pt>
                <c:pt idx="1028">
                  <c:v>257</c:v>
                </c:pt>
                <c:pt idx="1029">
                  <c:v>257.5</c:v>
                </c:pt>
                <c:pt idx="1030">
                  <c:v>257.5</c:v>
                </c:pt>
                <c:pt idx="1031">
                  <c:v>258</c:v>
                </c:pt>
                <c:pt idx="1032">
                  <c:v>258</c:v>
                </c:pt>
                <c:pt idx="1033">
                  <c:v>258.5</c:v>
                </c:pt>
                <c:pt idx="1034">
                  <c:v>258.5</c:v>
                </c:pt>
                <c:pt idx="1035">
                  <c:v>259</c:v>
                </c:pt>
                <c:pt idx="1036">
                  <c:v>259</c:v>
                </c:pt>
                <c:pt idx="1037">
                  <c:v>259.5</c:v>
                </c:pt>
                <c:pt idx="1038">
                  <c:v>259.5</c:v>
                </c:pt>
                <c:pt idx="1039">
                  <c:v>260</c:v>
                </c:pt>
                <c:pt idx="1040">
                  <c:v>260</c:v>
                </c:pt>
                <c:pt idx="1041">
                  <c:v>260.5</c:v>
                </c:pt>
                <c:pt idx="1042">
                  <c:v>260.5</c:v>
                </c:pt>
                <c:pt idx="1043">
                  <c:v>261</c:v>
                </c:pt>
                <c:pt idx="1044">
                  <c:v>261</c:v>
                </c:pt>
                <c:pt idx="1045">
                  <c:v>261.5</c:v>
                </c:pt>
                <c:pt idx="1046">
                  <c:v>261.5</c:v>
                </c:pt>
                <c:pt idx="1047">
                  <c:v>262</c:v>
                </c:pt>
                <c:pt idx="1048">
                  <c:v>262</c:v>
                </c:pt>
                <c:pt idx="1049">
                  <c:v>262.5</c:v>
                </c:pt>
                <c:pt idx="1050">
                  <c:v>262.5</c:v>
                </c:pt>
                <c:pt idx="1051">
                  <c:v>263</c:v>
                </c:pt>
                <c:pt idx="1052">
                  <c:v>263</c:v>
                </c:pt>
                <c:pt idx="1053">
                  <c:v>263.5</c:v>
                </c:pt>
                <c:pt idx="1054">
                  <c:v>263.5</c:v>
                </c:pt>
                <c:pt idx="1055">
                  <c:v>264</c:v>
                </c:pt>
                <c:pt idx="1056">
                  <c:v>264</c:v>
                </c:pt>
                <c:pt idx="1057">
                  <c:v>264.5</c:v>
                </c:pt>
                <c:pt idx="1058">
                  <c:v>264.5</c:v>
                </c:pt>
                <c:pt idx="1059">
                  <c:v>265</c:v>
                </c:pt>
                <c:pt idx="1060">
                  <c:v>265</c:v>
                </c:pt>
                <c:pt idx="1061">
                  <c:v>265.5</c:v>
                </c:pt>
                <c:pt idx="1062">
                  <c:v>265.5</c:v>
                </c:pt>
                <c:pt idx="1063">
                  <c:v>266</c:v>
                </c:pt>
                <c:pt idx="1064">
                  <c:v>266</c:v>
                </c:pt>
                <c:pt idx="1065">
                  <c:v>266.5</c:v>
                </c:pt>
                <c:pt idx="1066">
                  <c:v>266.5</c:v>
                </c:pt>
                <c:pt idx="1067">
                  <c:v>267</c:v>
                </c:pt>
                <c:pt idx="1068">
                  <c:v>267</c:v>
                </c:pt>
                <c:pt idx="1069">
                  <c:v>267.5</c:v>
                </c:pt>
                <c:pt idx="1070">
                  <c:v>267.5</c:v>
                </c:pt>
                <c:pt idx="1071">
                  <c:v>268</c:v>
                </c:pt>
                <c:pt idx="1072">
                  <c:v>268</c:v>
                </c:pt>
                <c:pt idx="1073">
                  <c:v>268.5</c:v>
                </c:pt>
                <c:pt idx="1074">
                  <c:v>268.5</c:v>
                </c:pt>
                <c:pt idx="1075">
                  <c:v>269</c:v>
                </c:pt>
                <c:pt idx="1076">
                  <c:v>269</c:v>
                </c:pt>
                <c:pt idx="1077">
                  <c:v>269.5</c:v>
                </c:pt>
                <c:pt idx="1078">
                  <c:v>269.5</c:v>
                </c:pt>
                <c:pt idx="1079">
                  <c:v>270</c:v>
                </c:pt>
                <c:pt idx="1080">
                  <c:v>270</c:v>
                </c:pt>
                <c:pt idx="1081">
                  <c:v>270.5</c:v>
                </c:pt>
                <c:pt idx="1082">
                  <c:v>270.5</c:v>
                </c:pt>
                <c:pt idx="1083">
                  <c:v>271</c:v>
                </c:pt>
                <c:pt idx="1084">
                  <c:v>271</c:v>
                </c:pt>
                <c:pt idx="1085">
                  <c:v>271.5</c:v>
                </c:pt>
                <c:pt idx="1086">
                  <c:v>271.5</c:v>
                </c:pt>
                <c:pt idx="1087">
                  <c:v>272</c:v>
                </c:pt>
                <c:pt idx="1088">
                  <c:v>272</c:v>
                </c:pt>
                <c:pt idx="1089">
                  <c:v>272.5</c:v>
                </c:pt>
                <c:pt idx="1090">
                  <c:v>272.5</c:v>
                </c:pt>
                <c:pt idx="1091">
                  <c:v>273</c:v>
                </c:pt>
                <c:pt idx="1092">
                  <c:v>273</c:v>
                </c:pt>
                <c:pt idx="1093">
                  <c:v>273.5</c:v>
                </c:pt>
                <c:pt idx="1094">
                  <c:v>273.5</c:v>
                </c:pt>
                <c:pt idx="1095">
                  <c:v>274</c:v>
                </c:pt>
                <c:pt idx="1096">
                  <c:v>274</c:v>
                </c:pt>
                <c:pt idx="1097">
                  <c:v>274.5</c:v>
                </c:pt>
                <c:pt idx="1098">
                  <c:v>274.5</c:v>
                </c:pt>
                <c:pt idx="1099">
                  <c:v>275</c:v>
                </c:pt>
                <c:pt idx="1100">
                  <c:v>275</c:v>
                </c:pt>
                <c:pt idx="1101">
                  <c:v>275.5</c:v>
                </c:pt>
                <c:pt idx="1102">
                  <c:v>275.5</c:v>
                </c:pt>
                <c:pt idx="1103">
                  <c:v>276</c:v>
                </c:pt>
                <c:pt idx="1104">
                  <c:v>276</c:v>
                </c:pt>
                <c:pt idx="1105">
                  <c:v>276.5</c:v>
                </c:pt>
                <c:pt idx="1106">
                  <c:v>276.5</c:v>
                </c:pt>
                <c:pt idx="1107">
                  <c:v>277</c:v>
                </c:pt>
                <c:pt idx="1108">
                  <c:v>277</c:v>
                </c:pt>
                <c:pt idx="1109">
                  <c:v>277.5</c:v>
                </c:pt>
                <c:pt idx="1110">
                  <c:v>277.5</c:v>
                </c:pt>
                <c:pt idx="1111">
                  <c:v>278</c:v>
                </c:pt>
                <c:pt idx="1112">
                  <c:v>278</c:v>
                </c:pt>
                <c:pt idx="1113">
                  <c:v>278.5</c:v>
                </c:pt>
                <c:pt idx="1114">
                  <c:v>278.5</c:v>
                </c:pt>
                <c:pt idx="1115">
                  <c:v>279</c:v>
                </c:pt>
                <c:pt idx="1116">
                  <c:v>279</c:v>
                </c:pt>
                <c:pt idx="1117">
                  <c:v>279.5</c:v>
                </c:pt>
                <c:pt idx="1118">
                  <c:v>279.5</c:v>
                </c:pt>
                <c:pt idx="1119">
                  <c:v>280</c:v>
                </c:pt>
                <c:pt idx="1120">
                  <c:v>280</c:v>
                </c:pt>
                <c:pt idx="1121">
                  <c:v>280.5</c:v>
                </c:pt>
                <c:pt idx="1122">
                  <c:v>280.5</c:v>
                </c:pt>
                <c:pt idx="1123">
                  <c:v>281</c:v>
                </c:pt>
                <c:pt idx="1124">
                  <c:v>281</c:v>
                </c:pt>
                <c:pt idx="1125">
                  <c:v>281.5</c:v>
                </c:pt>
                <c:pt idx="1126">
                  <c:v>281.5</c:v>
                </c:pt>
                <c:pt idx="1127">
                  <c:v>282</c:v>
                </c:pt>
                <c:pt idx="1128">
                  <c:v>282</c:v>
                </c:pt>
                <c:pt idx="1129">
                  <c:v>282.5</c:v>
                </c:pt>
                <c:pt idx="1130">
                  <c:v>282.5</c:v>
                </c:pt>
                <c:pt idx="1131">
                  <c:v>283</c:v>
                </c:pt>
                <c:pt idx="1132">
                  <c:v>283</c:v>
                </c:pt>
                <c:pt idx="1133">
                  <c:v>283.5</c:v>
                </c:pt>
                <c:pt idx="1134">
                  <c:v>283.5</c:v>
                </c:pt>
                <c:pt idx="1135">
                  <c:v>284</c:v>
                </c:pt>
                <c:pt idx="1136">
                  <c:v>284</c:v>
                </c:pt>
                <c:pt idx="1137">
                  <c:v>284.5</c:v>
                </c:pt>
                <c:pt idx="1138">
                  <c:v>284.5</c:v>
                </c:pt>
                <c:pt idx="1139">
                  <c:v>285</c:v>
                </c:pt>
                <c:pt idx="1140">
                  <c:v>285</c:v>
                </c:pt>
                <c:pt idx="1141">
                  <c:v>285.5</c:v>
                </c:pt>
                <c:pt idx="1142">
                  <c:v>285.5</c:v>
                </c:pt>
                <c:pt idx="1143">
                  <c:v>286</c:v>
                </c:pt>
                <c:pt idx="1144">
                  <c:v>286</c:v>
                </c:pt>
                <c:pt idx="1145">
                  <c:v>286.5</c:v>
                </c:pt>
                <c:pt idx="1146">
                  <c:v>286.5</c:v>
                </c:pt>
                <c:pt idx="1147">
                  <c:v>287</c:v>
                </c:pt>
                <c:pt idx="1148">
                  <c:v>287</c:v>
                </c:pt>
                <c:pt idx="1149">
                  <c:v>287.5</c:v>
                </c:pt>
                <c:pt idx="1150">
                  <c:v>287.5</c:v>
                </c:pt>
                <c:pt idx="1151">
                  <c:v>288</c:v>
                </c:pt>
                <c:pt idx="1152">
                  <c:v>288</c:v>
                </c:pt>
                <c:pt idx="1153">
                  <c:v>288.5</c:v>
                </c:pt>
                <c:pt idx="1154">
                  <c:v>288.5</c:v>
                </c:pt>
                <c:pt idx="1155">
                  <c:v>289</c:v>
                </c:pt>
                <c:pt idx="1156">
                  <c:v>289</c:v>
                </c:pt>
                <c:pt idx="1157">
                  <c:v>289.5</c:v>
                </c:pt>
                <c:pt idx="1158">
                  <c:v>289.5</c:v>
                </c:pt>
                <c:pt idx="1159">
                  <c:v>290</c:v>
                </c:pt>
                <c:pt idx="1160">
                  <c:v>290</c:v>
                </c:pt>
                <c:pt idx="1161">
                  <c:v>290.5</c:v>
                </c:pt>
                <c:pt idx="1162">
                  <c:v>290.5</c:v>
                </c:pt>
                <c:pt idx="1163">
                  <c:v>291</c:v>
                </c:pt>
                <c:pt idx="1164">
                  <c:v>291</c:v>
                </c:pt>
                <c:pt idx="1165">
                  <c:v>291.5</c:v>
                </c:pt>
                <c:pt idx="1166">
                  <c:v>291.5</c:v>
                </c:pt>
                <c:pt idx="1167">
                  <c:v>292</c:v>
                </c:pt>
                <c:pt idx="1168">
                  <c:v>292</c:v>
                </c:pt>
                <c:pt idx="1169">
                  <c:v>292.5</c:v>
                </c:pt>
                <c:pt idx="1170">
                  <c:v>292.5</c:v>
                </c:pt>
                <c:pt idx="1171">
                  <c:v>293</c:v>
                </c:pt>
                <c:pt idx="1172">
                  <c:v>293</c:v>
                </c:pt>
                <c:pt idx="1173">
                  <c:v>293.5</c:v>
                </c:pt>
                <c:pt idx="1174">
                  <c:v>293.5</c:v>
                </c:pt>
                <c:pt idx="1175">
                  <c:v>294</c:v>
                </c:pt>
                <c:pt idx="1176">
                  <c:v>294</c:v>
                </c:pt>
                <c:pt idx="1177">
                  <c:v>294.5</c:v>
                </c:pt>
                <c:pt idx="1178">
                  <c:v>294.5</c:v>
                </c:pt>
                <c:pt idx="1179">
                  <c:v>295</c:v>
                </c:pt>
                <c:pt idx="1180">
                  <c:v>295</c:v>
                </c:pt>
                <c:pt idx="1181">
                  <c:v>295.5</c:v>
                </c:pt>
                <c:pt idx="1182">
                  <c:v>295.5</c:v>
                </c:pt>
                <c:pt idx="1183">
                  <c:v>296</c:v>
                </c:pt>
                <c:pt idx="1184">
                  <c:v>296</c:v>
                </c:pt>
                <c:pt idx="1185">
                  <c:v>296.5</c:v>
                </c:pt>
                <c:pt idx="1186">
                  <c:v>296.5</c:v>
                </c:pt>
                <c:pt idx="1187">
                  <c:v>297</c:v>
                </c:pt>
                <c:pt idx="1188">
                  <c:v>297</c:v>
                </c:pt>
                <c:pt idx="1189">
                  <c:v>297.5</c:v>
                </c:pt>
                <c:pt idx="1190">
                  <c:v>297.5</c:v>
                </c:pt>
                <c:pt idx="1191">
                  <c:v>298</c:v>
                </c:pt>
                <c:pt idx="1192">
                  <c:v>298</c:v>
                </c:pt>
                <c:pt idx="1193">
                  <c:v>298.5</c:v>
                </c:pt>
                <c:pt idx="1194">
                  <c:v>298.5</c:v>
                </c:pt>
                <c:pt idx="1195">
                  <c:v>299</c:v>
                </c:pt>
                <c:pt idx="1196">
                  <c:v>299</c:v>
                </c:pt>
                <c:pt idx="1197">
                  <c:v>299.5</c:v>
                </c:pt>
                <c:pt idx="1198">
                  <c:v>299.5</c:v>
                </c:pt>
                <c:pt idx="1199">
                  <c:v>300</c:v>
                </c:pt>
                <c:pt idx="1200">
                  <c:v>300</c:v>
                </c:pt>
                <c:pt idx="1201">
                  <c:v>300.5</c:v>
                </c:pt>
                <c:pt idx="1202">
                  <c:v>300.5</c:v>
                </c:pt>
                <c:pt idx="1203">
                  <c:v>301</c:v>
                </c:pt>
                <c:pt idx="1204">
                  <c:v>301</c:v>
                </c:pt>
                <c:pt idx="1205">
                  <c:v>301.5</c:v>
                </c:pt>
                <c:pt idx="1206">
                  <c:v>301.5</c:v>
                </c:pt>
                <c:pt idx="1207">
                  <c:v>302</c:v>
                </c:pt>
                <c:pt idx="1208">
                  <c:v>302</c:v>
                </c:pt>
                <c:pt idx="1209">
                  <c:v>302.5</c:v>
                </c:pt>
                <c:pt idx="1210">
                  <c:v>302.5</c:v>
                </c:pt>
                <c:pt idx="1211">
                  <c:v>303</c:v>
                </c:pt>
                <c:pt idx="1212">
                  <c:v>303</c:v>
                </c:pt>
                <c:pt idx="1213">
                  <c:v>303.5</c:v>
                </c:pt>
                <c:pt idx="1214">
                  <c:v>303.5</c:v>
                </c:pt>
                <c:pt idx="1215">
                  <c:v>304</c:v>
                </c:pt>
                <c:pt idx="1216">
                  <c:v>304</c:v>
                </c:pt>
                <c:pt idx="1217">
                  <c:v>304.5</c:v>
                </c:pt>
                <c:pt idx="1218">
                  <c:v>304.5</c:v>
                </c:pt>
                <c:pt idx="1219">
                  <c:v>305</c:v>
                </c:pt>
                <c:pt idx="1220">
                  <c:v>305</c:v>
                </c:pt>
                <c:pt idx="1221">
                  <c:v>305.5</c:v>
                </c:pt>
                <c:pt idx="1222">
                  <c:v>305.5</c:v>
                </c:pt>
                <c:pt idx="1223">
                  <c:v>306</c:v>
                </c:pt>
                <c:pt idx="1224">
                  <c:v>306</c:v>
                </c:pt>
                <c:pt idx="1225">
                  <c:v>306.5</c:v>
                </c:pt>
                <c:pt idx="1226">
                  <c:v>306.5</c:v>
                </c:pt>
                <c:pt idx="1227">
                  <c:v>307</c:v>
                </c:pt>
                <c:pt idx="1228">
                  <c:v>307</c:v>
                </c:pt>
                <c:pt idx="1229">
                  <c:v>307.5</c:v>
                </c:pt>
                <c:pt idx="1230">
                  <c:v>307.5</c:v>
                </c:pt>
                <c:pt idx="1231">
                  <c:v>308</c:v>
                </c:pt>
                <c:pt idx="1232">
                  <c:v>308</c:v>
                </c:pt>
                <c:pt idx="1233">
                  <c:v>308.5</c:v>
                </c:pt>
                <c:pt idx="1234">
                  <c:v>308.5</c:v>
                </c:pt>
                <c:pt idx="1235">
                  <c:v>309</c:v>
                </c:pt>
                <c:pt idx="1236">
                  <c:v>309</c:v>
                </c:pt>
                <c:pt idx="1237">
                  <c:v>309.5</c:v>
                </c:pt>
                <c:pt idx="1238">
                  <c:v>309.5</c:v>
                </c:pt>
                <c:pt idx="1239">
                  <c:v>310</c:v>
                </c:pt>
                <c:pt idx="1240">
                  <c:v>310</c:v>
                </c:pt>
                <c:pt idx="1241">
                  <c:v>310.5</c:v>
                </c:pt>
                <c:pt idx="1242">
                  <c:v>310.5</c:v>
                </c:pt>
                <c:pt idx="1243">
                  <c:v>311</c:v>
                </c:pt>
                <c:pt idx="1244">
                  <c:v>311</c:v>
                </c:pt>
                <c:pt idx="1245">
                  <c:v>311.5</c:v>
                </c:pt>
                <c:pt idx="1246">
                  <c:v>311.5</c:v>
                </c:pt>
                <c:pt idx="1247">
                  <c:v>312</c:v>
                </c:pt>
                <c:pt idx="1248">
                  <c:v>312</c:v>
                </c:pt>
                <c:pt idx="1249">
                  <c:v>312.5</c:v>
                </c:pt>
                <c:pt idx="1250">
                  <c:v>312.5</c:v>
                </c:pt>
                <c:pt idx="1251">
                  <c:v>313</c:v>
                </c:pt>
                <c:pt idx="1252">
                  <c:v>313</c:v>
                </c:pt>
                <c:pt idx="1253">
                  <c:v>313.5</c:v>
                </c:pt>
                <c:pt idx="1254">
                  <c:v>313.5</c:v>
                </c:pt>
                <c:pt idx="1255">
                  <c:v>314</c:v>
                </c:pt>
                <c:pt idx="1256">
                  <c:v>314</c:v>
                </c:pt>
                <c:pt idx="1257">
                  <c:v>314.5</c:v>
                </c:pt>
                <c:pt idx="1258">
                  <c:v>314.5</c:v>
                </c:pt>
                <c:pt idx="1259">
                  <c:v>315</c:v>
                </c:pt>
                <c:pt idx="1260">
                  <c:v>315</c:v>
                </c:pt>
                <c:pt idx="1261">
                  <c:v>315.5</c:v>
                </c:pt>
                <c:pt idx="1262">
                  <c:v>315.5</c:v>
                </c:pt>
                <c:pt idx="1263">
                  <c:v>316</c:v>
                </c:pt>
                <c:pt idx="1264">
                  <c:v>316</c:v>
                </c:pt>
                <c:pt idx="1265">
                  <c:v>316.5</c:v>
                </c:pt>
                <c:pt idx="1266">
                  <c:v>316.5</c:v>
                </c:pt>
                <c:pt idx="1267">
                  <c:v>317</c:v>
                </c:pt>
                <c:pt idx="1268">
                  <c:v>317</c:v>
                </c:pt>
                <c:pt idx="1269">
                  <c:v>317.5</c:v>
                </c:pt>
                <c:pt idx="1270">
                  <c:v>317.5</c:v>
                </c:pt>
                <c:pt idx="1271">
                  <c:v>318</c:v>
                </c:pt>
                <c:pt idx="1272">
                  <c:v>318</c:v>
                </c:pt>
                <c:pt idx="1273">
                  <c:v>318.5</c:v>
                </c:pt>
                <c:pt idx="1274">
                  <c:v>318.5</c:v>
                </c:pt>
                <c:pt idx="1275">
                  <c:v>319</c:v>
                </c:pt>
                <c:pt idx="1276">
                  <c:v>319</c:v>
                </c:pt>
                <c:pt idx="1277">
                  <c:v>319.5</c:v>
                </c:pt>
                <c:pt idx="1278">
                  <c:v>319.5</c:v>
                </c:pt>
                <c:pt idx="1279">
                  <c:v>320</c:v>
                </c:pt>
                <c:pt idx="1280">
                  <c:v>320</c:v>
                </c:pt>
                <c:pt idx="1281">
                  <c:v>320.5</c:v>
                </c:pt>
                <c:pt idx="1282">
                  <c:v>320.5</c:v>
                </c:pt>
                <c:pt idx="1283">
                  <c:v>321</c:v>
                </c:pt>
                <c:pt idx="1284">
                  <c:v>321</c:v>
                </c:pt>
                <c:pt idx="1285">
                  <c:v>321.5</c:v>
                </c:pt>
                <c:pt idx="1286">
                  <c:v>321.5</c:v>
                </c:pt>
                <c:pt idx="1287">
                  <c:v>322</c:v>
                </c:pt>
                <c:pt idx="1288">
                  <c:v>322</c:v>
                </c:pt>
                <c:pt idx="1289">
                  <c:v>322.5</c:v>
                </c:pt>
                <c:pt idx="1290">
                  <c:v>322.5</c:v>
                </c:pt>
                <c:pt idx="1291">
                  <c:v>323</c:v>
                </c:pt>
                <c:pt idx="1292">
                  <c:v>323</c:v>
                </c:pt>
                <c:pt idx="1293">
                  <c:v>323.5</c:v>
                </c:pt>
                <c:pt idx="1294">
                  <c:v>323.5</c:v>
                </c:pt>
                <c:pt idx="1295">
                  <c:v>324</c:v>
                </c:pt>
                <c:pt idx="1296">
                  <c:v>324</c:v>
                </c:pt>
                <c:pt idx="1297">
                  <c:v>324.5</c:v>
                </c:pt>
                <c:pt idx="1298">
                  <c:v>324.5</c:v>
                </c:pt>
                <c:pt idx="1299">
                  <c:v>325</c:v>
                </c:pt>
                <c:pt idx="1300">
                  <c:v>325</c:v>
                </c:pt>
                <c:pt idx="1301">
                  <c:v>325.5</c:v>
                </c:pt>
                <c:pt idx="1302">
                  <c:v>325.5</c:v>
                </c:pt>
                <c:pt idx="1303">
                  <c:v>326</c:v>
                </c:pt>
                <c:pt idx="1304">
                  <c:v>326</c:v>
                </c:pt>
                <c:pt idx="1305">
                  <c:v>326.5</c:v>
                </c:pt>
                <c:pt idx="1306">
                  <c:v>326.5</c:v>
                </c:pt>
                <c:pt idx="1307">
                  <c:v>327</c:v>
                </c:pt>
                <c:pt idx="1308">
                  <c:v>327</c:v>
                </c:pt>
                <c:pt idx="1309">
                  <c:v>327.5</c:v>
                </c:pt>
                <c:pt idx="1310">
                  <c:v>327.5</c:v>
                </c:pt>
                <c:pt idx="1311">
                  <c:v>328</c:v>
                </c:pt>
                <c:pt idx="1312">
                  <c:v>328</c:v>
                </c:pt>
                <c:pt idx="1313">
                  <c:v>328.5</c:v>
                </c:pt>
                <c:pt idx="1314">
                  <c:v>328.5</c:v>
                </c:pt>
                <c:pt idx="1315">
                  <c:v>329</c:v>
                </c:pt>
                <c:pt idx="1316">
                  <c:v>329</c:v>
                </c:pt>
                <c:pt idx="1317">
                  <c:v>329.5</c:v>
                </c:pt>
                <c:pt idx="1318">
                  <c:v>329.5</c:v>
                </c:pt>
                <c:pt idx="1319">
                  <c:v>330</c:v>
                </c:pt>
                <c:pt idx="1320">
                  <c:v>330</c:v>
                </c:pt>
                <c:pt idx="1321">
                  <c:v>330.5</c:v>
                </c:pt>
                <c:pt idx="1322">
                  <c:v>330.5</c:v>
                </c:pt>
                <c:pt idx="1323">
                  <c:v>331</c:v>
                </c:pt>
                <c:pt idx="1324">
                  <c:v>331</c:v>
                </c:pt>
                <c:pt idx="1325">
                  <c:v>331.5</c:v>
                </c:pt>
                <c:pt idx="1326">
                  <c:v>331.5</c:v>
                </c:pt>
                <c:pt idx="1327">
                  <c:v>332</c:v>
                </c:pt>
                <c:pt idx="1328">
                  <c:v>332</c:v>
                </c:pt>
                <c:pt idx="1329">
                  <c:v>332.5</c:v>
                </c:pt>
                <c:pt idx="1330">
                  <c:v>332.5</c:v>
                </c:pt>
                <c:pt idx="1331">
                  <c:v>333</c:v>
                </c:pt>
                <c:pt idx="1332">
                  <c:v>333</c:v>
                </c:pt>
                <c:pt idx="1333">
                  <c:v>333.5</c:v>
                </c:pt>
                <c:pt idx="1334">
                  <c:v>333.5</c:v>
                </c:pt>
                <c:pt idx="1335">
                  <c:v>334</c:v>
                </c:pt>
                <c:pt idx="1336">
                  <c:v>334</c:v>
                </c:pt>
                <c:pt idx="1337">
                  <c:v>334.5</c:v>
                </c:pt>
                <c:pt idx="1338">
                  <c:v>334.5</c:v>
                </c:pt>
                <c:pt idx="1339">
                  <c:v>335</c:v>
                </c:pt>
                <c:pt idx="1340">
                  <c:v>335</c:v>
                </c:pt>
                <c:pt idx="1341">
                  <c:v>335.5</c:v>
                </c:pt>
                <c:pt idx="1342">
                  <c:v>335.5</c:v>
                </c:pt>
                <c:pt idx="1343">
                  <c:v>336</c:v>
                </c:pt>
                <c:pt idx="1344">
                  <c:v>336</c:v>
                </c:pt>
                <c:pt idx="1345">
                  <c:v>336.5</c:v>
                </c:pt>
                <c:pt idx="1346">
                  <c:v>336.5</c:v>
                </c:pt>
                <c:pt idx="1347">
                  <c:v>337</c:v>
                </c:pt>
                <c:pt idx="1348">
                  <c:v>337</c:v>
                </c:pt>
                <c:pt idx="1349">
                  <c:v>337.5</c:v>
                </c:pt>
                <c:pt idx="1350">
                  <c:v>337.5</c:v>
                </c:pt>
                <c:pt idx="1351">
                  <c:v>338</c:v>
                </c:pt>
                <c:pt idx="1352">
                  <c:v>338</c:v>
                </c:pt>
                <c:pt idx="1353">
                  <c:v>338.5</c:v>
                </c:pt>
                <c:pt idx="1354">
                  <c:v>338.5</c:v>
                </c:pt>
                <c:pt idx="1355">
                  <c:v>339</c:v>
                </c:pt>
                <c:pt idx="1356">
                  <c:v>339</c:v>
                </c:pt>
                <c:pt idx="1357">
                  <c:v>339.5</c:v>
                </c:pt>
                <c:pt idx="1358">
                  <c:v>339.5</c:v>
                </c:pt>
                <c:pt idx="1359">
                  <c:v>340</c:v>
                </c:pt>
                <c:pt idx="1360">
                  <c:v>340</c:v>
                </c:pt>
                <c:pt idx="1361">
                  <c:v>340.5</c:v>
                </c:pt>
                <c:pt idx="1362">
                  <c:v>340.5</c:v>
                </c:pt>
                <c:pt idx="1363">
                  <c:v>341</c:v>
                </c:pt>
                <c:pt idx="1364">
                  <c:v>341</c:v>
                </c:pt>
                <c:pt idx="1365">
                  <c:v>341.5</c:v>
                </c:pt>
                <c:pt idx="1366">
                  <c:v>341.5</c:v>
                </c:pt>
                <c:pt idx="1367">
                  <c:v>342</c:v>
                </c:pt>
                <c:pt idx="1368">
                  <c:v>342</c:v>
                </c:pt>
                <c:pt idx="1369">
                  <c:v>342.5</c:v>
                </c:pt>
                <c:pt idx="1370">
                  <c:v>342.5</c:v>
                </c:pt>
                <c:pt idx="1371">
                  <c:v>343</c:v>
                </c:pt>
                <c:pt idx="1372">
                  <c:v>343</c:v>
                </c:pt>
                <c:pt idx="1373">
                  <c:v>343.5</c:v>
                </c:pt>
                <c:pt idx="1374">
                  <c:v>343.5</c:v>
                </c:pt>
                <c:pt idx="1375">
                  <c:v>344</c:v>
                </c:pt>
                <c:pt idx="1376">
                  <c:v>344</c:v>
                </c:pt>
                <c:pt idx="1377">
                  <c:v>344.5</c:v>
                </c:pt>
                <c:pt idx="1378">
                  <c:v>344.5</c:v>
                </c:pt>
                <c:pt idx="1379">
                  <c:v>345</c:v>
                </c:pt>
                <c:pt idx="1380">
                  <c:v>345</c:v>
                </c:pt>
                <c:pt idx="1381">
                  <c:v>345.5</c:v>
                </c:pt>
                <c:pt idx="1382">
                  <c:v>345.5</c:v>
                </c:pt>
                <c:pt idx="1383">
                  <c:v>346</c:v>
                </c:pt>
                <c:pt idx="1384">
                  <c:v>346</c:v>
                </c:pt>
                <c:pt idx="1385">
                  <c:v>346.5</c:v>
                </c:pt>
                <c:pt idx="1386">
                  <c:v>346.5</c:v>
                </c:pt>
                <c:pt idx="1387">
                  <c:v>347</c:v>
                </c:pt>
                <c:pt idx="1388">
                  <c:v>347</c:v>
                </c:pt>
                <c:pt idx="1389">
                  <c:v>347.5</c:v>
                </c:pt>
                <c:pt idx="1390">
                  <c:v>347.5</c:v>
                </c:pt>
                <c:pt idx="1391">
                  <c:v>348</c:v>
                </c:pt>
                <c:pt idx="1392">
                  <c:v>348</c:v>
                </c:pt>
                <c:pt idx="1393">
                  <c:v>348.5</c:v>
                </c:pt>
                <c:pt idx="1394">
                  <c:v>348.5</c:v>
                </c:pt>
                <c:pt idx="1395">
                  <c:v>349</c:v>
                </c:pt>
                <c:pt idx="1396">
                  <c:v>349</c:v>
                </c:pt>
                <c:pt idx="1397">
                  <c:v>349.5</c:v>
                </c:pt>
                <c:pt idx="1398">
                  <c:v>349.5</c:v>
                </c:pt>
                <c:pt idx="1399">
                  <c:v>350</c:v>
                </c:pt>
                <c:pt idx="1400">
                  <c:v>350</c:v>
                </c:pt>
                <c:pt idx="1401">
                  <c:v>350.5</c:v>
                </c:pt>
                <c:pt idx="1402">
                  <c:v>350.5</c:v>
                </c:pt>
                <c:pt idx="1403">
                  <c:v>351</c:v>
                </c:pt>
                <c:pt idx="1404">
                  <c:v>351</c:v>
                </c:pt>
                <c:pt idx="1405">
                  <c:v>351.5</c:v>
                </c:pt>
                <c:pt idx="1406">
                  <c:v>351.5</c:v>
                </c:pt>
                <c:pt idx="1407">
                  <c:v>352</c:v>
                </c:pt>
                <c:pt idx="1408">
                  <c:v>352</c:v>
                </c:pt>
                <c:pt idx="1409">
                  <c:v>352.5</c:v>
                </c:pt>
                <c:pt idx="1410">
                  <c:v>352.5</c:v>
                </c:pt>
                <c:pt idx="1411">
                  <c:v>353</c:v>
                </c:pt>
                <c:pt idx="1412">
                  <c:v>353</c:v>
                </c:pt>
                <c:pt idx="1413">
                  <c:v>353.5</c:v>
                </c:pt>
                <c:pt idx="1414">
                  <c:v>353.5</c:v>
                </c:pt>
                <c:pt idx="1415">
                  <c:v>354</c:v>
                </c:pt>
                <c:pt idx="1416">
                  <c:v>354</c:v>
                </c:pt>
                <c:pt idx="1417">
                  <c:v>354.5</c:v>
                </c:pt>
                <c:pt idx="1418">
                  <c:v>354.5</c:v>
                </c:pt>
                <c:pt idx="1419">
                  <c:v>355</c:v>
                </c:pt>
                <c:pt idx="1420">
                  <c:v>355</c:v>
                </c:pt>
                <c:pt idx="1421">
                  <c:v>355.5</c:v>
                </c:pt>
                <c:pt idx="1422">
                  <c:v>355.5</c:v>
                </c:pt>
                <c:pt idx="1423">
                  <c:v>356</c:v>
                </c:pt>
                <c:pt idx="1424">
                  <c:v>356</c:v>
                </c:pt>
                <c:pt idx="1425">
                  <c:v>356.5</c:v>
                </c:pt>
                <c:pt idx="1426">
                  <c:v>356.5</c:v>
                </c:pt>
                <c:pt idx="1427">
                  <c:v>357</c:v>
                </c:pt>
                <c:pt idx="1428">
                  <c:v>357</c:v>
                </c:pt>
                <c:pt idx="1429">
                  <c:v>357.5</c:v>
                </c:pt>
                <c:pt idx="1430">
                  <c:v>357.5</c:v>
                </c:pt>
                <c:pt idx="1431">
                  <c:v>358</c:v>
                </c:pt>
                <c:pt idx="1432">
                  <c:v>358</c:v>
                </c:pt>
                <c:pt idx="1433">
                  <c:v>358.5</c:v>
                </c:pt>
                <c:pt idx="1434">
                  <c:v>358.5</c:v>
                </c:pt>
                <c:pt idx="1435">
                  <c:v>359</c:v>
                </c:pt>
                <c:pt idx="1436">
                  <c:v>359</c:v>
                </c:pt>
                <c:pt idx="1437">
                  <c:v>359.5</c:v>
                </c:pt>
                <c:pt idx="1438">
                  <c:v>359.5</c:v>
                </c:pt>
                <c:pt idx="1439">
                  <c:v>360</c:v>
                </c:pt>
                <c:pt idx="1440">
                  <c:v>360</c:v>
                </c:pt>
                <c:pt idx="1441">
                  <c:v>360.5</c:v>
                </c:pt>
                <c:pt idx="1442">
                  <c:v>360.5</c:v>
                </c:pt>
                <c:pt idx="1443">
                  <c:v>361</c:v>
                </c:pt>
                <c:pt idx="1444">
                  <c:v>361</c:v>
                </c:pt>
                <c:pt idx="1445">
                  <c:v>361.5</c:v>
                </c:pt>
                <c:pt idx="1446">
                  <c:v>361.5</c:v>
                </c:pt>
                <c:pt idx="1447">
                  <c:v>362</c:v>
                </c:pt>
                <c:pt idx="1448">
                  <c:v>362</c:v>
                </c:pt>
                <c:pt idx="1449">
                  <c:v>362.5</c:v>
                </c:pt>
                <c:pt idx="1450">
                  <c:v>362.5</c:v>
                </c:pt>
                <c:pt idx="1451">
                  <c:v>363</c:v>
                </c:pt>
                <c:pt idx="1452">
                  <c:v>363</c:v>
                </c:pt>
                <c:pt idx="1453">
                  <c:v>363.5</c:v>
                </c:pt>
                <c:pt idx="1454">
                  <c:v>363.5</c:v>
                </c:pt>
                <c:pt idx="1455">
                  <c:v>364</c:v>
                </c:pt>
                <c:pt idx="1456">
                  <c:v>364</c:v>
                </c:pt>
                <c:pt idx="1457">
                  <c:v>364.5</c:v>
                </c:pt>
                <c:pt idx="1458">
                  <c:v>364.5</c:v>
                </c:pt>
                <c:pt idx="1459">
                  <c:v>365</c:v>
                </c:pt>
                <c:pt idx="1460">
                  <c:v>365</c:v>
                </c:pt>
                <c:pt idx="1461">
                  <c:v>365.5</c:v>
                </c:pt>
                <c:pt idx="1462">
                  <c:v>365.5</c:v>
                </c:pt>
                <c:pt idx="1463">
                  <c:v>366</c:v>
                </c:pt>
                <c:pt idx="1464">
                  <c:v>366</c:v>
                </c:pt>
                <c:pt idx="1465">
                  <c:v>366.5</c:v>
                </c:pt>
                <c:pt idx="1466">
                  <c:v>366.5</c:v>
                </c:pt>
                <c:pt idx="1467">
                  <c:v>367</c:v>
                </c:pt>
                <c:pt idx="1468">
                  <c:v>367</c:v>
                </c:pt>
                <c:pt idx="1469">
                  <c:v>367.5</c:v>
                </c:pt>
                <c:pt idx="1470">
                  <c:v>367.5</c:v>
                </c:pt>
                <c:pt idx="1471">
                  <c:v>368</c:v>
                </c:pt>
                <c:pt idx="1472">
                  <c:v>368</c:v>
                </c:pt>
                <c:pt idx="1473">
                  <c:v>368.5</c:v>
                </c:pt>
                <c:pt idx="1474">
                  <c:v>368.5</c:v>
                </c:pt>
                <c:pt idx="1475">
                  <c:v>369</c:v>
                </c:pt>
                <c:pt idx="1476">
                  <c:v>369</c:v>
                </c:pt>
                <c:pt idx="1477">
                  <c:v>369.5</c:v>
                </c:pt>
                <c:pt idx="1478">
                  <c:v>369.5</c:v>
                </c:pt>
                <c:pt idx="1479">
                  <c:v>370</c:v>
                </c:pt>
                <c:pt idx="1480">
                  <c:v>370</c:v>
                </c:pt>
                <c:pt idx="1481">
                  <c:v>370.5</c:v>
                </c:pt>
                <c:pt idx="1482">
                  <c:v>370.5</c:v>
                </c:pt>
                <c:pt idx="1483">
                  <c:v>371</c:v>
                </c:pt>
                <c:pt idx="1484">
                  <c:v>371</c:v>
                </c:pt>
                <c:pt idx="1485">
                  <c:v>371.5</c:v>
                </c:pt>
                <c:pt idx="1486">
                  <c:v>371.5</c:v>
                </c:pt>
                <c:pt idx="1487">
                  <c:v>372</c:v>
                </c:pt>
                <c:pt idx="1488">
                  <c:v>372</c:v>
                </c:pt>
                <c:pt idx="1489">
                  <c:v>372.5</c:v>
                </c:pt>
                <c:pt idx="1490">
                  <c:v>372.5</c:v>
                </c:pt>
                <c:pt idx="1491">
                  <c:v>373</c:v>
                </c:pt>
                <c:pt idx="1492">
                  <c:v>373</c:v>
                </c:pt>
                <c:pt idx="1493">
                  <c:v>373.5</c:v>
                </c:pt>
                <c:pt idx="1494">
                  <c:v>373.5</c:v>
                </c:pt>
                <c:pt idx="1495">
                  <c:v>374</c:v>
                </c:pt>
                <c:pt idx="1496">
                  <c:v>374</c:v>
                </c:pt>
                <c:pt idx="1497">
                  <c:v>374.5</c:v>
                </c:pt>
                <c:pt idx="1498">
                  <c:v>374.5</c:v>
                </c:pt>
                <c:pt idx="1499">
                  <c:v>375</c:v>
                </c:pt>
                <c:pt idx="1500">
                  <c:v>375</c:v>
                </c:pt>
                <c:pt idx="1501">
                  <c:v>375.5</c:v>
                </c:pt>
                <c:pt idx="1502">
                  <c:v>375.5</c:v>
                </c:pt>
                <c:pt idx="1503">
                  <c:v>376</c:v>
                </c:pt>
                <c:pt idx="1504">
                  <c:v>376</c:v>
                </c:pt>
                <c:pt idx="1505">
                  <c:v>376.5</c:v>
                </c:pt>
                <c:pt idx="1506">
                  <c:v>376.5</c:v>
                </c:pt>
                <c:pt idx="1507">
                  <c:v>377</c:v>
                </c:pt>
                <c:pt idx="1508">
                  <c:v>377</c:v>
                </c:pt>
                <c:pt idx="1509">
                  <c:v>377.5</c:v>
                </c:pt>
                <c:pt idx="1510">
                  <c:v>377.5</c:v>
                </c:pt>
                <c:pt idx="1511">
                  <c:v>378</c:v>
                </c:pt>
                <c:pt idx="1512">
                  <c:v>378</c:v>
                </c:pt>
                <c:pt idx="1513">
                  <c:v>378.5</c:v>
                </c:pt>
                <c:pt idx="1514">
                  <c:v>378.5</c:v>
                </c:pt>
                <c:pt idx="1515">
                  <c:v>379</c:v>
                </c:pt>
                <c:pt idx="1516">
                  <c:v>379</c:v>
                </c:pt>
                <c:pt idx="1517">
                  <c:v>379.5</c:v>
                </c:pt>
                <c:pt idx="1518">
                  <c:v>379.5</c:v>
                </c:pt>
                <c:pt idx="1519">
                  <c:v>380</c:v>
                </c:pt>
                <c:pt idx="1520">
                  <c:v>380</c:v>
                </c:pt>
                <c:pt idx="1521">
                  <c:v>380.5</c:v>
                </c:pt>
                <c:pt idx="1522">
                  <c:v>380.5</c:v>
                </c:pt>
                <c:pt idx="1523">
                  <c:v>381</c:v>
                </c:pt>
                <c:pt idx="1524">
                  <c:v>381</c:v>
                </c:pt>
                <c:pt idx="1525">
                  <c:v>381.5</c:v>
                </c:pt>
                <c:pt idx="1526">
                  <c:v>381.5</c:v>
                </c:pt>
                <c:pt idx="1527">
                  <c:v>382</c:v>
                </c:pt>
                <c:pt idx="1528">
                  <c:v>382</c:v>
                </c:pt>
                <c:pt idx="1529">
                  <c:v>382.5</c:v>
                </c:pt>
                <c:pt idx="1530">
                  <c:v>382.5</c:v>
                </c:pt>
                <c:pt idx="1531">
                  <c:v>383</c:v>
                </c:pt>
                <c:pt idx="1532">
                  <c:v>383</c:v>
                </c:pt>
                <c:pt idx="1533">
                  <c:v>383.5</c:v>
                </c:pt>
                <c:pt idx="1534">
                  <c:v>383.5</c:v>
                </c:pt>
                <c:pt idx="1535">
                  <c:v>384</c:v>
                </c:pt>
                <c:pt idx="1536">
                  <c:v>384</c:v>
                </c:pt>
                <c:pt idx="1537">
                  <c:v>384.5</c:v>
                </c:pt>
                <c:pt idx="1538">
                  <c:v>384.5</c:v>
                </c:pt>
                <c:pt idx="1539">
                  <c:v>385</c:v>
                </c:pt>
                <c:pt idx="1540">
                  <c:v>385</c:v>
                </c:pt>
                <c:pt idx="1541">
                  <c:v>385.5</c:v>
                </c:pt>
                <c:pt idx="1542">
                  <c:v>385.5</c:v>
                </c:pt>
                <c:pt idx="1543">
                  <c:v>386</c:v>
                </c:pt>
                <c:pt idx="1544">
                  <c:v>386</c:v>
                </c:pt>
                <c:pt idx="1545">
                  <c:v>386.5</c:v>
                </c:pt>
                <c:pt idx="1546">
                  <c:v>386.5</c:v>
                </c:pt>
                <c:pt idx="1547">
                  <c:v>387</c:v>
                </c:pt>
                <c:pt idx="1548">
                  <c:v>387</c:v>
                </c:pt>
                <c:pt idx="1549">
                  <c:v>387.5</c:v>
                </c:pt>
                <c:pt idx="1550">
                  <c:v>387.5</c:v>
                </c:pt>
                <c:pt idx="1551">
                  <c:v>388</c:v>
                </c:pt>
                <c:pt idx="1552">
                  <c:v>388</c:v>
                </c:pt>
                <c:pt idx="1553">
                  <c:v>388.5</c:v>
                </c:pt>
                <c:pt idx="1554">
                  <c:v>388.5</c:v>
                </c:pt>
                <c:pt idx="1555">
                  <c:v>389</c:v>
                </c:pt>
                <c:pt idx="1556">
                  <c:v>389</c:v>
                </c:pt>
                <c:pt idx="1557">
                  <c:v>389.5</c:v>
                </c:pt>
                <c:pt idx="1558">
                  <c:v>389.5</c:v>
                </c:pt>
                <c:pt idx="1559">
                  <c:v>390</c:v>
                </c:pt>
                <c:pt idx="1560">
                  <c:v>390</c:v>
                </c:pt>
                <c:pt idx="1561">
                  <c:v>390.5</c:v>
                </c:pt>
                <c:pt idx="1562">
                  <c:v>390.5</c:v>
                </c:pt>
                <c:pt idx="1563">
                  <c:v>391</c:v>
                </c:pt>
                <c:pt idx="1564">
                  <c:v>391</c:v>
                </c:pt>
                <c:pt idx="1565">
                  <c:v>391.5</c:v>
                </c:pt>
                <c:pt idx="1566">
                  <c:v>391.5</c:v>
                </c:pt>
                <c:pt idx="1567">
                  <c:v>392</c:v>
                </c:pt>
                <c:pt idx="1568">
                  <c:v>392</c:v>
                </c:pt>
                <c:pt idx="1569">
                  <c:v>392.5</c:v>
                </c:pt>
                <c:pt idx="1570">
                  <c:v>392.5</c:v>
                </c:pt>
                <c:pt idx="1571">
                  <c:v>393</c:v>
                </c:pt>
                <c:pt idx="1572">
                  <c:v>393</c:v>
                </c:pt>
                <c:pt idx="1573">
                  <c:v>393.5</c:v>
                </c:pt>
                <c:pt idx="1574">
                  <c:v>393.5</c:v>
                </c:pt>
                <c:pt idx="1575">
                  <c:v>394</c:v>
                </c:pt>
                <c:pt idx="1576">
                  <c:v>394</c:v>
                </c:pt>
                <c:pt idx="1577">
                  <c:v>394.5</c:v>
                </c:pt>
                <c:pt idx="1578">
                  <c:v>394.5</c:v>
                </c:pt>
                <c:pt idx="1579">
                  <c:v>395</c:v>
                </c:pt>
                <c:pt idx="1580">
                  <c:v>395</c:v>
                </c:pt>
                <c:pt idx="1581">
                  <c:v>395.5</c:v>
                </c:pt>
                <c:pt idx="1582">
                  <c:v>395.5</c:v>
                </c:pt>
                <c:pt idx="1583">
                  <c:v>396</c:v>
                </c:pt>
                <c:pt idx="1584">
                  <c:v>396</c:v>
                </c:pt>
                <c:pt idx="1585">
                  <c:v>396.5</c:v>
                </c:pt>
                <c:pt idx="1586">
                  <c:v>396.5</c:v>
                </c:pt>
                <c:pt idx="1587">
                  <c:v>397</c:v>
                </c:pt>
                <c:pt idx="1588">
                  <c:v>397</c:v>
                </c:pt>
                <c:pt idx="1589">
                  <c:v>397.5</c:v>
                </c:pt>
                <c:pt idx="1590">
                  <c:v>397.5</c:v>
                </c:pt>
                <c:pt idx="1591">
                  <c:v>398</c:v>
                </c:pt>
                <c:pt idx="1592">
                  <c:v>398</c:v>
                </c:pt>
                <c:pt idx="1593">
                  <c:v>398.5</c:v>
                </c:pt>
                <c:pt idx="1594">
                  <c:v>398.5</c:v>
                </c:pt>
                <c:pt idx="1595">
                  <c:v>399</c:v>
                </c:pt>
                <c:pt idx="1596">
                  <c:v>399</c:v>
                </c:pt>
                <c:pt idx="1597">
                  <c:v>399.5</c:v>
                </c:pt>
                <c:pt idx="1598">
                  <c:v>399.5</c:v>
                </c:pt>
                <c:pt idx="1599">
                  <c:v>400</c:v>
                </c:pt>
                <c:pt idx="1600">
                  <c:v>400</c:v>
                </c:pt>
                <c:pt idx="1601">
                  <c:v>400.5</c:v>
                </c:pt>
                <c:pt idx="1602">
                  <c:v>400.5</c:v>
                </c:pt>
                <c:pt idx="1603">
                  <c:v>401</c:v>
                </c:pt>
                <c:pt idx="1604">
                  <c:v>401</c:v>
                </c:pt>
                <c:pt idx="1605">
                  <c:v>401.5</c:v>
                </c:pt>
                <c:pt idx="1606">
                  <c:v>401.5</c:v>
                </c:pt>
                <c:pt idx="1607">
                  <c:v>402</c:v>
                </c:pt>
                <c:pt idx="1608">
                  <c:v>402</c:v>
                </c:pt>
                <c:pt idx="1609">
                  <c:v>402.5</c:v>
                </c:pt>
                <c:pt idx="1610">
                  <c:v>402.5</c:v>
                </c:pt>
                <c:pt idx="1611">
                  <c:v>403</c:v>
                </c:pt>
                <c:pt idx="1612">
                  <c:v>403</c:v>
                </c:pt>
                <c:pt idx="1613">
                  <c:v>403.5</c:v>
                </c:pt>
                <c:pt idx="1614">
                  <c:v>403.5</c:v>
                </c:pt>
                <c:pt idx="1615">
                  <c:v>404</c:v>
                </c:pt>
                <c:pt idx="1616">
                  <c:v>404</c:v>
                </c:pt>
                <c:pt idx="1617">
                  <c:v>404.5</c:v>
                </c:pt>
                <c:pt idx="1618">
                  <c:v>404.5</c:v>
                </c:pt>
                <c:pt idx="1619">
                  <c:v>405</c:v>
                </c:pt>
                <c:pt idx="1620">
                  <c:v>405</c:v>
                </c:pt>
                <c:pt idx="1621">
                  <c:v>405.5</c:v>
                </c:pt>
                <c:pt idx="1622">
                  <c:v>405.5</c:v>
                </c:pt>
                <c:pt idx="1623">
                  <c:v>406</c:v>
                </c:pt>
                <c:pt idx="1624">
                  <c:v>406</c:v>
                </c:pt>
                <c:pt idx="1625">
                  <c:v>406.5</c:v>
                </c:pt>
                <c:pt idx="1626">
                  <c:v>406.5</c:v>
                </c:pt>
                <c:pt idx="1627">
                  <c:v>407</c:v>
                </c:pt>
                <c:pt idx="1628">
                  <c:v>407</c:v>
                </c:pt>
                <c:pt idx="1629">
                  <c:v>407.5</c:v>
                </c:pt>
                <c:pt idx="1630">
                  <c:v>407.5</c:v>
                </c:pt>
                <c:pt idx="1631">
                  <c:v>408</c:v>
                </c:pt>
                <c:pt idx="1632">
                  <c:v>408</c:v>
                </c:pt>
                <c:pt idx="1633">
                  <c:v>408.5</c:v>
                </c:pt>
                <c:pt idx="1634">
                  <c:v>408.5</c:v>
                </c:pt>
                <c:pt idx="1635">
                  <c:v>409</c:v>
                </c:pt>
                <c:pt idx="1636">
                  <c:v>409</c:v>
                </c:pt>
                <c:pt idx="1637">
                  <c:v>409.5</c:v>
                </c:pt>
                <c:pt idx="1638">
                  <c:v>409.5</c:v>
                </c:pt>
                <c:pt idx="1639">
                  <c:v>410</c:v>
                </c:pt>
                <c:pt idx="1640">
                  <c:v>410</c:v>
                </c:pt>
                <c:pt idx="1641">
                  <c:v>410.5</c:v>
                </c:pt>
                <c:pt idx="1642">
                  <c:v>410.5</c:v>
                </c:pt>
                <c:pt idx="1643">
                  <c:v>411</c:v>
                </c:pt>
                <c:pt idx="1644">
                  <c:v>411</c:v>
                </c:pt>
                <c:pt idx="1645">
                  <c:v>411.5</c:v>
                </c:pt>
                <c:pt idx="1646">
                  <c:v>411.5</c:v>
                </c:pt>
                <c:pt idx="1647">
                  <c:v>412</c:v>
                </c:pt>
                <c:pt idx="1648">
                  <c:v>412</c:v>
                </c:pt>
                <c:pt idx="1649">
                  <c:v>412.5</c:v>
                </c:pt>
                <c:pt idx="1650">
                  <c:v>412.5</c:v>
                </c:pt>
                <c:pt idx="1651">
                  <c:v>413</c:v>
                </c:pt>
                <c:pt idx="1652">
                  <c:v>413</c:v>
                </c:pt>
                <c:pt idx="1653">
                  <c:v>413.5</c:v>
                </c:pt>
                <c:pt idx="1654">
                  <c:v>413.5</c:v>
                </c:pt>
                <c:pt idx="1655">
                  <c:v>414</c:v>
                </c:pt>
                <c:pt idx="1656">
                  <c:v>414</c:v>
                </c:pt>
                <c:pt idx="1657">
                  <c:v>414.5</c:v>
                </c:pt>
                <c:pt idx="1658">
                  <c:v>414.5</c:v>
                </c:pt>
                <c:pt idx="1659">
                  <c:v>415</c:v>
                </c:pt>
                <c:pt idx="1660">
                  <c:v>415</c:v>
                </c:pt>
                <c:pt idx="1661">
                  <c:v>415.5</c:v>
                </c:pt>
                <c:pt idx="1662">
                  <c:v>415.5</c:v>
                </c:pt>
                <c:pt idx="1663">
                  <c:v>416</c:v>
                </c:pt>
                <c:pt idx="1664">
                  <c:v>416</c:v>
                </c:pt>
                <c:pt idx="1665">
                  <c:v>416.5</c:v>
                </c:pt>
                <c:pt idx="1666">
                  <c:v>416.5</c:v>
                </c:pt>
                <c:pt idx="1667">
                  <c:v>417</c:v>
                </c:pt>
                <c:pt idx="1668">
                  <c:v>417</c:v>
                </c:pt>
                <c:pt idx="1669">
                  <c:v>417.5</c:v>
                </c:pt>
                <c:pt idx="1670">
                  <c:v>417.5</c:v>
                </c:pt>
                <c:pt idx="1671">
                  <c:v>418</c:v>
                </c:pt>
                <c:pt idx="1672">
                  <c:v>418</c:v>
                </c:pt>
                <c:pt idx="1673">
                  <c:v>418.5</c:v>
                </c:pt>
                <c:pt idx="1674">
                  <c:v>418.5</c:v>
                </c:pt>
                <c:pt idx="1675">
                  <c:v>419</c:v>
                </c:pt>
                <c:pt idx="1676">
                  <c:v>419</c:v>
                </c:pt>
                <c:pt idx="1677">
                  <c:v>419.5</c:v>
                </c:pt>
                <c:pt idx="1678">
                  <c:v>419.5</c:v>
                </c:pt>
                <c:pt idx="1679">
                  <c:v>420</c:v>
                </c:pt>
                <c:pt idx="1680">
                  <c:v>420</c:v>
                </c:pt>
                <c:pt idx="1681">
                  <c:v>420.5</c:v>
                </c:pt>
                <c:pt idx="1682">
                  <c:v>420.5</c:v>
                </c:pt>
                <c:pt idx="1683">
                  <c:v>421</c:v>
                </c:pt>
                <c:pt idx="1684">
                  <c:v>421</c:v>
                </c:pt>
                <c:pt idx="1685">
                  <c:v>421.5</c:v>
                </c:pt>
                <c:pt idx="1686">
                  <c:v>421.5</c:v>
                </c:pt>
                <c:pt idx="1687">
                  <c:v>422</c:v>
                </c:pt>
                <c:pt idx="1688">
                  <c:v>422</c:v>
                </c:pt>
                <c:pt idx="1689">
                  <c:v>422.5</c:v>
                </c:pt>
                <c:pt idx="1690">
                  <c:v>422.5</c:v>
                </c:pt>
                <c:pt idx="1691">
                  <c:v>423</c:v>
                </c:pt>
                <c:pt idx="1692">
                  <c:v>423</c:v>
                </c:pt>
                <c:pt idx="1693">
                  <c:v>423.5</c:v>
                </c:pt>
                <c:pt idx="1694">
                  <c:v>423.5</c:v>
                </c:pt>
                <c:pt idx="1695">
                  <c:v>424</c:v>
                </c:pt>
                <c:pt idx="1696">
                  <c:v>424</c:v>
                </c:pt>
                <c:pt idx="1697">
                  <c:v>424.5</c:v>
                </c:pt>
                <c:pt idx="1698">
                  <c:v>424.5</c:v>
                </c:pt>
                <c:pt idx="1699">
                  <c:v>425</c:v>
                </c:pt>
                <c:pt idx="1700">
                  <c:v>425</c:v>
                </c:pt>
                <c:pt idx="1701">
                  <c:v>425.5</c:v>
                </c:pt>
                <c:pt idx="1702">
                  <c:v>425.5</c:v>
                </c:pt>
                <c:pt idx="1703">
                  <c:v>426</c:v>
                </c:pt>
                <c:pt idx="1704">
                  <c:v>426</c:v>
                </c:pt>
                <c:pt idx="1705">
                  <c:v>426.5</c:v>
                </c:pt>
                <c:pt idx="1706">
                  <c:v>426.5</c:v>
                </c:pt>
                <c:pt idx="1707">
                  <c:v>427</c:v>
                </c:pt>
                <c:pt idx="1708">
                  <c:v>427</c:v>
                </c:pt>
                <c:pt idx="1709">
                  <c:v>427.5</c:v>
                </c:pt>
                <c:pt idx="1710">
                  <c:v>427.5</c:v>
                </c:pt>
                <c:pt idx="1711">
                  <c:v>428</c:v>
                </c:pt>
                <c:pt idx="1712">
                  <c:v>428</c:v>
                </c:pt>
                <c:pt idx="1713">
                  <c:v>428.5</c:v>
                </c:pt>
                <c:pt idx="1714">
                  <c:v>428.5</c:v>
                </c:pt>
                <c:pt idx="1715">
                  <c:v>429</c:v>
                </c:pt>
                <c:pt idx="1716">
                  <c:v>429</c:v>
                </c:pt>
                <c:pt idx="1717">
                  <c:v>429.5</c:v>
                </c:pt>
                <c:pt idx="1718">
                  <c:v>429.5</c:v>
                </c:pt>
                <c:pt idx="1719">
                  <c:v>430</c:v>
                </c:pt>
                <c:pt idx="1720">
                  <c:v>430</c:v>
                </c:pt>
                <c:pt idx="1721">
                  <c:v>430.5</c:v>
                </c:pt>
                <c:pt idx="1722">
                  <c:v>430.5</c:v>
                </c:pt>
                <c:pt idx="1723">
                  <c:v>431</c:v>
                </c:pt>
                <c:pt idx="1724">
                  <c:v>431</c:v>
                </c:pt>
                <c:pt idx="1725">
                  <c:v>431.5</c:v>
                </c:pt>
                <c:pt idx="1726">
                  <c:v>431.5</c:v>
                </c:pt>
                <c:pt idx="1727">
                  <c:v>432</c:v>
                </c:pt>
                <c:pt idx="1728">
                  <c:v>432</c:v>
                </c:pt>
                <c:pt idx="1729">
                  <c:v>432.5</c:v>
                </c:pt>
                <c:pt idx="1730">
                  <c:v>432.5</c:v>
                </c:pt>
                <c:pt idx="1731">
                  <c:v>433</c:v>
                </c:pt>
                <c:pt idx="1732">
                  <c:v>433</c:v>
                </c:pt>
                <c:pt idx="1733">
                  <c:v>433.5</c:v>
                </c:pt>
                <c:pt idx="1734">
                  <c:v>433.5</c:v>
                </c:pt>
                <c:pt idx="1735">
                  <c:v>434</c:v>
                </c:pt>
                <c:pt idx="1736">
                  <c:v>434</c:v>
                </c:pt>
                <c:pt idx="1737">
                  <c:v>434.5</c:v>
                </c:pt>
                <c:pt idx="1738">
                  <c:v>434.5</c:v>
                </c:pt>
                <c:pt idx="1739">
                  <c:v>435</c:v>
                </c:pt>
                <c:pt idx="1740">
                  <c:v>435</c:v>
                </c:pt>
                <c:pt idx="1741">
                  <c:v>435.5</c:v>
                </c:pt>
                <c:pt idx="1742">
                  <c:v>435.5</c:v>
                </c:pt>
                <c:pt idx="1743">
                  <c:v>436</c:v>
                </c:pt>
                <c:pt idx="1744">
                  <c:v>436</c:v>
                </c:pt>
                <c:pt idx="1745">
                  <c:v>436.5</c:v>
                </c:pt>
                <c:pt idx="1746">
                  <c:v>436.5</c:v>
                </c:pt>
                <c:pt idx="1747">
                  <c:v>437</c:v>
                </c:pt>
                <c:pt idx="1748">
                  <c:v>437</c:v>
                </c:pt>
                <c:pt idx="1749">
                  <c:v>437.5</c:v>
                </c:pt>
                <c:pt idx="1750">
                  <c:v>437.5</c:v>
                </c:pt>
                <c:pt idx="1751">
                  <c:v>438</c:v>
                </c:pt>
                <c:pt idx="1752">
                  <c:v>438</c:v>
                </c:pt>
                <c:pt idx="1753">
                  <c:v>438.5</c:v>
                </c:pt>
                <c:pt idx="1754">
                  <c:v>438.5</c:v>
                </c:pt>
                <c:pt idx="1755">
                  <c:v>439</c:v>
                </c:pt>
                <c:pt idx="1756">
                  <c:v>439</c:v>
                </c:pt>
                <c:pt idx="1757">
                  <c:v>439.5</c:v>
                </c:pt>
                <c:pt idx="1758">
                  <c:v>439.5</c:v>
                </c:pt>
                <c:pt idx="1759">
                  <c:v>440</c:v>
                </c:pt>
                <c:pt idx="1760">
                  <c:v>440</c:v>
                </c:pt>
                <c:pt idx="1761">
                  <c:v>440.5</c:v>
                </c:pt>
                <c:pt idx="1762">
                  <c:v>440.5</c:v>
                </c:pt>
                <c:pt idx="1763">
                  <c:v>441</c:v>
                </c:pt>
                <c:pt idx="1764">
                  <c:v>441</c:v>
                </c:pt>
                <c:pt idx="1765">
                  <c:v>441.5</c:v>
                </c:pt>
                <c:pt idx="1766">
                  <c:v>441.5</c:v>
                </c:pt>
                <c:pt idx="1767">
                  <c:v>442</c:v>
                </c:pt>
                <c:pt idx="1768">
                  <c:v>442</c:v>
                </c:pt>
                <c:pt idx="1769">
                  <c:v>442.5</c:v>
                </c:pt>
                <c:pt idx="1770">
                  <c:v>442.5</c:v>
                </c:pt>
                <c:pt idx="1771">
                  <c:v>443</c:v>
                </c:pt>
                <c:pt idx="1772">
                  <c:v>443</c:v>
                </c:pt>
                <c:pt idx="1773">
                  <c:v>443.5</c:v>
                </c:pt>
                <c:pt idx="1774">
                  <c:v>443.5</c:v>
                </c:pt>
                <c:pt idx="1775">
                  <c:v>444</c:v>
                </c:pt>
                <c:pt idx="1776">
                  <c:v>444</c:v>
                </c:pt>
                <c:pt idx="1777">
                  <c:v>444.5</c:v>
                </c:pt>
                <c:pt idx="1778">
                  <c:v>444.5</c:v>
                </c:pt>
                <c:pt idx="1779">
                  <c:v>445</c:v>
                </c:pt>
                <c:pt idx="1780">
                  <c:v>445</c:v>
                </c:pt>
                <c:pt idx="1781">
                  <c:v>445.5</c:v>
                </c:pt>
                <c:pt idx="1782">
                  <c:v>445.5</c:v>
                </c:pt>
                <c:pt idx="1783">
                  <c:v>446</c:v>
                </c:pt>
                <c:pt idx="1784">
                  <c:v>446</c:v>
                </c:pt>
                <c:pt idx="1785">
                  <c:v>446.5</c:v>
                </c:pt>
                <c:pt idx="1786">
                  <c:v>446.5</c:v>
                </c:pt>
                <c:pt idx="1787">
                  <c:v>447</c:v>
                </c:pt>
                <c:pt idx="1788">
                  <c:v>447</c:v>
                </c:pt>
                <c:pt idx="1789">
                  <c:v>447.5</c:v>
                </c:pt>
                <c:pt idx="1790">
                  <c:v>447.5</c:v>
                </c:pt>
                <c:pt idx="1791">
                  <c:v>448</c:v>
                </c:pt>
                <c:pt idx="1792">
                  <c:v>448</c:v>
                </c:pt>
                <c:pt idx="1793">
                  <c:v>448.5</c:v>
                </c:pt>
                <c:pt idx="1794">
                  <c:v>448.5</c:v>
                </c:pt>
                <c:pt idx="1795">
                  <c:v>449</c:v>
                </c:pt>
                <c:pt idx="1796">
                  <c:v>449</c:v>
                </c:pt>
                <c:pt idx="1797">
                  <c:v>449.5</c:v>
                </c:pt>
                <c:pt idx="1798">
                  <c:v>449.5</c:v>
                </c:pt>
                <c:pt idx="1799">
                  <c:v>450</c:v>
                </c:pt>
                <c:pt idx="1800">
                  <c:v>450</c:v>
                </c:pt>
                <c:pt idx="1801">
                  <c:v>450.5</c:v>
                </c:pt>
                <c:pt idx="1802">
                  <c:v>450.5</c:v>
                </c:pt>
                <c:pt idx="1803">
                  <c:v>451</c:v>
                </c:pt>
                <c:pt idx="1804">
                  <c:v>451</c:v>
                </c:pt>
                <c:pt idx="1805">
                  <c:v>451.5</c:v>
                </c:pt>
                <c:pt idx="1806">
                  <c:v>451.5</c:v>
                </c:pt>
                <c:pt idx="1807">
                  <c:v>452</c:v>
                </c:pt>
                <c:pt idx="1808">
                  <c:v>452</c:v>
                </c:pt>
                <c:pt idx="1809">
                  <c:v>452.5</c:v>
                </c:pt>
                <c:pt idx="1810">
                  <c:v>452.5</c:v>
                </c:pt>
                <c:pt idx="1811">
                  <c:v>453</c:v>
                </c:pt>
                <c:pt idx="1812">
                  <c:v>453</c:v>
                </c:pt>
                <c:pt idx="1813">
                  <c:v>453.5</c:v>
                </c:pt>
                <c:pt idx="1814">
                  <c:v>453.5</c:v>
                </c:pt>
                <c:pt idx="1815">
                  <c:v>454</c:v>
                </c:pt>
                <c:pt idx="1816">
                  <c:v>454</c:v>
                </c:pt>
                <c:pt idx="1817">
                  <c:v>454.5</c:v>
                </c:pt>
                <c:pt idx="1818">
                  <c:v>454.5</c:v>
                </c:pt>
                <c:pt idx="1819">
                  <c:v>455</c:v>
                </c:pt>
                <c:pt idx="1820">
                  <c:v>455</c:v>
                </c:pt>
                <c:pt idx="1821">
                  <c:v>455.5</c:v>
                </c:pt>
                <c:pt idx="1822">
                  <c:v>455.5</c:v>
                </c:pt>
                <c:pt idx="1823">
                  <c:v>456</c:v>
                </c:pt>
                <c:pt idx="1824">
                  <c:v>456</c:v>
                </c:pt>
                <c:pt idx="1825">
                  <c:v>456.5</c:v>
                </c:pt>
                <c:pt idx="1826">
                  <c:v>456.5</c:v>
                </c:pt>
                <c:pt idx="1827">
                  <c:v>457</c:v>
                </c:pt>
                <c:pt idx="1828">
                  <c:v>457</c:v>
                </c:pt>
                <c:pt idx="1829">
                  <c:v>457.5</c:v>
                </c:pt>
                <c:pt idx="1830">
                  <c:v>457.5</c:v>
                </c:pt>
                <c:pt idx="1831">
                  <c:v>458</c:v>
                </c:pt>
                <c:pt idx="1832">
                  <c:v>458</c:v>
                </c:pt>
                <c:pt idx="1833">
                  <c:v>458.5</c:v>
                </c:pt>
                <c:pt idx="1834">
                  <c:v>458.5</c:v>
                </c:pt>
                <c:pt idx="1835">
                  <c:v>459</c:v>
                </c:pt>
                <c:pt idx="1836">
                  <c:v>459</c:v>
                </c:pt>
                <c:pt idx="1837">
                  <c:v>459.5</c:v>
                </c:pt>
                <c:pt idx="1838">
                  <c:v>459.5</c:v>
                </c:pt>
                <c:pt idx="1839">
                  <c:v>460</c:v>
                </c:pt>
                <c:pt idx="1840">
                  <c:v>460</c:v>
                </c:pt>
                <c:pt idx="1841">
                  <c:v>460.5</c:v>
                </c:pt>
                <c:pt idx="1842">
                  <c:v>460.5</c:v>
                </c:pt>
                <c:pt idx="1843">
                  <c:v>461</c:v>
                </c:pt>
                <c:pt idx="1844">
                  <c:v>461</c:v>
                </c:pt>
                <c:pt idx="1845">
                  <c:v>461.5</c:v>
                </c:pt>
                <c:pt idx="1846">
                  <c:v>461.5</c:v>
                </c:pt>
                <c:pt idx="1847">
                  <c:v>462</c:v>
                </c:pt>
                <c:pt idx="1848">
                  <c:v>462</c:v>
                </c:pt>
                <c:pt idx="1849">
                  <c:v>462.5</c:v>
                </c:pt>
                <c:pt idx="1850">
                  <c:v>462.5</c:v>
                </c:pt>
                <c:pt idx="1851">
                  <c:v>463</c:v>
                </c:pt>
                <c:pt idx="1852">
                  <c:v>463</c:v>
                </c:pt>
                <c:pt idx="1853">
                  <c:v>463.5</c:v>
                </c:pt>
                <c:pt idx="1854">
                  <c:v>463.5</c:v>
                </c:pt>
                <c:pt idx="1855">
                  <c:v>464</c:v>
                </c:pt>
                <c:pt idx="1856">
                  <c:v>464</c:v>
                </c:pt>
                <c:pt idx="1857">
                  <c:v>464.5</c:v>
                </c:pt>
                <c:pt idx="1858">
                  <c:v>464.5</c:v>
                </c:pt>
                <c:pt idx="1859">
                  <c:v>465</c:v>
                </c:pt>
                <c:pt idx="1860">
                  <c:v>465</c:v>
                </c:pt>
                <c:pt idx="1861">
                  <c:v>465.5</c:v>
                </c:pt>
                <c:pt idx="1862">
                  <c:v>465.5</c:v>
                </c:pt>
                <c:pt idx="1863">
                  <c:v>466</c:v>
                </c:pt>
                <c:pt idx="1864">
                  <c:v>466</c:v>
                </c:pt>
                <c:pt idx="1865">
                  <c:v>466.5</c:v>
                </c:pt>
                <c:pt idx="1866">
                  <c:v>466.5</c:v>
                </c:pt>
                <c:pt idx="1867">
                  <c:v>467</c:v>
                </c:pt>
                <c:pt idx="1868">
                  <c:v>467</c:v>
                </c:pt>
                <c:pt idx="1869">
                  <c:v>467.5</c:v>
                </c:pt>
                <c:pt idx="1870">
                  <c:v>467.5</c:v>
                </c:pt>
                <c:pt idx="1871">
                  <c:v>468</c:v>
                </c:pt>
                <c:pt idx="1872">
                  <c:v>468</c:v>
                </c:pt>
                <c:pt idx="1873">
                  <c:v>468.5</c:v>
                </c:pt>
                <c:pt idx="1874">
                  <c:v>468.5</c:v>
                </c:pt>
                <c:pt idx="1875">
                  <c:v>469</c:v>
                </c:pt>
                <c:pt idx="1876">
                  <c:v>469</c:v>
                </c:pt>
                <c:pt idx="1877">
                  <c:v>469.5</c:v>
                </c:pt>
                <c:pt idx="1878">
                  <c:v>469.5</c:v>
                </c:pt>
                <c:pt idx="1879">
                  <c:v>470</c:v>
                </c:pt>
                <c:pt idx="1880">
                  <c:v>470</c:v>
                </c:pt>
                <c:pt idx="1881">
                  <c:v>470.5</c:v>
                </c:pt>
                <c:pt idx="1882">
                  <c:v>470.5</c:v>
                </c:pt>
                <c:pt idx="1883">
                  <c:v>471</c:v>
                </c:pt>
                <c:pt idx="1884">
                  <c:v>471</c:v>
                </c:pt>
                <c:pt idx="1885">
                  <c:v>471.5</c:v>
                </c:pt>
                <c:pt idx="1886">
                  <c:v>471.5</c:v>
                </c:pt>
                <c:pt idx="1887">
                  <c:v>472</c:v>
                </c:pt>
                <c:pt idx="1888">
                  <c:v>472</c:v>
                </c:pt>
                <c:pt idx="1889">
                  <c:v>472.5</c:v>
                </c:pt>
                <c:pt idx="1890">
                  <c:v>472.5</c:v>
                </c:pt>
                <c:pt idx="1891">
                  <c:v>473</c:v>
                </c:pt>
                <c:pt idx="1892">
                  <c:v>473</c:v>
                </c:pt>
                <c:pt idx="1893">
                  <c:v>473.5</c:v>
                </c:pt>
                <c:pt idx="1894">
                  <c:v>473.5</c:v>
                </c:pt>
                <c:pt idx="1895">
                  <c:v>474</c:v>
                </c:pt>
                <c:pt idx="1896">
                  <c:v>474</c:v>
                </c:pt>
                <c:pt idx="1897">
                  <c:v>474.5</c:v>
                </c:pt>
                <c:pt idx="1898">
                  <c:v>474.5</c:v>
                </c:pt>
                <c:pt idx="1899">
                  <c:v>475</c:v>
                </c:pt>
                <c:pt idx="1900">
                  <c:v>475</c:v>
                </c:pt>
                <c:pt idx="1901">
                  <c:v>475.5</c:v>
                </c:pt>
                <c:pt idx="1902">
                  <c:v>475.5</c:v>
                </c:pt>
                <c:pt idx="1903">
                  <c:v>476</c:v>
                </c:pt>
                <c:pt idx="1904">
                  <c:v>476</c:v>
                </c:pt>
                <c:pt idx="1905">
                  <c:v>476.5</c:v>
                </c:pt>
                <c:pt idx="1906">
                  <c:v>476.5</c:v>
                </c:pt>
                <c:pt idx="1907">
                  <c:v>477</c:v>
                </c:pt>
                <c:pt idx="1908">
                  <c:v>477</c:v>
                </c:pt>
                <c:pt idx="1909">
                  <c:v>477.5</c:v>
                </c:pt>
                <c:pt idx="1910">
                  <c:v>477.5</c:v>
                </c:pt>
                <c:pt idx="1911">
                  <c:v>478</c:v>
                </c:pt>
                <c:pt idx="1912">
                  <c:v>478</c:v>
                </c:pt>
                <c:pt idx="1913">
                  <c:v>478.5</c:v>
                </c:pt>
                <c:pt idx="1914">
                  <c:v>478.5</c:v>
                </c:pt>
                <c:pt idx="1915">
                  <c:v>479</c:v>
                </c:pt>
                <c:pt idx="1916">
                  <c:v>479</c:v>
                </c:pt>
                <c:pt idx="1917">
                  <c:v>479.5</c:v>
                </c:pt>
                <c:pt idx="1918">
                  <c:v>479.5</c:v>
                </c:pt>
                <c:pt idx="1919">
                  <c:v>480</c:v>
                </c:pt>
                <c:pt idx="1920">
                  <c:v>480</c:v>
                </c:pt>
                <c:pt idx="1921">
                  <c:v>480.5</c:v>
                </c:pt>
                <c:pt idx="1922">
                  <c:v>480.5</c:v>
                </c:pt>
                <c:pt idx="1923">
                  <c:v>481</c:v>
                </c:pt>
                <c:pt idx="1924">
                  <c:v>481</c:v>
                </c:pt>
                <c:pt idx="1925">
                  <c:v>481.5</c:v>
                </c:pt>
                <c:pt idx="1926">
                  <c:v>481.5</c:v>
                </c:pt>
                <c:pt idx="1927">
                  <c:v>482</c:v>
                </c:pt>
                <c:pt idx="1928">
                  <c:v>482</c:v>
                </c:pt>
                <c:pt idx="1929">
                  <c:v>482.5</c:v>
                </c:pt>
                <c:pt idx="1930">
                  <c:v>482.5</c:v>
                </c:pt>
                <c:pt idx="1931">
                  <c:v>483</c:v>
                </c:pt>
                <c:pt idx="1932">
                  <c:v>483</c:v>
                </c:pt>
                <c:pt idx="1933">
                  <c:v>483.5</c:v>
                </c:pt>
                <c:pt idx="1934">
                  <c:v>483.5</c:v>
                </c:pt>
                <c:pt idx="1935">
                  <c:v>484</c:v>
                </c:pt>
              </c:numCache>
            </c:numRef>
          </c:xVal>
          <c:yVal>
            <c:numRef>
              <c:f>Sheet1!$B$3878:$B$5813</c:f>
              <c:numCache>
                <c:formatCode>General</c:formatCode>
                <c:ptCount val="1936"/>
                <c:pt idx="0">
                  <c:v>0</c:v>
                </c:pt>
                <c:pt idx="1">
                  <c:v>8.89999409</c:v>
                </c:pt>
                <c:pt idx="2">
                  <c:v>8.89999409</c:v>
                </c:pt>
                <c:pt idx="3">
                  <c:v>17.67390301</c:v>
                </c:pt>
                <c:pt idx="4">
                  <c:v>17.67390301</c:v>
                </c:pt>
                <c:pt idx="5">
                  <c:v>26.32171253</c:v>
                </c:pt>
                <c:pt idx="6">
                  <c:v>26.32171253</c:v>
                </c:pt>
                <c:pt idx="7">
                  <c:v>34.84340109</c:v>
                </c:pt>
                <c:pt idx="8">
                  <c:v>34.84340109</c:v>
                </c:pt>
                <c:pt idx="9">
                  <c:v>43.23894043</c:v>
                </c:pt>
                <c:pt idx="10">
                  <c:v>43.23894043</c:v>
                </c:pt>
                <c:pt idx="11">
                  <c:v>51.50829596</c:v>
                </c:pt>
                <c:pt idx="12">
                  <c:v>51.50829596</c:v>
                </c:pt>
                <c:pt idx="13">
                  <c:v>59.65142706</c:v>
                </c:pt>
                <c:pt idx="14">
                  <c:v>59.65142706</c:v>
                </c:pt>
                <c:pt idx="15">
                  <c:v>67.66828726999999</c:v>
                </c:pt>
                <c:pt idx="16">
                  <c:v>67.66828726999999</c:v>
                </c:pt>
                <c:pt idx="17">
                  <c:v>75.5588245</c:v>
                </c:pt>
                <c:pt idx="18">
                  <c:v>75.5588245</c:v>
                </c:pt>
                <c:pt idx="19">
                  <c:v>83.32298114</c:v>
                </c:pt>
                <c:pt idx="20">
                  <c:v>83.32298114</c:v>
                </c:pt>
                <c:pt idx="21">
                  <c:v>90.96069419</c:v>
                </c:pt>
                <c:pt idx="22">
                  <c:v>90.96069419</c:v>
                </c:pt>
                <c:pt idx="23">
                  <c:v>98.47189539999999</c:v>
                </c:pt>
                <c:pt idx="24">
                  <c:v>98.47189539999999</c:v>
                </c:pt>
                <c:pt idx="25">
                  <c:v>105.85651133</c:v>
                </c:pt>
                <c:pt idx="26">
                  <c:v>105.85651133</c:v>
                </c:pt>
                <c:pt idx="27">
                  <c:v>113.11446346</c:v>
                </c:pt>
                <c:pt idx="28">
                  <c:v>113.11446346</c:v>
                </c:pt>
                <c:pt idx="29">
                  <c:v>120.24566824</c:v>
                </c:pt>
                <c:pt idx="30">
                  <c:v>120.24566824</c:v>
                </c:pt>
                <c:pt idx="31">
                  <c:v>127.25003717</c:v>
                </c:pt>
                <c:pt idx="32">
                  <c:v>127.25003717</c:v>
                </c:pt>
                <c:pt idx="33">
                  <c:v>134.12747689</c:v>
                </c:pt>
                <c:pt idx="34">
                  <c:v>134.12747689</c:v>
                </c:pt>
                <c:pt idx="35">
                  <c:v>140.87788918</c:v>
                </c:pt>
                <c:pt idx="36">
                  <c:v>140.87788918</c:v>
                </c:pt>
                <c:pt idx="37">
                  <c:v>147.50117107</c:v>
                </c:pt>
                <c:pt idx="38">
                  <c:v>147.50117107</c:v>
                </c:pt>
                <c:pt idx="39">
                  <c:v>153.99721484</c:v>
                </c:pt>
                <c:pt idx="40">
                  <c:v>153.99721484</c:v>
                </c:pt>
                <c:pt idx="41">
                  <c:v>160.3659081</c:v>
                </c:pt>
                <c:pt idx="42">
                  <c:v>160.3659081</c:v>
                </c:pt>
                <c:pt idx="43">
                  <c:v>166.6071338</c:v>
                </c:pt>
                <c:pt idx="44">
                  <c:v>166.6071338</c:v>
                </c:pt>
                <c:pt idx="45">
                  <c:v>172.72077031</c:v>
                </c:pt>
                <c:pt idx="46">
                  <c:v>172.72077031</c:v>
                </c:pt>
                <c:pt idx="47">
                  <c:v>178.70669142</c:v>
                </c:pt>
                <c:pt idx="48">
                  <c:v>178.70669142</c:v>
                </c:pt>
                <c:pt idx="49">
                  <c:v>184.56476637</c:v>
                </c:pt>
                <c:pt idx="50">
                  <c:v>184.56476637</c:v>
                </c:pt>
                <c:pt idx="51">
                  <c:v>190.29485992</c:v>
                </c:pt>
                <c:pt idx="52">
                  <c:v>190.29485992</c:v>
                </c:pt>
                <c:pt idx="53">
                  <c:v>195.89683231</c:v>
                </c:pt>
                <c:pt idx="54">
                  <c:v>195.89683231</c:v>
                </c:pt>
                <c:pt idx="55">
                  <c:v>201.37053939</c:v>
                </c:pt>
                <c:pt idx="56">
                  <c:v>201.37053939</c:v>
                </c:pt>
                <c:pt idx="57">
                  <c:v>206.71583253</c:v>
                </c:pt>
                <c:pt idx="58">
                  <c:v>206.71583253</c:v>
                </c:pt>
                <c:pt idx="59">
                  <c:v>211.93255873</c:v>
                </c:pt>
                <c:pt idx="60">
                  <c:v>211.93255873</c:v>
                </c:pt>
                <c:pt idx="61">
                  <c:v>217.0205606</c:v>
                </c:pt>
                <c:pt idx="62">
                  <c:v>217.0205606</c:v>
                </c:pt>
                <c:pt idx="63">
                  <c:v>221.9796764</c:v>
                </c:pt>
                <c:pt idx="64">
                  <c:v>221.9796764</c:v>
                </c:pt>
                <c:pt idx="65">
                  <c:v>226.80974004</c:v>
                </c:pt>
                <c:pt idx="66">
                  <c:v>226.80974004</c:v>
                </c:pt>
                <c:pt idx="67">
                  <c:v>231.51058112</c:v>
                </c:pt>
                <c:pt idx="68">
                  <c:v>231.51058112</c:v>
                </c:pt>
                <c:pt idx="69">
                  <c:v>236.08202494</c:v>
                </c:pt>
                <c:pt idx="70">
                  <c:v>236.08202494</c:v>
                </c:pt>
                <c:pt idx="71">
                  <c:v>240.52389249</c:v>
                </c:pt>
                <c:pt idx="72">
                  <c:v>240.52389249</c:v>
                </c:pt>
                <c:pt idx="73">
                  <c:v>244.83600052</c:v>
                </c:pt>
                <c:pt idx="74">
                  <c:v>244.83600052</c:v>
                </c:pt>
                <c:pt idx="75">
                  <c:v>249.0181615</c:v>
                </c:pt>
                <c:pt idx="76">
                  <c:v>249.0181615</c:v>
                </c:pt>
                <c:pt idx="77">
                  <c:v>253.07018365</c:v>
                </c:pt>
                <c:pt idx="78">
                  <c:v>253.07018365</c:v>
                </c:pt>
                <c:pt idx="79">
                  <c:v>256.991871</c:v>
                </c:pt>
                <c:pt idx="80">
                  <c:v>256.991871</c:v>
                </c:pt>
                <c:pt idx="81">
                  <c:v>260.7830233</c:v>
                </c:pt>
                <c:pt idx="82">
                  <c:v>260.7830233</c:v>
                </c:pt>
                <c:pt idx="83">
                  <c:v>264.44343615</c:v>
                </c:pt>
                <c:pt idx="84">
                  <c:v>264.44343615</c:v>
                </c:pt>
                <c:pt idx="85">
                  <c:v>267.97290089</c:v>
                </c:pt>
                <c:pt idx="86">
                  <c:v>267.97290089</c:v>
                </c:pt>
                <c:pt idx="87">
                  <c:v>271.37120473</c:v>
                </c:pt>
                <c:pt idx="88">
                  <c:v>271.37120473</c:v>
                </c:pt>
                <c:pt idx="89">
                  <c:v>274.63813067</c:v>
                </c:pt>
                <c:pt idx="90">
                  <c:v>274.63813067</c:v>
                </c:pt>
                <c:pt idx="91">
                  <c:v>277.77345752</c:v>
                </c:pt>
                <c:pt idx="92">
                  <c:v>277.77345752</c:v>
                </c:pt>
                <c:pt idx="93">
                  <c:v>280.77695996</c:v>
                </c:pt>
                <c:pt idx="94">
                  <c:v>280.77695996</c:v>
                </c:pt>
                <c:pt idx="95">
                  <c:v>283.64840849</c:v>
                </c:pt>
                <c:pt idx="96">
                  <c:v>283.64840849</c:v>
                </c:pt>
                <c:pt idx="97">
                  <c:v>286.38756946</c:v>
                </c:pt>
                <c:pt idx="98">
                  <c:v>286.38756946</c:v>
                </c:pt>
                <c:pt idx="99">
                  <c:v>288.99420508</c:v>
                </c:pt>
                <c:pt idx="100">
                  <c:v>288.99420508</c:v>
                </c:pt>
                <c:pt idx="101">
                  <c:v>291.46807341</c:v>
                </c:pt>
                <c:pt idx="102">
                  <c:v>291.46807341</c:v>
                </c:pt>
                <c:pt idx="103">
                  <c:v>293.80892838</c:v>
                </c:pt>
                <c:pt idx="104">
                  <c:v>293.80892838</c:v>
                </c:pt>
                <c:pt idx="105">
                  <c:v>296.01651978</c:v>
                </c:pt>
                <c:pt idx="106">
                  <c:v>296.01651978</c:v>
                </c:pt>
                <c:pt idx="107">
                  <c:v>298.09059329</c:v>
                </c:pt>
                <c:pt idx="108">
                  <c:v>298.09059329</c:v>
                </c:pt>
                <c:pt idx="109">
                  <c:v>300.03089044</c:v>
                </c:pt>
                <c:pt idx="110">
                  <c:v>300.03089044</c:v>
                </c:pt>
                <c:pt idx="111">
                  <c:v>301.83714865</c:v>
                </c:pt>
                <c:pt idx="112">
                  <c:v>301.83714865</c:v>
                </c:pt>
                <c:pt idx="113">
                  <c:v>303.50910123</c:v>
                </c:pt>
                <c:pt idx="114">
                  <c:v>303.50910123</c:v>
                </c:pt>
                <c:pt idx="115">
                  <c:v>305.04647734</c:v>
                </c:pt>
                <c:pt idx="116">
                  <c:v>305.04647734</c:v>
                </c:pt>
                <c:pt idx="117">
                  <c:v>306.44900207</c:v>
                </c:pt>
                <c:pt idx="118">
                  <c:v>306.44900207</c:v>
                </c:pt>
                <c:pt idx="119">
                  <c:v>307.71639635</c:v>
                </c:pt>
                <c:pt idx="120">
                  <c:v>307.71639635</c:v>
                </c:pt>
                <c:pt idx="121">
                  <c:v>308.84837702</c:v>
                </c:pt>
                <c:pt idx="122">
                  <c:v>308.84837702</c:v>
                </c:pt>
                <c:pt idx="123">
                  <c:v>309.8446568</c:v>
                </c:pt>
                <c:pt idx="124">
                  <c:v>309.8446568</c:v>
                </c:pt>
                <c:pt idx="125">
                  <c:v>310.7049443</c:v>
                </c:pt>
                <c:pt idx="126">
                  <c:v>310.7049443</c:v>
                </c:pt>
                <c:pt idx="127">
                  <c:v>311.42894402</c:v>
                </c:pt>
                <c:pt idx="128">
                  <c:v>311.42894402</c:v>
                </c:pt>
                <c:pt idx="129">
                  <c:v>312.01635631</c:v>
                </c:pt>
                <c:pt idx="130">
                  <c:v>312.01635631</c:v>
                </c:pt>
                <c:pt idx="131">
                  <c:v>312.46687746</c:v>
                </c:pt>
                <c:pt idx="132">
                  <c:v>312.46687746</c:v>
                </c:pt>
                <c:pt idx="133">
                  <c:v>312.78019959</c:v>
                </c:pt>
                <c:pt idx="134">
                  <c:v>312.78019959</c:v>
                </c:pt>
                <c:pt idx="135">
                  <c:v>312.95601073</c:v>
                </c:pt>
                <c:pt idx="136">
                  <c:v>312.95601073</c:v>
                </c:pt>
                <c:pt idx="137">
                  <c:v>312.99399479</c:v>
                </c:pt>
                <c:pt idx="138">
                  <c:v>312.99399479</c:v>
                </c:pt>
                <c:pt idx="139">
                  <c:v>312.89383154</c:v>
                </c:pt>
                <c:pt idx="140">
                  <c:v>312.89383154</c:v>
                </c:pt>
                <c:pt idx="141">
                  <c:v>312.65519664</c:v>
                </c:pt>
                <c:pt idx="142">
                  <c:v>312.65519664</c:v>
                </c:pt>
                <c:pt idx="143">
                  <c:v>312.27776162</c:v>
                </c:pt>
                <c:pt idx="144">
                  <c:v>312.27776162</c:v>
                </c:pt>
                <c:pt idx="145">
                  <c:v>311.76119386</c:v>
                </c:pt>
                <c:pt idx="146">
                  <c:v>311.76119386</c:v>
                </c:pt>
                <c:pt idx="147">
                  <c:v>311.10515663</c:v>
                </c:pt>
                <c:pt idx="148">
                  <c:v>311.10515663</c:v>
                </c:pt>
                <c:pt idx="149">
                  <c:v>310.30930904</c:v>
                </c:pt>
                <c:pt idx="150">
                  <c:v>310.30930904</c:v>
                </c:pt>
                <c:pt idx="151">
                  <c:v>309.37330608</c:v>
                </c:pt>
                <c:pt idx="152">
                  <c:v>309.37330608</c:v>
                </c:pt>
                <c:pt idx="153">
                  <c:v>308.29679857</c:v>
                </c:pt>
                <c:pt idx="154">
                  <c:v>308.29679857</c:v>
                </c:pt>
                <c:pt idx="155">
                  <c:v>307.07943319</c:v>
                </c:pt>
                <c:pt idx="156">
                  <c:v>307.07943319</c:v>
                </c:pt>
                <c:pt idx="157">
                  <c:v>305.72085246</c:v>
                </c:pt>
                <c:pt idx="158">
                  <c:v>305.72085246</c:v>
                </c:pt>
                <c:pt idx="159">
                  <c:v>304.22069475</c:v>
                </c:pt>
                <c:pt idx="160">
                  <c:v>304.22069475</c:v>
                </c:pt>
                <c:pt idx="161">
                  <c:v>302.57859425</c:v>
                </c:pt>
                <c:pt idx="162">
                  <c:v>302.57859424</c:v>
                </c:pt>
                <c:pt idx="163">
                  <c:v>300.79418097</c:v>
                </c:pt>
                <c:pt idx="164">
                  <c:v>300.79418097</c:v>
                </c:pt>
                <c:pt idx="165">
                  <c:v>298.86708077</c:v>
                </c:pt>
                <c:pt idx="166">
                  <c:v>298.86708077</c:v>
                </c:pt>
                <c:pt idx="167">
                  <c:v>296.7969153</c:v>
                </c:pt>
                <c:pt idx="168">
                  <c:v>296.7969153</c:v>
                </c:pt>
                <c:pt idx="169">
                  <c:v>294.58330204</c:v>
                </c:pt>
                <c:pt idx="170">
                  <c:v>294.58330204</c:v>
                </c:pt>
                <c:pt idx="171">
                  <c:v>292.22585426</c:v>
                </c:pt>
                <c:pt idx="172">
                  <c:v>292.22585426</c:v>
                </c:pt>
                <c:pt idx="173">
                  <c:v>289.72418103</c:v>
                </c:pt>
                <c:pt idx="174">
                  <c:v>289.72418103</c:v>
                </c:pt>
                <c:pt idx="175">
                  <c:v>287.07788721</c:v>
                </c:pt>
                <c:pt idx="176">
                  <c:v>287.07788721</c:v>
                </c:pt>
                <c:pt idx="177">
                  <c:v>284.28657346</c:v>
                </c:pt>
                <c:pt idx="178">
                  <c:v>284.28657346</c:v>
                </c:pt>
                <c:pt idx="179">
                  <c:v>281.34983619</c:v>
                </c:pt>
                <c:pt idx="180">
                  <c:v>281.34983619</c:v>
                </c:pt>
                <c:pt idx="181">
                  <c:v>278.26726759</c:v>
                </c:pt>
                <c:pt idx="182">
                  <c:v>278.2672676</c:v>
                </c:pt>
                <c:pt idx="183">
                  <c:v>275.03845562</c:v>
                </c:pt>
                <c:pt idx="184">
                  <c:v>275.03845562</c:v>
                </c:pt>
                <c:pt idx="185">
                  <c:v>271.66298397</c:v>
                </c:pt>
                <c:pt idx="186">
                  <c:v>271.66298397</c:v>
                </c:pt>
                <c:pt idx="187">
                  <c:v>268.1404321</c:v>
                </c:pt>
                <c:pt idx="188">
                  <c:v>268.1404321</c:v>
                </c:pt>
                <c:pt idx="189">
                  <c:v>264.47037519</c:v>
                </c:pt>
                <c:pt idx="190">
                  <c:v>264.47037519</c:v>
                </c:pt>
                <c:pt idx="191">
                  <c:v>260.65238417</c:v>
                </c:pt>
                <c:pt idx="192">
                  <c:v>260.65238417</c:v>
                </c:pt>
                <c:pt idx="193">
                  <c:v>256.68602565</c:v>
                </c:pt>
                <c:pt idx="194">
                  <c:v>256.68602565</c:v>
                </c:pt>
                <c:pt idx="195">
                  <c:v>252.57086198</c:v>
                </c:pt>
                <c:pt idx="196">
                  <c:v>252.57086198</c:v>
                </c:pt>
                <c:pt idx="197">
                  <c:v>248.30645122</c:v>
                </c:pt>
                <c:pt idx="198">
                  <c:v>248.30645122</c:v>
                </c:pt>
                <c:pt idx="199">
                  <c:v>243.89234709</c:v>
                </c:pt>
                <c:pt idx="200">
                  <c:v>243.89234709</c:v>
                </c:pt>
                <c:pt idx="201">
                  <c:v>239.32809902</c:v>
                </c:pt>
                <c:pt idx="202">
                  <c:v>239.32809902</c:v>
                </c:pt>
                <c:pt idx="203">
                  <c:v>234.61325211</c:v>
                </c:pt>
                <c:pt idx="204">
                  <c:v>234.61325211</c:v>
                </c:pt>
                <c:pt idx="205">
                  <c:v>229.74734712</c:v>
                </c:pt>
                <c:pt idx="206">
                  <c:v>229.74734712</c:v>
                </c:pt>
                <c:pt idx="207">
                  <c:v>224.72992045</c:v>
                </c:pt>
                <c:pt idx="208">
                  <c:v>224.72992045</c:v>
                </c:pt>
                <c:pt idx="209">
                  <c:v>219.56050416</c:v>
                </c:pt>
                <c:pt idx="210">
                  <c:v>219.56050416</c:v>
                </c:pt>
                <c:pt idx="211">
                  <c:v>214.23862595</c:v>
                </c:pt>
                <c:pt idx="212">
                  <c:v>214.23862595</c:v>
                </c:pt>
                <c:pt idx="213">
                  <c:v>208.76380912</c:v>
                </c:pt>
                <c:pt idx="214">
                  <c:v>208.76380912</c:v>
                </c:pt>
                <c:pt idx="215">
                  <c:v>203.1355726</c:v>
                </c:pt>
                <c:pt idx="216">
                  <c:v>203.1355726</c:v>
                </c:pt>
                <c:pt idx="217">
                  <c:v>197.35343092</c:v>
                </c:pt>
                <c:pt idx="218">
                  <c:v>197.35343092</c:v>
                </c:pt>
                <c:pt idx="219">
                  <c:v>191.41689419</c:v>
                </c:pt>
                <c:pt idx="220">
                  <c:v>191.41689419</c:v>
                </c:pt>
                <c:pt idx="221">
                  <c:v>185.32546811</c:v>
                </c:pt>
                <c:pt idx="222">
                  <c:v>185.32546811</c:v>
                </c:pt>
                <c:pt idx="223">
                  <c:v>179.07865395</c:v>
                </c:pt>
                <c:pt idx="224">
                  <c:v>179.07865395</c:v>
                </c:pt>
                <c:pt idx="225">
                  <c:v>172.67594852</c:v>
                </c:pt>
                <c:pt idx="226">
                  <c:v>172.67594852</c:v>
                </c:pt>
                <c:pt idx="227">
                  <c:v>166.1168442</c:v>
                </c:pt>
                <c:pt idx="228">
                  <c:v>166.1168442</c:v>
                </c:pt>
                <c:pt idx="229">
                  <c:v>159.40082888</c:v>
                </c:pt>
                <c:pt idx="230">
                  <c:v>159.40082888</c:v>
                </c:pt>
                <c:pt idx="231">
                  <c:v>152.52738599</c:v>
                </c:pt>
                <c:pt idx="232">
                  <c:v>152.52738599</c:v>
                </c:pt>
                <c:pt idx="233">
                  <c:v>145.49599445</c:v>
                </c:pt>
                <c:pt idx="234">
                  <c:v>145.49599445</c:v>
                </c:pt>
                <c:pt idx="235">
                  <c:v>138.30612871</c:v>
                </c:pt>
                <c:pt idx="236">
                  <c:v>138.30612871</c:v>
                </c:pt>
                <c:pt idx="237">
                  <c:v>130.95725867</c:v>
                </c:pt>
                <c:pt idx="238">
                  <c:v>130.95725867</c:v>
                </c:pt>
                <c:pt idx="239">
                  <c:v>123.44884972</c:v>
                </c:pt>
                <c:pt idx="240">
                  <c:v>123.44884972</c:v>
                </c:pt>
                <c:pt idx="241">
                  <c:v>115.7803627</c:v>
                </c:pt>
                <c:pt idx="242">
                  <c:v>115.7803627</c:v>
                </c:pt>
                <c:pt idx="243">
                  <c:v>107.95125392</c:v>
                </c:pt>
                <c:pt idx="244">
                  <c:v>107.95125392</c:v>
                </c:pt>
                <c:pt idx="245">
                  <c:v>99.9609751</c:v>
                </c:pt>
                <c:pt idx="246">
                  <c:v>99.96097511000001</c:v>
                </c:pt>
                <c:pt idx="247">
                  <c:v>91.8089734</c:v>
                </c:pt>
                <c:pt idx="248">
                  <c:v>91.8089734</c:v>
                </c:pt>
                <c:pt idx="249">
                  <c:v>83.49469136</c:v>
                </c:pt>
                <c:pt idx="250">
                  <c:v>83.49469136</c:v>
                </c:pt>
                <c:pt idx="251">
                  <c:v>75.01756695</c:v>
                </c:pt>
                <c:pt idx="252">
                  <c:v>75.01756695</c:v>
                </c:pt>
                <c:pt idx="253">
                  <c:v>66.37703349</c:v>
                </c:pt>
                <c:pt idx="254">
                  <c:v>66.37703349</c:v>
                </c:pt>
                <c:pt idx="255">
                  <c:v>57.57251969</c:v>
                </c:pt>
                <c:pt idx="256">
                  <c:v>57.57251969</c:v>
                </c:pt>
                <c:pt idx="257">
                  <c:v>48.6034496</c:v>
                </c:pt>
                <c:pt idx="258">
                  <c:v>48.6034496</c:v>
                </c:pt>
                <c:pt idx="259">
                  <c:v>39.46924262</c:v>
                </c:pt>
                <c:pt idx="260">
                  <c:v>39.46924262</c:v>
                </c:pt>
                <c:pt idx="261">
                  <c:v>30.16931348</c:v>
                </c:pt>
                <c:pt idx="262">
                  <c:v>30.16931348</c:v>
                </c:pt>
                <c:pt idx="263">
                  <c:v>20.7030722</c:v>
                </c:pt>
                <c:pt idx="264">
                  <c:v>20.7030722</c:v>
                </c:pt>
                <c:pt idx="265">
                  <c:v>11.06992411</c:v>
                </c:pt>
                <c:pt idx="266">
                  <c:v>11.06992411</c:v>
                </c:pt>
                <c:pt idx="267">
                  <c:v>1.26926983</c:v>
                </c:pt>
                <c:pt idx="268">
                  <c:v>1.26926983</c:v>
                </c:pt>
                <c:pt idx="269">
                  <c:v>-8.699494749999999</c:v>
                </c:pt>
                <c:pt idx="270">
                  <c:v>-8.699494749999999</c:v>
                </c:pt>
                <c:pt idx="271">
                  <c:v>-18.83697851</c:v>
                </c:pt>
                <c:pt idx="272">
                  <c:v>-18.83697851</c:v>
                </c:pt>
                <c:pt idx="273">
                  <c:v>-29.14379507</c:v>
                </c:pt>
                <c:pt idx="274">
                  <c:v>-29.14379507</c:v>
                </c:pt>
                <c:pt idx="275">
                  <c:v>-39.62056283</c:v>
                </c:pt>
                <c:pt idx="276">
                  <c:v>-39.62056283</c:v>
                </c:pt>
                <c:pt idx="277">
                  <c:v>-50.26790498</c:v>
                </c:pt>
                <c:pt idx="278">
                  <c:v>-50.26790498</c:v>
                </c:pt>
                <c:pt idx="279">
                  <c:v>-61.08644953</c:v>
                </c:pt>
                <c:pt idx="280">
                  <c:v>-61.08644953</c:v>
                </c:pt>
                <c:pt idx="281">
                  <c:v>-72.07682928</c:v>
                </c:pt>
                <c:pt idx="282">
                  <c:v>-72.07682928</c:v>
                </c:pt>
                <c:pt idx="283">
                  <c:v>-83.23968189</c:v>
                </c:pt>
                <c:pt idx="284">
                  <c:v>-83.23968189</c:v>
                </c:pt>
                <c:pt idx="285">
                  <c:v>-94.57564988999999</c:v>
                </c:pt>
                <c:pt idx="286">
                  <c:v>-94.57564988999999</c:v>
                </c:pt>
                <c:pt idx="287">
                  <c:v>-106.08538064</c:v>
                </c:pt>
                <c:pt idx="288">
                  <c:v>-106.08538064</c:v>
                </c:pt>
                <c:pt idx="289">
                  <c:v>-117.7695264</c:v>
                </c:pt>
                <c:pt idx="290">
                  <c:v>-117.7695264</c:v>
                </c:pt>
                <c:pt idx="291">
                  <c:v>-129.62874435</c:v>
                </c:pt>
                <c:pt idx="292">
                  <c:v>-129.62874435</c:v>
                </c:pt>
                <c:pt idx="293">
                  <c:v>-141.66369655</c:v>
                </c:pt>
                <c:pt idx="294">
                  <c:v>-141.66369655</c:v>
                </c:pt>
                <c:pt idx="295">
                  <c:v>-153.87505002</c:v>
                </c:pt>
                <c:pt idx="296">
                  <c:v>-153.87505002</c:v>
                </c:pt>
                <c:pt idx="297">
                  <c:v>-166.26347671</c:v>
                </c:pt>
                <c:pt idx="298">
                  <c:v>-166.26347671</c:v>
                </c:pt>
                <c:pt idx="299">
                  <c:v>-178.82965355</c:v>
                </c:pt>
                <c:pt idx="300">
                  <c:v>-178.82965355</c:v>
                </c:pt>
                <c:pt idx="301">
                  <c:v>-191.57426245</c:v>
                </c:pt>
                <c:pt idx="302">
                  <c:v>-191.57426244</c:v>
                </c:pt>
                <c:pt idx="303">
                  <c:v>-204.4979903</c:v>
                </c:pt>
                <c:pt idx="304">
                  <c:v>-204.4979903</c:v>
                </c:pt>
                <c:pt idx="305">
                  <c:v>-217.60152903</c:v>
                </c:pt>
                <c:pt idx="306">
                  <c:v>-217.60152903</c:v>
                </c:pt>
                <c:pt idx="307">
                  <c:v>-230.88557558</c:v>
                </c:pt>
                <c:pt idx="308">
                  <c:v>-230.88557558</c:v>
                </c:pt>
                <c:pt idx="309">
                  <c:v>-244.35083196</c:v>
                </c:pt>
                <c:pt idx="310">
                  <c:v>-244.35083196</c:v>
                </c:pt>
                <c:pt idx="311">
                  <c:v>-257.99800522</c:v>
                </c:pt>
                <c:pt idx="312">
                  <c:v>-257.99800522</c:v>
                </c:pt>
                <c:pt idx="313">
                  <c:v>-271.82780752</c:v>
                </c:pt>
                <c:pt idx="314">
                  <c:v>-271.82780752</c:v>
                </c:pt>
                <c:pt idx="315">
                  <c:v>-285.8409561</c:v>
                </c:pt>
                <c:pt idx="316">
                  <c:v>-285.8409561</c:v>
                </c:pt>
                <c:pt idx="317">
                  <c:v>-300.03817332</c:v>
                </c:pt>
                <c:pt idx="318">
                  <c:v>-300.03817332</c:v>
                </c:pt>
                <c:pt idx="319">
                  <c:v>-314.4201867</c:v>
                </c:pt>
                <c:pt idx="320">
                  <c:v>-314.4201867</c:v>
                </c:pt>
                <c:pt idx="321">
                  <c:v>-328.98772888</c:v>
                </c:pt>
                <c:pt idx="322">
                  <c:v>-328.98772888</c:v>
                </c:pt>
                <c:pt idx="323">
                  <c:v>-343.74153768</c:v>
                </c:pt>
                <c:pt idx="324">
                  <c:v>-343.74153768</c:v>
                </c:pt>
                <c:pt idx="325">
                  <c:v>-358.68235613</c:v>
                </c:pt>
                <c:pt idx="326">
                  <c:v>-358.68235613</c:v>
                </c:pt>
                <c:pt idx="327">
                  <c:v>-373.81093243</c:v>
                </c:pt>
                <c:pt idx="328">
                  <c:v>-373.81093243</c:v>
                </c:pt>
                <c:pt idx="329">
                  <c:v>-389.12802005</c:v>
                </c:pt>
                <c:pt idx="330">
                  <c:v>-389.12802005</c:v>
                </c:pt>
                <c:pt idx="331">
                  <c:v>-404.63437765</c:v>
                </c:pt>
                <c:pt idx="332">
                  <c:v>-404.63437765</c:v>
                </c:pt>
                <c:pt idx="333">
                  <c:v>-420.3307692</c:v>
                </c:pt>
                <c:pt idx="334">
                  <c:v>-420.3307692</c:v>
                </c:pt>
                <c:pt idx="335">
                  <c:v>-436.21796391</c:v>
                </c:pt>
                <c:pt idx="336">
                  <c:v>-436.21796391</c:v>
                </c:pt>
                <c:pt idx="337">
                  <c:v>-452.29673633</c:v>
                </c:pt>
                <c:pt idx="338">
                  <c:v>-452.29673633</c:v>
                </c:pt>
                <c:pt idx="339">
                  <c:v>-468.56786628</c:v>
                </c:pt>
                <c:pt idx="340">
                  <c:v>-468.56786628</c:v>
                </c:pt>
                <c:pt idx="341">
                  <c:v>-485.03213896</c:v>
                </c:pt>
                <c:pt idx="342">
                  <c:v>-485.03213896</c:v>
                </c:pt>
                <c:pt idx="343">
                  <c:v>-501.69034488</c:v>
                </c:pt>
                <c:pt idx="344">
                  <c:v>-501.69034488</c:v>
                </c:pt>
                <c:pt idx="345">
                  <c:v>-518.54327997</c:v>
                </c:pt>
                <c:pt idx="346">
                  <c:v>-518.54327997</c:v>
                </c:pt>
                <c:pt idx="347">
                  <c:v>-535.59174552</c:v>
                </c:pt>
                <c:pt idx="348">
                  <c:v>-535.59174552</c:v>
                </c:pt>
                <c:pt idx="349">
                  <c:v>-552.83654824</c:v>
                </c:pt>
                <c:pt idx="350">
                  <c:v>-552.83654824</c:v>
                </c:pt>
                <c:pt idx="351">
                  <c:v>-570.27850028</c:v>
                </c:pt>
                <c:pt idx="352">
                  <c:v>-570.27850027</c:v>
                </c:pt>
                <c:pt idx="353">
                  <c:v>-587.91841921</c:v>
                </c:pt>
                <c:pt idx="354">
                  <c:v>-587.91841921</c:v>
                </c:pt>
                <c:pt idx="355">
                  <c:v>-605.7571281</c:v>
                </c:pt>
                <c:pt idx="356">
                  <c:v>-605.7571281</c:v>
                </c:pt>
                <c:pt idx="357">
                  <c:v>-623.79545551</c:v>
                </c:pt>
                <c:pt idx="358">
                  <c:v>-623.79545551</c:v>
                </c:pt>
                <c:pt idx="359">
                  <c:v>-642.0342355</c:v>
                </c:pt>
                <c:pt idx="360">
                  <c:v>-642.0342355</c:v>
                </c:pt>
                <c:pt idx="361">
                  <c:v>-660.47430765</c:v>
                </c:pt>
                <c:pt idx="362">
                  <c:v>-660.47430765</c:v>
                </c:pt>
                <c:pt idx="363">
                  <c:v>-679.11651709</c:v>
                </c:pt>
                <c:pt idx="364">
                  <c:v>-679.11651709</c:v>
                </c:pt>
                <c:pt idx="365">
                  <c:v>-697.96171453</c:v>
                </c:pt>
                <c:pt idx="366">
                  <c:v>-697.96171453</c:v>
                </c:pt>
                <c:pt idx="367">
                  <c:v>-717.01075626</c:v>
                </c:pt>
                <c:pt idx="368">
                  <c:v>-717.01075626</c:v>
                </c:pt>
                <c:pt idx="369">
                  <c:v>-736.26450418</c:v>
                </c:pt>
                <c:pt idx="370">
                  <c:v>-736.26450418</c:v>
                </c:pt>
                <c:pt idx="371">
                  <c:v>-755.72382583</c:v>
                </c:pt>
                <c:pt idx="372">
                  <c:v>-755.72382583</c:v>
                </c:pt>
                <c:pt idx="373">
                  <c:v>-775.3895943799999</c:v>
                </c:pt>
                <c:pt idx="374">
                  <c:v>-775.3895943799999</c:v>
                </c:pt>
                <c:pt idx="375">
                  <c:v>-795.26268867</c:v>
                </c:pt>
                <c:pt idx="376">
                  <c:v>-795.26268867</c:v>
                </c:pt>
                <c:pt idx="377">
                  <c:v>-815.3439932700001</c:v>
                </c:pt>
                <c:pt idx="378">
                  <c:v>-815.34399326</c:v>
                </c:pt>
                <c:pt idx="379">
                  <c:v>-835.6343984</c:v>
                </c:pt>
                <c:pt idx="380">
                  <c:v>-835.6343984</c:v>
                </c:pt>
                <c:pt idx="381">
                  <c:v>-856.13480005</c:v>
                </c:pt>
                <c:pt idx="382">
                  <c:v>-856.13480005</c:v>
                </c:pt>
                <c:pt idx="383">
                  <c:v>-876.8460999500001</c:v>
                </c:pt>
                <c:pt idx="384">
                  <c:v>-876.8460999500001</c:v>
                </c:pt>
                <c:pt idx="385">
                  <c:v>-897.76920561</c:v>
                </c:pt>
                <c:pt idx="386">
                  <c:v>-897.76920561</c:v>
                </c:pt>
                <c:pt idx="387">
                  <c:v>-918.90503033</c:v>
                </c:pt>
                <c:pt idx="388">
                  <c:v>-918.90503033</c:v>
                </c:pt>
                <c:pt idx="389">
                  <c:v>-940.25449323</c:v>
                </c:pt>
                <c:pt idx="390">
                  <c:v>-940.25449323</c:v>
                </c:pt>
                <c:pt idx="391">
                  <c:v>-961.81851924</c:v>
                </c:pt>
                <c:pt idx="392">
                  <c:v>-961.81851924</c:v>
                </c:pt>
                <c:pt idx="393">
                  <c:v>-983.59803918</c:v>
                </c:pt>
                <c:pt idx="394">
                  <c:v>-983.59803918</c:v>
                </c:pt>
                <c:pt idx="395">
                  <c:v>-1005.59398974</c:v>
                </c:pt>
                <c:pt idx="396">
                  <c:v>-1005.59398974</c:v>
                </c:pt>
                <c:pt idx="397">
                  <c:v>-1027.80731352</c:v>
                </c:pt>
                <c:pt idx="398">
                  <c:v>-1027.80731352</c:v>
                </c:pt>
                <c:pt idx="399">
                  <c:v>-1050.23895902</c:v>
                </c:pt>
                <c:pt idx="400">
                  <c:v>-1050.23895902</c:v>
                </c:pt>
                <c:pt idx="401">
                  <c:v>-1072.88988071</c:v>
                </c:pt>
                <c:pt idx="402">
                  <c:v>-1072.8898807</c:v>
                </c:pt>
                <c:pt idx="403">
                  <c:v>-1095.76103899</c:v>
                </c:pt>
                <c:pt idx="404">
                  <c:v>-1095.76103899</c:v>
                </c:pt>
                <c:pt idx="405">
                  <c:v>-1118.85340028</c:v>
                </c:pt>
                <c:pt idx="406">
                  <c:v>-1118.85340028</c:v>
                </c:pt>
                <c:pt idx="407">
                  <c:v>-1142.16793699</c:v>
                </c:pt>
                <c:pt idx="408">
                  <c:v>-1142.167937</c:v>
                </c:pt>
                <c:pt idx="409">
                  <c:v>-1165.70562758</c:v>
                </c:pt>
                <c:pt idx="410">
                  <c:v>-1165.70562758</c:v>
                </c:pt>
                <c:pt idx="411">
                  <c:v>-1189.46745655</c:v>
                </c:pt>
                <c:pt idx="412">
                  <c:v>-1189.46745655</c:v>
                </c:pt>
                <c:pt idx="413">
                  <c:v>-1213.45441448</c:v>
                </c:pt>
                <c:pt idx="414">
                  <c:v>-1213.45441448</c:v>
                </c:pt>
                <c:pt idx="415">
                  <c:v>-1237.66749805</c:v>
                </c:pt>
                <c:pt idx="416">
                  <c:v>-1237.66749804</c:v>
                </c:pt>
                <c:pt idx="417">
                  <c:v>-1262.10771004</c:v>
                </c:pt>
                <c:pt idx="418">
                  <c:v>-1262.10771004</c:v>
                </c:pt>
                <c:pt idx="419">
                  <c:v>-1286.7760594</c:v>
                </c:pt>
                <c:pt idx="420">
                  <c:v>-1286.77605941</c:v>
                </c:pt>
                <c:pt idx="421">
                  <c:v>-1311.67356125</c:v>
                </c:pt>
                <c:pt idx="422">
                  <c:v>-1311.67356125</c:v>
                </c:pt>
                <c:pt idx="423">
                  <c:v>-1336.80123687</c:v>
                </c:pt>
                <c:pt idx="424">
                  <c:v>-1336.80123688</c:v>
                </c:pt>
                <c:pt idx="425">
                  <c:v>-1362.16011377</c:v>
                </c:pt>
                <c:pt idx="426">
                  <c:v>-1362.16011377</c:v>
                </c:pt>
                <c:pt idx="427">
                  <c:v>-1387.75122569</c:v>
                </c:pt>
                <c:pt idx="428">
                  <c:v>-1387.75122569</c:v>
                </c:pt>
                <c:pt idx="429">
                  <c:v>-1413.57561262</c:v>
                </c:pt>
                <c:pt idx="430">
                  <c:v>-1413.57561261</c:v>
                </c:pt>
                <c:pt idx="431">
                  <c:v>-1439.63432083</c:v>
                </c:pt>
                <c:pt idx="432">
                  <c:v>-1439.63432083</c:v>
                </c:pt>
                <c:pt idx="433">
                  <c:v>-1465.9284029</c:v>
                </c:pt>
                <c:pt idx="434">
                  <c:v>-1465.9284029</c:v>
                </c:pt>
                <c:pt idx="435">
                  <c:v>-1492.45891774</c:v>
                </c:pt>
                <c:pt idx="436">
                  <c:v>-1492.45891774</c:v>
                </c:pt>
                <c:pt idx="437">
                  <c:v>-1519.2269306</c:v>
                </c:pt>
                <c:pt idx="438">
                  <c:v>-1519.2269306</c:v>
                </c:pt>
                <c:pt idx="439">
                  <c:v>-1546.23351311</c:v>
                </c:pt>
                <c:pt idx="440">
                  <c:v>-1546.23351311</c:v>
                </c:pt>
                <c:pt idx="441">
                  <c:v>-1573.47974329</c:v>
                </c:pt>
                <c:pt idx="442">
                  <c:v>-1573.47974328</c:v>
                </c:pt>
                <c:pt idx="443">
                  <c:v>-1600.96670556</c:v>
                </c:pt>
                <c:pt idx="444">
                  <c:v>-1600.96670556</c:v>
                </c:pt>
                <c:pt idx="445">
                  <c:v>-1628.69549082</c:v>
                </c:pt>
                <c:pt idx="446">
                  <c:v>-1628.69549083</c:v>
                </c:pt>
                <c:pt idx="447">
                  <c:v>-1656.66719643</c:v>
                </c:pt>
                <c:pt idx="448">
                  <c:v>-1656.66719643</c:v>
                </c:pt>
                <c:pt idx="449">
                  <c:v>-1684.88292622</c:v>
                </c:pt>
                <c:pt idx="450">
                  <c:v>-1684.88292622</c:v>
                </c:pt>
                <c:pt idx="451">
                  <c:v>-1713.34379054</c:v>
                </c:pt>
                <c:pt idx="452">
                  <c:v>-1713.34379054</c:v>
                </c:pt>
                <c:pt idx="453">
                  <c:v>-1742.05090629</c:v>
                </c:pt>
                <c:pt idx="454">
                  <c:v>-1742.05090628</c:v>
                </c:pt>
                <c:pt idx="455">
                  <c:v>-1771.00539692</c:v>
                </c:pt>
                <c:pt idx="456">
                  <c:v>-1771.00539692</c:v>
                </c:pt>
                <c:pt idx="457">
                  <c:v>-1800.20839249</c:v>
                </c:pt>
                <c:pt idx="458">
                  <c:v>-1800.20839249</c:v>
                </c:pt>
                <c:pt idx="459">
                  <c:v>-1829.66102963</c:v>
                </c:pt>
                <c:pt idx="460">
                  <c:v>-1829.66102964</c:v>
                </c:pt>
                <c:pt idx="461">
                  <c:v>-1859.36445165</c:v>
                </c:pt>
                <c:pt idx="462">
                  <c:v>-1859.36445165</c:v>
                </c:pt>
                <c:pt idx="463">
                  <c:v>-1889.31980849</c:v>
                </c:pt>
                <c:pt idx="464">
                  <c:v>-1889.31980849</c:v>
                </c:pt>
                <c:pt idx="465">
                  <c:v>-1919.52825677</c:v>
                </c:pt>
                <c:pt idx="466">
                  <c:v>-1919.52825677</c:v>
                </c:pt>
                <c:pt idx="467">
                  <c:v>-1949.99095985</c:v>
                </c:pt>
                <c:pt idx="468">
                  <c:v>-1949.99095985</c:v>
                </c:pt>
                <c:pt idx="469">
                  <c:v>-1980.70908778</c:v>
                </c:pt>
                <c:pt idx="470">
                  <c:v>-1980.70908778</c:v>
                </c:pt>
                <c:pt idx="471">
                  <c:v>-2011.68381742</c:v>
                </c:pt>
                <c:pt idx="472">
                  <c:v>-2011.68381742</c:v>
                </c:pt>
                <c:pt idx="473">
                  <c:v>-2042.91633236</c:v>
                </c:pt>
                <c:pt idx="474">
                  <c:v>-2042.91633236</c:v>
                </c:pt>
                <c:pt idx="475">
                  <c:v>-2074.40782302</c:v>
                </c:pt>
                <c:pt idx="476">
                  <c:v>-2074.40782302</c:v>
                </c:pt>
                <c:pt idx="477">
                  <c:v>-2106.15948666</c:v>
                </c:pt>
                <c:pt idx="478">
                  <c:v>-2106.15948666</c:v>
                </c:pt>
                <c:pt idx="479">
                  <c:v>-2138.17252738</c:v>
                </c:pt>
                <c:pt idx="480">
                  <c:v>-2138.17252738</c:v>
                </c:pt>
                <c:pt idx="481">
                  <c:v>-2170.44815618</c:v>
                </c:pt>
                <c:pt idx="482">
                  <c:v>-2170.44815618</c:v>
                </c:pt>
                <c:pt idx="483">
                  <c:v>-2202.98759096</c:v>
                </c:pt>
                <c:pt idx="484">
                  <c:v>-2202.98759095</c:v>
                </c:pt>
                <c:pt idx="485">
                  <c:v>-2235.79205654</c:v>
                </c:pt>
                <c:pt idx="486">
                  <c:v>-2235.79205655</c:v>
                </c:pt>
                <c:pt idx="487">
                  <c:v>-2268.86278473</c:v>
                </c:pt>
                <c:pt idx="488">
                  <c:v>-2268.86278473</c:v>
                </c:pt>
                <c:pt idx="489">
                  <c:v>-2302.20101429</c:v>
                </c:pt>
                <c:pt idx="490">
                  <c:v>-2302.20101429</c:v>
                </c:pt>
                <c:pt idx="491">
                  <c:v>-2335.80799101</c:v>
                </c:pt>
                <c:pt idx="492">
                  <c:v>-2335.80799101</c:v>
                </c:pt>
                <c:pt idx="493">
                  <c:v>-2369.6849677</c:v>
                </c:pt>
                <c:pt idx="494">
                  <c:v>-2369.6849677</c:v>
                </c:pt>
                <c:pt idx="495">
                  <c:v>-2403.83320424</c:v>
                </c:pt>
                <c:pt idx="496">
                  <c:v>-2403.83320424</c:v>
                </c:pt>
                <c:pt idx="497">
                  <c:v>-2438.2539676</c:v>
                </c:pt>
                <c:pt idx="498">
                  <c:v>-2438.25396759</c:v>
                </c:pt>
                <c:pt idx="499">
                  <c:v>-2472.94853184</c:v>
                </c:pt>
                <c:pt idx="500">
                  <c:v>-2472.94853184</c:v>
                </c:pt>
                <c:pt idx="501">
                  <c:v>-2507.91817819</c:v>
                </c:pt>
                <c:pt idx="502">
                  <c:v>-2507.91817819</c:v>
                </c:pt>
                <c:pt idx="503">
                  <c:v>-2543.16419502</c:v>
                </c:pt>
                <c:pt idx="504">
                  <c:v>-2543.16419502</c:v>
                </c:pt>
                <c:pt idx="505">
                  <c:v>-2578.68787788</c:v>
                </c:pt>
                <c:pt idx="506">
                  <c:v>-2578.68787788</c:v>
                </c:pt>
                <c:pt idx="507">
                  <c:v>-2614.49052958</c:v>
                </c:pt>
                <c:pt idx="508">
                  <c:v>-2614.49052958</c:v>
                </c:pt>
                <c:pt idx="509">
                  <c:v>-2650.57346013</c:v>
                </c:pt>
                <c:pt idx="510">
                  <c:v>-2650.57346013</c:v>
                </c:pt>
                <c:pt idx="511">
                  <c:v>-2686.93798682</c:v>
                </c:pt>
                <c:pt idx="512">
                  <c:v>-2686.93798682</c:v>
                </c:pt>
                <c:pt idx="513">
                  <c:v>-2723.58543424</c:v>
                </c:pt>
                <c:pt idx="514">
                  <c:v>-2723.58543424</c:v>
                </c:pt>
                <c:pt idx="515">
                  <c:v>-2760.5171343</c:v>
                </c:pt>
                <c:pt idx="516">
                  <c:v>-2760.5171343</c:v>
                </c:pt>
                <c:pt idx="517">
                  <c:v>-2797.73442626</c:v>
                </c:pt>
                <c:pt idx="518">
                  <c:v>-2797.73442626</c:v>
                </c:pt>
                <c:pt idx="519">
                  <c:v>-2835.23865673</c:v>
                </c:pt>
                <c:pt idx="520">
                  <c:v>-2835.23865673</c:v>
                </c:pt>
                <c:pt idx="521">
                  <c:v>-2873.03117977</c:v>
                </c:pt>
                <c:pt idx="522">
                  <c:v>-2873.03117977</c:v>
                </c:pt>
                <c:pt idx="523">
                  <c:v>-2911.11335681</c:v>
                </c:pt>
                <c:pt idx="524">
                  <c:v>-2911.11335681</c:v>
                </c:pt>
                <c:pt idx="525">
                  <c:v>-2949.48655679</c:v>
                </c:pt>
                <c:pt idx="526">
                  <c:v>-2949.48655679</c:v>
                </c:pt>
                <c:pt idx="527">
                  <c:v>-2988.15215609</c:v>
                </c:pt>
                <c:pt idx="528">
                  <c:v>-2988.15215609</c:v>
                </c:pt>
                <c:pt idx="529">
                  <c:v>-2948.48602531</c:v>
                </c:pt>
                <c:pt idx="530">
                  <c:v>-2948.48602531</c:v>
                </c:pt>
                <c:pt idx="531">
                  <c:v>-2909.11201824</c:v>
                </c:pt>
                <c:pt idx="532">
                  <c:v>-2909.11201824</c:v>
                </c:pt>
                <c:pt idx="533">
                  <c:v>-2870.02848592</c:v>
                </c:pt>
                <c:pt idx="534">
                  <c:v>-2870.02848592</c:v>
                </c:pt>
                <c:pt idx="535">
                  <c:v>-2831.23379012</c:v>
                </c:pt>
                <c:pt idx="536">
                  <c:v>-2831.23379012</c:v>
                </c:pt>
                <c:pt idx="537">
                  <c:v>-2792.72630332</c:v>
                </c:pt>
                <c:pt idx="538">
                  <c:v>-2792.72630332</c:v>
                </c:pt>
                <c:pt idx="539">
                  <c:v>-2754.5044087</c:v>
                </c:pt>
                <c:pt idx="540">
                  <c:v>-2754.5044087</c:v>
                </c:pt>
                <c:pt idx="541">
                  <c:v>-2716.56650001</c:v>
                </c:pt>
                <c:pt idx="542">
                  <c:v>-2716.56650001</c:v>
                </c:pt>
                <c:pt idx="543">
                  <c:v>-2678.91098161</c:v>
                </c:pt>
                <c:pt idx="544">
                  <c:v>-2678.91098161</c:v>
                </c:pt>
                <c:pt idx="545">
                  <c:v>-2641.53626838</c:v>
                </c:pt>
                <c:pt idx="546">
                  <c:v>-2641.53626838</c:v>
                </c:pt>
                <c:pt idx="547">
                  <c:v>-2604.44078566</c:v>
                </c:pt>
                <c:pt idx="548">
                  <c:v>-2604.44078566</c:v>
                </c:pt>
                <c:pt idx="549">
                  <c:v>-2567.62296925</c:v>
                </c:pt>
                <c:pt idx="550">
                  <c:v>-2567.62296925</c:v>
                </c:pt>
                <c:pt idx="551">
                  <c:v>-2531.08126534</c:v>
                </c:pt>
                <c:pt idx="552">
                  <c:v>-2531.08126534</c:v>
                </c:pt>
                <c:pt idx="553">
                  <c:v>-2494.81413046</c:v>
                </c:pt>
                <c:pt idx="554">
                  <c:v>-2494.81413046</c:v>
                </c:pt>
                <c:pt idx="555">
                  <c:v>-2458.82003142</c:v>
                </c:pt>
                <c:pt idx="556">
                  <c:v>-2458.82003143</c:v>
                </c:pt>
                <c:pt idx="557">
                  <c:v>-2423.09744533</c:v>
                </c:pt>
                <c:pt idx="558">
                  <c:v>-2423.09744533</c:v>
                </c:pt>
                <c:pt idx="559">
                  <c:v>-2387.64485946</c:v>
                </c:pt>
                <c:pt idx="560">
                  <c:v>-2387.64485946</c:v>
                </c:pt>
                <c:pt idx="561">
                  <c:v>-2352.46077129</c:v>
                </c:pt>
                <c:pt idx="562">
                  <c:v>-2352.46077129</c:v>
                </c:pt>
                <c:pt idx="563">
                  <c:v>-2317.5436884</c:v>
                </c:pt>
                <c:pt idx="564">
                  <c:v>-2317.5436884</c:v>
                </c:pt>
                <c:pt idx="565">
                  <c:v>-2282.89212845</c:v>
                </c:pt>
                <c:pt idx="566">
                  <c:v>-2282.89212845</c:v>
                </c:pt>
                <c:pt idx="567">
                  <c:v>-2248.50461914</c:v>
                </c:pt>
                <c:pt idx="568">
                  <c:v>-2248.50461914</c:v>
                </c:pt>
                <c:pt idx="569">
                  <c:v>-2214.37969816</c:v>
                </c:pt>
                <c:pt idx="570">
                  <c:v>-2214.37969817</c:v>
                </c:pt>
                <c:pt idx="571">
                  <c:v>-2180.51591316</c:v>
                </c:pt>
                <c:pt idx="572">
                  <c:v>-2180.51591316</c:v>
                </c:pt>
                <c:pt idx="573">
                  <c:v>-2146.91182166</c:v>
                </c:pt>
                <c:pt idx="574">
                  <c:v>-2146.91182165</c:v>
                </c:pt>
                <c:pt idx="575">
                  <c:v>-2113.56599104</c:v>
                </c:pt>
                <c:pt idx="576">
                  <c:v>-2113.56599104</c:v>
                </c:pt>
                <c:pt idx="577">
                  <c:v>-2080.47699855</c:v>
                </c:pt>
                <c:pt idx="578">
                  <c:v>-2080.47699855</c:v>
                </c:pt>
                <c:pt idx="579">
                  <c:v>-2047.64343117</c:v>
                </c:pt>
                <c:pt idx="580">
                  <c:v>-2047.64343116</c:v>
                </c:pt>
                <c:pt idx="581">
                  <c:v>-2015.06388562</c:v>
                </c:pt>
                <c:pt idx="582">
                  <c:v>-2015.06388561</c:v>
                </c:pt>
                <c:pt idx="583">
                  <c:v>-1982.73696831</c:v>
                </c:pt>
                <c:pt idx="584">
                  <c:v>-1982.73696831</c:v>
                </c:pt>
                <c:pt idx="585">
                  <c:v>-1950.6612953</c:v>
                </c:pt>
                <c:pt idx="586">
                  <c:v>-1950.6612953</c:v>
                </c:pt>
                <c:pt idx="587">
                  <c:v>-1918.83549224</c:v>
                </c:pt>
                <c:pt idx="588">
                  <c:v>-1918.83549224</c:v>
                </c:pt>
                <c:pt idx="589">
                  <c:v>-1887.25819436</c:v>
                </c:pt>
                <c:pt idx="590">
                  <c:v>-1887.25819436</c:v>
                </c:pt>
                <c:pt idx="591">
                  <c:v>-1855.92804637</c:v>
                </c:pt>
                <c:pt idx="592">
                  <c:v>-1855.92804638</c:v>
                </c:pt>
                <c:pt idx="593">
                  <c:v>-1824.84370252</c:v>
                </c:pt>
                <c:pt idx="594">
                  <c:v>-1824.84370251</c:v>
                </c:pt>
                <c:pt idx="595">
                  <c:v>-1794.00382643</c:v>
                </c:pt>
                <c:pt idx="596">
                  <c:v>-1794.00382642</c:v>
                </c:pt>
                <c:pt idx="597">
                  <c:v>-1763.40709116</c:v>
                </c:pt>
                <c:pt idx="598">
                  <c:v>-1763.40709117</c:v>
                </c:pt>
                <c:pt idx="599">
                  <c:v>-1733.05217914</c:v>
                </c:pt>
                <c:pt idx="600">
                  <c:v>-1733.05217914</c:v>
                </c:pt>
                <c:pt idx="601">
                  <c:v>-1702.93778204</c:v>
                </c:pt>
                <c:pt idx="602">
                  <c:v>-1702.93778205</c:v>
                </c:pt>
                <c:pt idx="603">
                  <c:v>-1673.06260088</c:v>
                </c:pt>
                <c:pt idx="604">
                  <c:v>-1673.06260088</c:v>
                </c:pt>
                <c:pt idx="605">
                  <c:v>-1643.42534584</c:v>
                </c:pt>
                <c:pt idx="606">
                  <c:v>-1643.42534585</c:v>
                </c:pt>
                <c:pt idx="607">
                  <c:v>-1614.02473636</c:v>
                </c:pt>
                <c:pt idx="608">
                  <c:v>-1614.02473636</c:v>
                </c:pt>
                <c:pt idx="609">
                  <c:v>-1584.85950096</c:v>
                </c:pt>
                <c:pt idx="610">
                  <c:v>-1584.85950096</c:v>
                </c:pt>
                <c:pt idx="611">
                  <c:v>-1555.92837733</c:v>
                </c:pt>
                <c:pt idx="612">
                  <c:v>-1555.92837733</c:v>
                </c:pt>
                <c:pt idx="613">
                  <c:v>-1527.23011219</c:v>
                </c:pt>
                <c:pt idx="614">
                  <c:v>-1527.23011219</c:v>
                </c:pt>
                <c:pt idx="615">
                  <c:v>-1498.76346129</c:v>
                </c:pt>
                <c:pt idx="616">
                  <c:v>-1498.76346129</c:v>
                </c:pt>
                <c:pt idx="617">
                  <c:v>-1470.52718942</c:v>
                </c:pt>
                <c:pt idx="618">
                  <c:v>-1470.52718941</c:v>
                </c:pt>
                <c:pt idx="619">
                  <c:v>-1442.52007023</c:v>
                </c:pt>
                <c:pt idx="620">
                  <c:v>-1442.52007023</c:v>
                </c:pt>
                <c:pt idx="621">
                  <c:v>-1414.74088636</c:v>
                </c:pt>
                <c:pt idx="622">
                  <c:v>-1414.74088636</c:v>
                </c:pt>
                <c:pt idx="623">
                  <c:v>-1387.18842928</c:v>
                </c:pt>
                <c:pt idx="624">
                  <c:v>-1387.18842928</c:v>
                </c:pt>
                <c:pt idx="625">
                  <c:v>-1359.86149932</c:v>
                </c:pt>
                <c:pt idx="626">
                  <c:v>-1359.86149932</c:v>
                </c:pt>
                <c:pt idx="627">
                  <c:v>-1332.75890561</c:v>
                </c:pt>
                <c:pt idx="628">
                  <c:v>-1332.75890562</c:v>
                </c:pt>
                <c:pt idx="629">
                  <c:v>-1305.87946599</c:v>
                </c:pt>
                <c:pt idx="630">
                  <c:v>-1305.87946599</c:v>
                </c:pt>
                <c:pt idx="631">
                  <c:v>-1279.22200706</c:v>
                </c:pt>
                <c:pt idx="632">
                  <c:v>-1279.22200706</c:v>
                </c:pt>
                <c:pt idx="633">
                  <c:v>-1252.78536408</c:v>
                </c:pt>
                <c:pt idx="634">
                  <c:v>-1252.78536409</c:v>
                </c:pt>
                <c:pt idx="635">
                  <c:v>-1226.56838094</c:v>
                </c:pt>
                <c:pt idx="636">
                  <c:v>-1226.56838095</c:v>
                </c:pt>
                <c:pt idx="637">
                  <c:v>-1200.56991019</c:v>
                </c:pt>
                <c:pt idx="638">
                  <c:v>-1200.56991018</c:v>
                </c:pt>
                <c:pt idx="639">
                  <c:v>-1174.78881286</c:v>
                </c:pt>
                <c:pt idx="640">
                  <c:v>-1174.78881286</c:v>
                </c:pt>
                <c:pt idx="641">
                  <c:v>-1149.22395857</c:v>
                </c:pt>
                <c:pt idx="642">
                  <c:v>-1149.22395856</c:v>
                </c:pt>
                <c:pt idx="643">
                  <c:v>-1123.87422543</c:v>
                </c:pt>
                <c:pt idx="644">
                  <c:v>-1123.87422543</c:v>
                </c:pt>
                <c:pt idx="645">
                  <c:v>-1098.73849996</c:v>
                </c:pt>
                <c:pt idx="646">
                  <c:v>-1098.73849997</c:v>
                </c:pt>
                <c:pt idx="647">
                  <c:v>-1073.81567713</c:v>
                </c:pt>
                <c:pt idx="648">
                  <c:v>-1073.81567712</c:v>
                </c:pt>
                <c:pt idx="649">
                  <c:v>-1049.10466027</c:v>
                </c:pt>
                <c:pt idx="650">
                  <c:v>-1049.10466027</c:v>
                </c:pt>
                <c:pt idx="651">
                  <c:v>-1024.60436108</c:v>
                </c:pt>
                <c:pt idx="652">
                  <c:v>-1024.60436108</c:v>
                </c:pt>
                <c:pt idx="653">
                  <c:v>-1000.31369955</c:v>
                </c:pt>
                <c:pt idx="654">
                  <c:v>-1000.31369954</c:v>
                </c:pt>
                <c:pt idx="655">
                  <c:v>-976.2316039</c:v>
                </c:pt>
                <c:pt idx="656">
                  <c:v>-976.2316039</c:v>
                </c:pt>
                <c:pt idx="657">
                  <c:v>-952.35701065</c:v>
                </c:pt>
                <c:pt idx="658">
                  <c:v>-952.35701064</c:v>
                </c:pt>
                <c:pt idx="659">
                  <c:v>-928.68886448</c:v>
                </c:pt>
                <c:pt idx="660">
                  <c:v>-928.68886448</c:v>
                </c:pt>
                <c:pt idx="661">
                  <c:v>-905.2261183000001</c:v>
                </c:pt>
                <c:pt idx="662">
                  <c:v>-905.2261183000001</c:v>
                </c:pt>
                <c:pt idx="663">
                  <c:v>-881.9677331</c:v>
                </c:pt>
                <c:pt idx="664">
                  <c:v>-881.96773309</c:v>
                </c:pt>
                <c:pt idx="665">
                  <c:v>-858.91267797</c:v>
                </c:pt>
                <c:pt idx="666">
                  <c:v>-858.91267797</c:v>
                </c:pt>
                <c:pt idx="667">
                  <c:v>-836.05993003</c:v>
                </c:pt>
                <c:pt idx="668">
                  <c:v>-836.05993004</c:v>
                </c:pt>
                <c:pt idx="669">
                  <c:v>-813.40847445</c:v>
                </c:pt>
                <c:pt idx="670">
                  <c:v>-813.40847446</c:v>
                </c:pt>
                <c:pt idx="671">
                  <c:v>-790.95730443</c:v>
                </c:pt>
                <c:pt idx="672">
                  <c:v>-790.95730443</c:v>
                </c:pt>
                <c:pt idx="673">
                  <c:v>-768.70542106</c:v>
                </c:pt>
                <c:pt idx="674">
                  <c:v>-768.70542106</c:v>
                </c:pt>
                <c:pt idx="675">
                  <c:v>-746.65183331</c:v>
                </c:pt>
                <c:pt idx="676">
                  <c:v>-746.65183332</c:v>
                </c:pt>
                <c:pt idx="677">
                  <c:v>-724.79555817</c:v>
                </c:pt>
                <c:pt idx="678">
                  <c:v>-724.79555817</c:v>
                </c:pt>
                <c:pt idx="679">
                  <c:v>-703.13562042</c:v>
                </c:pt>
                <c:pt idx="680">
                  <c:v>-703.13562042</c:v>
                </c:pt>
                <c:pt idx="681">
                  <c:v>-681.67105262</c:v>
                </c:pt>
                <c:pt idx="682">
                  <c:v>-681.67105262</c:v>
                </c:pt>
                <c:pt idx="683">
                  <c:v>-660.40089516</c:v>
                </c:pt>
                <c:pt idx="684">
                  <c:v>-660.40089516</c:v>
                </c:pt>
                <c:pt idx="685">
                  <c:v>-639.32419616</c:v>
                </c:pt>
                <c:pt idx="686">
                  <c:v>-639.3241961700001</c:v>
                </c:pt>
                <c:pt idx="687">
                  <c:v>-618.44001153</c:v>
                </c:pt>
                <c:pt idx="688">
                  <c:v>-618.44001153</c:v>
                </c:pt>
                <c:pt idx="689">
                  <c:v>-597.74740479</c:v>
                </c:pt>
                <c:pt idx="690">
                  <c:v>-597.74740479</c:v>
                </c:pt>
                <c:pt idx="691">
                  <c:v>-577.24544716</c:v>
                </c:pt>
                <c:pt idx="692">
                  <c:v>-577.24544716</c:v>
                </c:pt>
                <c:pt idx="693">
                  <c:v>-556.93321744</c:v>
                </c:pt>
                <c:pt idx="694">
                  <c:v>-556.93321744</c:v>
                </c:pt>
                <c:pt idx="695">
                  <c:v>-536.80980205</c:v>
                </c:pt>
                <c:pt idx="696">
                  <c:v>-536.80980205</c:v>
                </c:pt>
                <c:pt idx="697">
                  <c:v>-516.874295</c:v>
                </c:pt>
                <c:pt idx="698">
                  <c:v>-516.874295</c:v>
                </c:pt>
                <c:pt idx="699">
                  <c:v>-497.12579777</c:v>
                </c:pt>
                <c:pt idx="700">
                  <c:v>-497.12579778</c:v>
                </c:pt>
                <c:pt idx="701">
                  <c:v>-477.56341938</c:v>
                </c:pt>
                <c:pt idx="702">
                  <c:v>-477.56341938</c:v>
                </c:pt>
                <c:pt idx="703">
                  <c:v>-458.18627632</c:v>
                </c:pt>
                <c:pt idx="704">
                  <c:v>-458.18627632</c:v>
                </c:pt>
                <c:pt idx="705">
                  <c:v>-438.99349248</c:v>
                </c:pt>
                <c:pt idx="706">
                  <c:v>-438.99349249</c:v>
                </c:pt>
                <c:pt idx="707">
                  <c:v>-419.98419916</c:v>
                </c:pt>
                <c:pt idx="708">
                  <c:v>-419.98419917</c:v>
                </c:pt>
                <c:pt idx="709">
                  <c:v>-401.15753508</c:v>
                </c:pt>
                <c:pt idx="710">
                  <c:v>-401.15753508</c:v>
                </c:pt>
                <c:pt idx="711">
                  <c:v>-382.51264624</c:v>
                </c:pt>
                <c:pt idx="712">
                  <c:v>-382.51264624</c:v>
                </c:pt>
                <c:pt idx="713">
                  <c:v>-364.04868603</c:v>
                </c:pt>
                <c:pt idx="714">
                  <c:v>-364.04868603</c:v>
                </c:pt>
                <c:pt idx="715">
                  <c:v>-345.76481507</c:v>
                </c:pt>
                <c:pt idx="716">
                  <c:v>-345.76481507</c:v>
                </c:pt>
                <c:pt idx="717">
                  <c:v>-327.66020124</c:v>
                </c:pt>
                <c:pt idx="718">
                  <c:v>-327.66020124</c:v>
                </c:pt>
                <c:pt idx="719">
                  <c:v>-309.73401961</c:v>
                </c:pt>
                <c:pt idx="720">
                  <c:v>-309.7340196</c:v>
                </c:pt>
                <c:pt idx="721">
                  <c:v>-291.98545253</c:v>
                </c:pt>
                <c:pt idx="722">
                  <c:v>-291.98545253</c:v>
                </c:pt>
                <c:pt idx="723">
                  <c:v>-274.41368945</c:v>
                </c:pt>
                <c:pt idx="724">
                  <c:v>-274.41368945</c:v>
                </c:pt>
                <c:pt idx="725">
                  <c:v>-257.01792703</c:v>
                </c:pt>
                <c:pt idx="726">
                  <c:v>-257.01792702</c:v>
                </c:pt>
                <c:pt idx="727">
                  <c:v>-239.79736897</c:v>
                </c:pt>
                <c:pt idx="728">
                  <c:v>-239.79736896</c:v>
                </c:pt>
                <c:pt idx="729">
                  <c:v>-222.75122611</c:v>
                </c:pt>
                <c:pt idx="730">
                  <c:v>-222.7512261</c:v>
                </c:pt>
                <c:pt idx="731">
                  <c:v>-205.87871633</c:v>
                </c:pt>
                <c:pt idx="732">
                  <c:v>-205.87871633</c:v>
                </c:pt>
                <c:pt idx="733">
                  <c:v>-189.17906456</c:v>
                </c:pt>
                <c:pt idx="734">
                  <c:v>-189.17906455</c:v>
                </c:pt>
                <c:pt idx="735">
                  <c:v>-172.65150264</c:v>
                </c:pt>
                <c:pt idx="736">
                  <c:v>-172.65150265</c:v>
                </c:pt>
                <c:pt idx="737">
                  <c:v>-156.29526947</c:v>
                </c:pt>
                <c:pt idx="738">
                  <c:v>-156.29526947</c:v>
                </c:pt>
                <c:pt idx="739">
                  <c:v>-140.10961086</c:v>
                </c:pt>
                <c:pt idx="740">
                  <c:v>-140.10961085</c:v>
                </c:pt>
                <c:pt idx="741">
                  <c:v>-124.09377958</c:v>
                </c:pt>
                <c:pt idx="742">
                  <c:v>-124.09377958</c:v>
                </c:pt>
                <c:pt idx="743">
                  <c:v>-108.24703527</c:v>
                </c:pt>
                <c:pt idx="744">
                  <c:v>-108.24703528</c:v>
                </c:pt>
                <c:pt idx="745">
                  <c:v>-92.56864441</c:v>
                </c:pt>
                <c:pt idx="746">
                  <c:v>-92.56864442</c:v>
                </c:pt>
                <c:pt idx="747">
                  <c:v>-77.05788036</c:v>
                </c:pt>
                <c:pt idx="748">
                  <c:v>-77.05788037000001</c:v>
                </c:pt>
                <c:pt idx="749">
                  <c:v>-61.71402331</c:v>
                </c:pt>
                <c:pt idx="750">
                  <c:v>-61.7140233</c:v>
                </c:pt>
                <c:pt idx="751">
                  <c:v>-46.53636022</c:v>
                </c:pt>
                <c:pt idx="752">
                  <c:v>-46.53636022</c:v>
                </c:pt>
                <c:pt idx="753">
                  <c:v>-31.52418478</c:v>
                </c:pt>
                <c:pt idx="754">
                  <c:v>-31.52418478</c:v>
                </c:pt>
                <c:pt idx="755">
                  <c:v>-16.67679746</c:v>
                </c:pt>
                <c:pt idx="756">
                  <c:v>-16.67679747</c:v>
                </c:pt>
                <c:pt idx="757">
                  <c:v>-1.99350547</c:v>
                </c:pt>
                <c:pt idx="758">
                  <c:v>-1.99350546</c:v>
                </c:pt>
                <c:pt idx="759">
                  <c:v>12.52637732</c:v>
                </c:pt>
                <c:pt idx="760">
                  <c:v>12.52637732</c:v>
                </c:pt>
                <c:pt idx="761">
                  <c:v>26.88353037</c:v>
                </c:pt>
                <c:pt idx="762">
                  <c:v>26.88353037</c:v>
                </c:pt>
                <c:pt idx="763">
                  <c:v>41.07862643</c:v>
                </c:pt>
                <c:pt idx="764">
                  <c:v>41.07862644</c:v>
                </c:pt>
                <c:pt idx="765">
                  <c:v>55.1123317</c:v>
                </c:pt>
                <c:pt idx="766">
                  <c:v>55.11233171</c:v>
                </c:pt>
                <c:pt idx="767">
                  <c:v>68.98530574</c:v>
                </c:pt>
                <c:pt idx="768">
                  <c:v>68.98530572999999</c:v>
                </c:pt>
                <c:pt idx="769">
                  <c:v>82.69820151</c:v>
                </c:pt>
                <c:pt idx="770">
                  <c:v>82.69820149</c:v>
                </c:pt>
                <c:pt idx="771">
                  <c:v>96.25166546</c:v>
                </c:pt>
                <c:pt idx="772">
                  <c:v>96.25166545</c:v>
                </c:pt>
                <c:pt idx="773">
                  <c:v>109.64633751</c:v>
                </c:pt>
                <c:pt idx="774">
                  <c:v>109.64633751</c:v>
                </c:pt>
                <c:pt idx="775">
                  <c:v>122.88285106</c:v>
                </c:pt>
                <c:pt idx="776">
                  <c:v>122.88285105</c:v>
                </c:pt>
                <c:pt idx="777">
                  <c:v>135.96183302</c:v>
                </c:pt>
                <c:pt idx="778">
                  <c:v>135.96183301</c:v>
                </c:pt>
                <c:pt idx="779">
                  <c:v>148.88390387</c:v>
                </c:pt>
                <c:pt idx="780">
                  <c:v>148.88390386</c:v>
                </c:pt>
                <c:pt idx="781">
                  <c:v>161.64967753</c:v>
                </c:pt>
                <c:pt idx="782">
                  <c:v>161.64967754</c:v>
                </c:pt>
                <c:pt idx="783">
                  <c:v>174.25976161</c:v>
                </c:pt>
                <c:pt idx="784">
                  <c:v>174.25976161</c:v>
                </c:pt>
                <c:pt idx="785">
                  <c:v>186.7147572</c:v>
                </c:pt>
                <c:pt idx="786">
                  <c:v>186.7147572</c:v>
                </c:pt>
                <c:pt idx="787">
                  <c:v>199.01525904</c:v>
                </c:pt>
                <c:pt idx="788">
                  <c:v>199.01525905</c:v>
                </c:pt>
                <c:pt idx="789">
                  <c:v>211.16185555</c:v>
                </c:pt>
                <c:pt idx="790">
                  <c:v>211.16185554</c:v>
                </c:pt>
                <c:pt idx="791">
                  <c:v>223.1551288</c:v>
                </c:pt>
                <c:pt idx="792">
                  <c:v>223.1551288</c:v>
                </c:pt>
                <c:pt idx="793">
                  <c:v>234.99565446</c:v>
                </c:pt>
                <c:pt idx="794">
                  <c:v>234.99565446</c:v>
                </c:pt>
                <c:pt idx="795">
                  <c:v>246.68400197</c:v>
                </c:pt>
                <c:pt idx="796">
                  <c:v>246.68400197</c:v>
                </c:pt>
                <c:pt idx="797">
                  <c:v>258.22073439</c:v>
                </c:pt>
                <c:pt idx="798">
                  <c:v>258.22073439</c:v>
                </c:pt>
                <c:pt idx="799">
                  <c:v>269.60640856</c:v>
                </c:pt>
                <c:pt idx="800">
                  <c:v>269.60640856</c:v>
                </c:pt>
                <c:pt idx="801">
                  <c:v>280.84157505</c:v>
                </c:pt>
                <c:pt idx="802">
                  <c:v>280.84157505</c:v>
                </c:pt>
                <c:pt idx="803">
                  <c:v>291.9267782</c:v>
                </c:pt>
                <c:pt idx="804">
                  <c:v>291.9267782</c:v>
                </c:pt>
                <c:pt idx="805">
                  <c:v>302.86255608</c:v>
                </c:pt>
                <c:pt idx="806">
                  <c:v>302.86255607</c:v>
                </c:pt>
                <c:pt idx="807">
                  <c:v>313.64944063</c:v>
                </c:pt>
                <c:pt idx="808">
                  <c:v>313.64944063</c:v>
                </c:pt>
                <c:pt idx="809">
                  <c:v>324.28795753</c:v>
                </c:pt>
                <c:pt idx="810">
                  <c:v>324.28795753</c:v>
                </c:pt>
                <c:pt idx="811">
                  <c:v>334.77862631</c:v>
                </c:pt>
                <c:pt idx="812">
                  <c:v>334.77862632</c:v>
                </c:pt>
                <c:pt idx="813">
                  <c:v>345.12196035</c:v>
                </c:pt>
                <c:pt idx="814">
                  <c:v>345.12196034</c:v>
                </c:pt>
                <c:pt idx="815">
                  <c:v>355.31846686</c:v>
                </c:pt>
                <c:pt idx="816">
                  <c:v>355.31846685</c:v>
                </c:pt>
                <c:pt idx="817">
                  <c:v>365.36864691</c:v>
                </c:pt>
                <c:pt idx="818">
                  <c:v>365.36864691</c:v>
                </c:pt>
                <c:pt idx="819">
                  <c:v>375.27299544</c:v>
                </c:pt>
                <c:pt idx="820">
                  <c:v>375.27299545</c:v>
                </c:pt>
                <c:pt idx="821">
                  <c:v>385.03200135</c:v>
                </c:pt>
                <c:pt idx="822">
                  <c:v>385.03200135</c:v>
                </c:pt>
                <c:pt idx="823">
                  <c:v>394.6461474</c:v>
                </c:pt>
                <c:pt idx="824">
                  <c:v>394.6461474</c:v>
                </c:pt>
                <c:pt idx="825">
                  <c:v>404.11591028</c:v>
                </c:pt>
                <c:pt idx="826">
                  <c:v>404.11591028</c:v>
                </c:pt>
                <c:pt idx="827">
                  <c:v>413.44176061</c:v>
                </c:pt>
                <c:pt idx="828">
                  <c:v>413.44176062</c:v>
                </c:pt>
                <c:pt idx="829">
                  <c:v>422.62416301</c:v>
                </c:pt>
                <c:pt idx="830">
                  <c:v>422.62416302</c:v>
                </c:pt>
                <c:pt idx="831">
                  <c:v>431.66357599</c:v>
                </c:pt>
                <c:pt idx="832">
                  <c:v>431.66357599</c:v>
                </c:pt>
                <c:pt idx="833">
                  <c:v>440.56045202</c:v>
                </c:pt>
                <c:pt idx="834">
                  <c:v>440.56045202</c:v>
                </c:pt>
                <c:pt idx="835">
                  <c:v>449.31523761</c:v>
                </c:pt>
                <c:pt idx="836">
                  <c:v>449.31523762</c:v>
                </c:pt>
                <c:pt idx="837">
                  <c:v>457.92837323</c:v>
                </c:pt>
                <c:pt idx="838">
                  <c:v>457.92837323</c:v>
                </c:pt>
                <c:pt idx="839">
                  <c:v>466.40029332</c:v>
                </c:pt>
                <c:pt idx="840">
                  <c:v>466.40029332</c:v>
                </c:pt>
                <c:pt idx="841">
                  <c:v>474.73142638</c:v>
                </c:pt>
                <c:pt idx="842">
                  <c:v>474.73142638</c:v>
                </c:pt>
                <c:pt idx="843">
                  <c:v>482.9221949</c:v>
                </c:pt>
                <c:pt idx="844">
                  <c:v>482.92219491</c:v>
                </c:pt>
                <c:pt idx="845">
                  <c:v>490.97301542</c:v>
                </c:pt>
                <c:pt idx="846">
                  <c:v>490.97301542</c:v>
                </c:pt>
                <c:pt idx="847">
                  <c:v>498.88429846</c:v>
                </c:pt>
                <c:pt idx="848">
                  <c:v>498.88429847</c:v>
                </c:pt>
                <c:pt idx="849">
                  <c:v>506.65644859</c:v>
                </c:pt>
                <c:pt idx="850">
                  <c:v>506.6564486</c:v>
                </c:pt>
                <c:pt idx="851">
                  <c:v>514.28986446</c:v>
                </c:pt>
                <c:pt idx="852">
                  <c:v>514.28986446</c:v>
                </c:pt>
                <c:pt idx="853">
                  <c:v>521.78493873</c:v>
                </c:pt>
                <c:pt idx="854">
                  <c:v>521.78493872</c:v>
                </c:pt>
                <c:pt idx="855">
                  <c:v>529.14205816</c:v>
                </c:pt>
                <c:pt idx="856">
                  <c:v>529.14205816</c:v>
                </c:pt>
                <c:pt idx="857">
                  <c:v>536.3616035700001</c:v>
                </c:pt>
                <c:pt idx="858">
                  <c:v>536.36160358</c:v>
                </c:pt>
                <c:pt idx="859">
                  <c:v>543.44394986</c:v>
                </c:pt>
                <c:pt idx="860">
                  <c:v>543.44394987</c:v>
                </c:pt>
                <c:pt idx="861">
                  <c:v>550.38946594</c:v>
                </c:pt>
                <c:pt idx="862">
                  <c:v>550.38946594</c:v>
                </c:pt>
                <c:pt idx="863">
                  <c:v>557.19851478</c:v>
                </c:pt>
                <c:pt idx="864">
                  <c:v>557.19851479</c:v>
                </c:pt>
                <c:pt idx="865">
                  <c:v>563.87145346</c:v>
                </c:pt>
                <c:pt idx="866">
                  <c:v>563.87145345</c:v>
                </c:pt>
                <c:pt idx="867">
                  <c:v>570.4086332000001</c:v>
                </c:pt>
                <c:pt idx="868">
                  <c:v>570.4086332000001</c:v>
                </c:pt>
                <c:pt idx="869">
                  <c:v>576.81039916</c:v>
                </c:pt>
                <c:pt idx="870">
                  <c:v>576.81039917</c:v>
                </c:pt>
                <c:pt idx="871">
                  <c:v>583.0770907</c:v>
                </c:pt>
                <c:pt idx="872">
                  <c:v>583.0770907</c:v>
                </c:pt>
                <c:pt idx="873">
                  <c:v>589.20904117</c:v>
                </c:pt>
                <c:pt idx="874">
                  <c:v>589.20904118</c:v>
                </c:pt>
                <c:pt idx="875">
                  <c:v>595.20657799</c:v>
                </c:pt>
                <c:pt idx="876">
                  <c:v>595.20657801</c:v>
                </c:pt>
                <c:pt idx="877">
                  <c:v>601.07002275</c:v>
                </c:pt>
                <c:pt idx="878">
                  <c:v>601.07002275</c:v>
                </c:pt>
                <c:pt idx="879">
                  <c:v>606.7996910000001</c:v>
                </c:pt>
                <c:pt idx="880">
                  <c:v>606.7996910000001</c:v>
                </c:pt>
                <c:pt idx="881">
                  <c:v>612.39589242</c:v>
                </c:pt>
                <c:pt idx="882">
                  <c:v>612.39589242</c:v>
                </c:pt>
                <c:pt idx="883">
                  <c:v>617.85893069</c:v>
                </c:pt>
                <c:pt idx="884">
                  <c:v>617.85893069</c:v>
                </c:pt>
                <c:pt idx="885">
                  <c:v>623.1891036</c:v>
                </c:pt>
                <c:pt idx="886">
                  <c:v>623.18910361</c:v>
                </c:pt>
                <c:pt idx="887">
                  <c:v>628.38670293</c:v>
                </c:pt>
                <c:pt idx="888">
                  <c:v>628.38670293</c:v>
                </c:pt>
                <c:pt idx="889">
                  <c:v>633.45201453</c:v>
                </c:pt>
                <c:pt idx="890">
                  <c:v>633.45201453</c:v>
                </c:pt>
                <c:pt idx="891">
                  <c:v>638.38531834</c:v>
                </c:pt>
                <c:pt idx="892">
                  <c:v>638.38531834</c:v>
                </c:pt>
                <c:pt idx="893">
                  <c:v>643.18688823</c:v>
                </c:pt>
                <c:pt idx="894">
                  <c:v>643.18688822</c:v>
                </c:pt>
                <c:pt idx="895">
                  <c:v>647.85699204</c:v>
                </c:pt>
                <c:pt idx="896">
                  <c:v>647.85699205</c:v>
                </c:pt>
                <c:pt idx="897">
                  <c:v>652.39589177</c:v>
                </c:pt>
                <c:pt idx="898">
                  <c:v>652.39589177</c:v>
                </c:pt>
                <c:pt idx="899">
                  <c:v>656.80384324</c:v>
                </c:pt>
                <c:pt idx="900">
                  <c:v>656.80384323</c:v>
                </c:pt>
                <c:pt idx="901">
                  <c:v>661.08109626</c:v>
                </c:pt>
                <c:pt idx="902">
                  <c:v>661.08109627</c:v>
                </c:pt>
                <c:pt idx="903">
                  <c:v>665.2278946500001</c:v>
                </c:pt>
                <c:pt idx="904">
                  <c:v>665.2278946500001</c:v>
                </c:pt>
                <c:pt idx="905">
                  <c:v>669.24447619</c:v>
                </c:pt>
                <c:pt idx="906">
                  <c:v>669.2444762</c:v>
                </c:pt>
                <c:pt idx="907">
                  <c:v>673.1310725</c:v>
                </c:pt>
                <c:pt idx="908">
                  <c:v>673.1310725</c:v>
                </c:pt>
                <c:pt idx="909">
                  <c:v>676.88790909</c:v>
                </c:pt>
                <c:pt idx="910">
                  <c:v>676.88790909</c:v>
                </c:pt>
                <c:pt idx="911">
                  <c:v>680.51520543</c:v>
                </c:pt>
                <c:pt idx="912">
                  <c:v>680.51520543</c:v>
                </c:pt>
                <c:pt idx="913">
                  <c:v>684.01317475</c:v>
                </c:pt>
                <c:pt idx="914">
                  <c:v>684.01317475</c:v>
                </c:pt>
                <c:pt idx="915">
                  <c:v>687.38202409</c:v>
                </c:pt>
                <c:pt idx="916">
                  <c:v>687.38202409</c:v>
                </c:pt>
                <c:pt idx="917">
                  <c:v>690.62195434</c:v>
                </c:pt>
                <c:pt idx="918">
                  <c:v>690.62195435</c:v>
                </c:pt>
                <c:pt idx="919">
                  <c:v>693.73316012</c:v>
                </c:pt>
                <c:pt idx="920">
                  <c:v>693.73316012</c:v>
                </c:pt>
                <c:pt idx="921">
                  <c:v>696.71582976</c:v>
                </c:pt>
                <c:pt idx="922">
                  <c:v>696.71582975</c:v>
                </c:pt>
                <c:pt idx="923">
                  <c:v>699.57014528</c:v>
                </c:pt>
                <c:pt idx="924">
                  <c:v>699.57014528</c:v>
                </c:pt>
                <c:pt idx="925">
                  <c:v>702.2962823300001</c:v>
                </c:pt>
                <c:pt idx="926">
                  <c:v>702.2962823399999</c:v>
                </c:pt>
                <c:pt idx="927">
                  <c:v>704.8944102299999</c:v>
                </c:pt>
                <c:pt idx="928">
                  <c:v>704.8944102299999</c:v>
                </c:pt>
                <c:pt idx="929">
                  <c:v>707.3646917900001</c:v>
                </c:pt>
                <c:pt idx="930">
                  <c:v>707.3646917900001</c:v>
                </c:pt>
                <c:pt idx="931">
                  <c:v>709.70728338</c:v>
                </c:pt>
                <c:pt idx="932">
                  <c:v>709.70728338</c:v>
                </c:pt>
                <c:pt idx="933">
                  <c:v>711.9223348</c:v>
                </c:pt>
                <c:pt idx="934">
                  <c:v>711.9223348</c:v>
                </c:pt>
                <c:pt idx="935">
                  <c:v>714.00998926</c:v>
                </c:pt>
                <c:pt idx="936">
                  <c:v>714.00998926</c:v>
                </c:pt>
                <c:pt idx="937">
                  <c:v>715.97038333</c:v>
                </c:pt>
                <c:pt idx="938">
                  <c:v>715.97038333</c:v>
                </c:pt>
                <c:pt idx="939">
                  <c:v>717.80364683</c:v>
                </c:pt>
                <c:pt idx="940">
                  <c:v>717.80364683</c:v>
                </c:pt>
                <c:pt idx="941">
                  <c:v>719.50990274</c:v>
                </c:pt>
                <c:pt idx="942">
                  <c:v>719.50990274</c:v>
                </c:pt>
                <c:pt idx="943">
                  <c:v>721.08926718</c:v>
                </c:pt>
                <c:pt idx="944">
                  <c:v>721.08926719</c:v>
                </c:pt>
                <c:pt idx="945">
                  <c:v>722.54184932</c:v>
                </c:pt>
                <c:pt idx="946">
                  <c:v>722.54184931</c:v>
                </c:pt>
                <c:pt idx="947">
                  <c:v>723.86775117</c:v>
                </c:pt>
                <c:pt idx="948">
                  <c:v>723.86775117</c:v>
                </c:pt>
                <c:pt idx="949">
                  <c:v>725.0670675600001</c:v>
                </c:pt>
                <c:pt idx="950">
                  <c:v>725.0670675600001</c:v>
                </c:pt>
                <c:pt idx="951">
                  <c:v>726.13988598</c:v>
                </c:pt>
                <c:pt idx="952">
                  <c:v>726.13988598</c:v>
                </c:pt>
                <c:pt idx="953">
                  <c:v>727.08628645</c:v>
                </c:pt>
                <c:pt idx="954">
                  <c:v>727.08628644</c:v>
                </c:pt>
                <c:pt idx="955">
                  <c:v>727.90634138</c:v>
                </c:pt>
                <c:pt idx="956">
                  <c:v>727.9063414</c:v>
                </c:pt>
                <c:pt idx="957">
                  <c:v>728.6001152699999</c:v>
                </c:pt>
                <c:pt idx="958">
                  <c:v>728.6001152600001</c:v>
                </c:pt>
                <c:pt idx="959">
                  <c:v>729.16766452</c:v>
                </c:pt>
                <c:pt idx="960">
                  <c:v>729.16766452</c:v>
                </c:pt>
                <c:pt idx="961">
                  <c:v>729.60903712</c:v>
                </c:pt>
                <c:pt idx="962">
                  <c:v>729.60903712</c:v>
                </c:pt>
                <c:pt idx="963">
                  <c:v>729.92427235</c:v>
                </c:pt>
                <c:pt idx="964">
                  <c:v>729.92427234</c:v>
                </c:pt>
                <c:pt idx="965">
                  <c:v>730.1134001200001</c:v>
                </c:pt>
                <c:pt idx="966">
                  <c:v>730.1134001200001</c:v>
                </c:pt>
                <c:pt idx="967">
                  <c:v>730.17644022</c:v>
                </c:pt>
                <c:pt idx="968">
                  <c:v>730.17644022</c:v>
                </c:pt>
                <c:pt idx="969">
                  <c:v>730.1134001</c:v>
                </c:pt>
                <c:pt idx="970">
                  <c:v>730.11340009</c:v>
                </c:pt>
                <c:pt idx="971">
                  <c:v>729.92427228</c:v>
                </c:pt>
                <c:pt idx="972">
                  <c:v>729.92427228</c:v>
                </c:pt>
                <c:pt idx="973">
                  <c:v>729.60903701</c:v>
                </c:pt>
                <c:pt idx="974">
                  <c:v>729.60903701</c:v>
                </c:pt>
                <c:pt idx="975">
                  <c:v>729.16766434</c:v>
                </c:pt>
                <c:pt idx="976">
                  <c:v>729.16766434</c:v>
                </c:pt>
                <c:pt idx="977">
                  <c:v>728.60011504</c:v>
                </c:pt>
                <c:pt idx="978">
                  <c:v>728.60011504</c:v>
                </c:pt>
                <c:pt idx="979">
                  <c:v>727.9063410700001</c:v>
                </c:pt>
                <c:pt idx="980">
                  <c:v>727.90634106</c:v>
                </c:pt>
                <c:pt idx="981">
                  <c:v>727.08628605</c:v>
                </c:pt>
                <c:pt idx="982">
                  <c:v>727.08628605</c:v>
                </c:pt>
                <c:pt idx="983">
                  <c:v>726.13988543</c:v>
                </c:pt>
                <c:pt idx="984">
                  <c:v>726.1398854399999</c:v>
                </c:pt>
                <c:pt idx="985">
                  <c:v>725.0670668400001</c:v>
                </c:pt>
                <c:pt idx="986">
                  <c:v>725.0670668499999</c:v>
                </c:pt>
                <c:pt idx="987">
                  <c:v>723.86775028</c:v>
                </c:pt>
                <c:pt idx="988">
                  <c:v>723.86775027</c:v>
                </c:pt>
                <c:pt idx="989">
                  <c:v>722.5418482699999</c:v>
                </c:pt>
                <c:pt idx="990">
                  <c:v>722.5418482699999</c:v>
                </c:pt>
                <c:pt idx="991">
                  <c:v>721.0892659899999</c:v>
                </c:pt>
                <c:pt idx="992">
                  <c:v>721.0892659800001</c:v>
                </c:pt>
                <c:pt idx="993">
                  <c:v>719.50990139</c:v>
                </c:pt>
                <c:pt idx="994">
                  <c:v>719.50990139</c:v>
                </c:pt>
                <c:pt idx="995">
                  <c:v>717.80364531</c:v>
                </c:pt>
                <c:pt idx="996">
                  <c:v>717.80364531</c:v>
                </c:pt>
                <c:pt idx="997">
                  <c:v>715.97038166</c:v>
                </c:pt>
                <c:pt idx="998">
                  <c:v>715.97038165</c:v>
                </c:pt>
                <c:pt idx="999">
                  <c:v>714.00998741</c:v>
                </c:pt>
                <c:pt idx="1000">
                  <c:v>714.00998742</c:v>
                </c:pt>
                <c:pt idx="1001">
                  <c:v>711.92233277</c:v>
                </c:pt>
                <c:pt idx="1002">
                  <c:v>711.92233277</c:v>
                </c:pt>
                <c:pt idx="1003">
                  <c:v>709.70728118</c:v>
                </c:pt>
                <c:pt idx="1004">
                  <c:v>709.70728118</c:v>
                </c:pt>
                <c:pt idx="1005">
                  <c:v>707.36468943</c:v>
                </c:pt>
                <c:pt idx="1006">
                  <c:v>707.36468943</c:v>
                </c:pt>
                <c:pt idx="1007">
                  <c:v>704.89440771</c:v>
                </c:pt>
                <c:pt idx="1008">
                  <c:v>704.89440771</c:v>
                </c:pt>
                <c:pt idx="1009">
                  <c:v>702.29627967</c:v>
                </c:pt>
                <c:pt idx="1010">
                  <c:v>702.29627967</c:v>
                </c:pt>
                <c:pt idx="1011">
                  <c:v>699.57014245</c:v>
                </c:pt>
                <c:pt idx="1012">
                  <c:v>699.57014245</c:v>
                </c:pt>
                <c:pt idx="1013">
                  <c:v>696.71582676</c:v>
                </c:pt>
                <c:pt idx="1014">
                  <c:v>696.71582676</c:v>
                </c:pt>
                <c:pt idx="1015">
                  <c:v>693.73315694</c:v>
                </c:pt>
                <c:pt idx="1016">
                  <c:v>693.73315693</c:v>
                </c:pt>
                <c:pt idx="1017">
                  <c:v>690.62195095</c:v>
                </c:pt>
                <c:pt idx="1018">
                  <c:v>690.62195095</c:v>
                </c:pt>
                <c:pt idx="1019">
                  <c:v>687.38202046</c:v>
                </c:pt>
                <c:pt idx="1020">
                  <c:v>687.38202046</c:v>
                </c:pt>
                <c:pt idx="1021">
                  <c:v>684.01317087</c:v>
                </c:pt>
                <c:pt idx="1022">
                  <c:v>684.01317087</c:v>
                </c:pt>
                <c:pt idx="1023">
                  <c:v>680.51520127</c:v>
                </c:pt>
                <c:pt idx="1024">
                  <c:v>680.51520128</c:v>
                </c:pt>
                <c:pt idx="1025">
                  <c:v>676.88790469</c:v>
                </c:pt>
                <c:pt idx="1026">
                  <c:v>676.88790469</c:v>
                </c:pt>
                <c:pt idx="1027">
                  <c:v>673.13106781</c:v>
                </c:pt>
                <c:pt idx="1028">
                  <c:v>673.13106782</c:v>
                </c:pt>
                <c:pt idx="1029">
                  <c:v>669.2444712400001</c:v>
                </c:pt>
                <c:pt idx="1030">
                  <c:v>669.2444712400001</c:v>
                </c:pt>
                <c:pt idx="1031">
                  <c:v>665.22788948</c:v>
                </c:pt>
                <c:pt idx="1032">
                  <c:v>665.22788948</c:v>
                </c:pt>
                <c:pt idx="1033">
                  <c:v>661.08109087</c:v>
                </c:pt>
                <c:pt idx="1034">
                  <c:v>661.08109087</c:v>
                </c:pt>
                <c:pt idx="1035">
                  <c:v>656.80383765</c:v>
                </c:pt>
                <c:pt idx="1036">
                  <c:v>656.80383765</c:v>
                </c:pt>
                <c:pt idx="1037">
                  <c:v>652.39588603</c:v>
                </c:pt>
                <c:pt idx="1038">
                  <c:v>652.39588602</c:v>
                </c:pt>
                <c:pt idx="1039">
                  <c:v>647.85698615</c:v>
                </c:pt>
                <c:pt idx="1040">
                  <c:v>647.85698614</c:v>
                </c:pt>
                <c:pt idx="1041">
                  <c:v>643.18688212</c:v>
                </c:pt>
                <c:pt idx="1042">
                  <c:v>643.18688213</c:v>
                </c:pt>
                <c:pt idx="1043">
                  <c:v>638.38531209</c:v>
                </c:pt>
                <c:pt idx="1044">
                  <c:v>638.38531209</c:v>
                </c:pt>
                <c:pt idx="1045">
                  <c:v>633.45200812</c:v>
                </c:pt>
                <c:pt idx="1046">
                  <c:v>633.45200813</c:v>
                </c:pt>
                <c:pt idx="1047">
                  <c:v>628.38669634</c:v>
                </c:pt>
                <c:pt idx="1048">
                  <c:v>628.38669634</c:v>
                </c:pt>
                <c:pt idx="1049">
                  <c:v>623.18909683</c:v>
                </c:pt>
                <c:pt idx="1050">
                  <c:v>623.18909684</c:v>
                </c:pt>
                <c:pt idx="1051">
                  <c:v>617.8589237899999</c:v>
                </c:pt>
                <c:pt idx="1052">
                  <c:v>617.8589237899999</c:v>
                </c:pt>
                <c:pt idx="1053">
                  <c:v>612.39588535</c:v>
                </c:pt>
                <c:pt idx="1054">
                  <c:v>612.39588535</c:v>
                </c:pt>
                <c:pt idx="1055">
                  <c:v>606.79968377</c:v>
                </c:pt>
                <c:pt idx="1056">
                  <c:v>606.79968378</c:v>
                </c:pt>
                <c:pt idx="1057">
                  <c:v>601.0700153499999</c:v>
                </c:pt>
                <c:pt idx="1058">
                  <c:v>601.0700153400001</c:v>
                </c:pt>
                <c:pt idx="1059">
                  <c:v>595.2065704300001</c:v>
                </c:pt>
                <c:pt idx="1060">
                  <c:v>595.2065704300001</c:v>
                </c:pt>
                <c:pt idx="1061">
                  <c:v>589.20903343</c:v>
                </c:pt>
                <c:pt idx="1062">
                  <c:v>589.20903344</c:v>
                </c:pt>
                <c:pt idx="1063">
                  <c:v>583.07708283</c:v>
                </c:pt>
                <c:pt idx="1064">
                  <c:v>583.07708283</c:v>
                </c:pt>
                <c:pt idx="1065">
                  <c:v>576.81039113</c:v>
                </c:pt>
                <c:pt idx="1066">
                  <c:v>576.81039113</c:v>
                </c:pt>
                <c:pt idx="1067">
                  <c:v>570.40862501</c:v>
                </c:pt>
                <c:pt idx="1068">
                  <c:v>570.40862501</c:v>
                </c:pt>
                <c:pt idx="1069">
                  <c:v>563.87144512</c:v>
                </c:pt>
                <c:pt idx="1070">
                  <c:v>563.87144512</c:v>
                </c:pt>
                <c:pt idx="1071">
                  <c:v>557.1985062700001</c:v>
                </c:pt>
                <c:pt idx="1072">
                  <c:v>557.19850626</c:v>
                </c:pt>
                <c:pt idx="1073">
                  <c:v>550.38945728</c:v>
                </c:pt>
                <c:pt idx="1074">
                  <c:v>550.38945728</c:v>
                </c:pt>
                <c:pt idx="1075">
                  <c:v>543.44394105</c:v>
                </c:pt>
                <c:pt idx="1076">
                  <c:v>543.44394104</c:v>
                </c:pt>
                <c:pt idx="1077">
                  <c:v>536.3615946</c:v>
                </c:pt>
                <c:pt idx="1078">
                  <c:v>536.36159461</c:v>
                </c:pt>
                <c:pt idx="1079">
                  <c:v>529.14204898</c:v>
                </c:pt>
                <c:pt idx="1080">
                  <c:v>529.14204898</c:v>
                </c:pt>
                <c:pt idx="1081">
                  <c:v>521.78492935</c:v>
                </c:pt>
                <c:pt idx="1082">
                  <c:v>521.78492935</c:v>
                </c:pt>
                <c:pt idx="1083">
                  <c:v>514.2898549</c:v>
                </c:pt>
                <c:pt idx="1084">
                  <c:v>514.2898549</c:v>
                </c:pt>
                <c:pt idx="1085">
                  <c:v>506.65643889</c:v>
                </c:pt>
                <c:pt idx="1086">
                  <c:v>506.65643889</c:v>
                </c:pt>
                <c:pt idx="1087">
                  <c:v>498.88428862</c:v>
                </c:pt>
                <c:pt idx="1088">
                  <c:v>498.88428862</c:v>
                </c:pt>
                <c:pt idx="1089">
                  <c:v>490.97300547</c:v>
                </c:pt>
                <c:pt idx="1090">
                  <c:v>490.97300547</c:v>
                </c:pt>
                <c:pt idx="1091">
                  <c:v>482.92218486</c:v>
                </c:pt>
                <c:pt idx="1092">
                  <c:v>482.92218487</c:v>
                </c:pt>
                <c:pt idx="1093">
                  <c:v>474.73141621</c:v>
                </c:pt>
                <c:pt idx="1094">
                  <c:v>474.73141622</c:v>
                </c:pt>
                <c:pt idx="1095">
                  <c:v>466.40028304</c:v>
                </c:pt>
                <c:pt idx="1096">
                  <c:v>466.40028303</c:v>
                </c:pt>
                <c:pt idx="1097">
                  <c:v>457.92836281</c:v>
                </c:pt>
                <c:pt idx="1098">
                  <c:v>457.92836281</c:v>
                </c:pt>
                <c:pt idx="1099">
                  <c:v>449.31522709</c:v>
                </c:pt>
                <c:pt idx="1100">
                  <c:v>449.31522709</c:v>
                </c:pt>
                <c:pt idx="1101">
                  <c:v>440.56044141</c:v>
                </c:pt>
                <c:pt idx="1102">
                  <c:v>440.56044141</c:v>
                </c:pt>
                <c:pt idx="1103">
                  <c:v>431.66356528</c:v>
                </c:pt>
                <c:pt idx="1104">
                  <c:v>431.66356528</c:v>
                </c:pt>
                <c:pt idx="1105">
                  <c:v>422.62415225</c:v>
                </c:pt>
                <c:pt idx="1106">
                  <c:v>422.62415225</c:v>
                </c:pt>
                <c:pt idx="1107">
                  <c:v>413.44174978</c:v>
                </c:pt>
                <c:pt idx="1108">
                  <c:v>413.44174979</c:v>
                </c:pt>
                <c:pt idx="1109">
                  <c:v>404.11589936</c:v>
                </c:pt>
                <c:pt idx="1110">
                  <c:v>404.11589936</c:v>
                </c:pt>
                <c:pt idx="1111">
                  <c:v>394.64613643</c:v>
                </c:pt>
                <c:pt idx="1112">
                  <c:v>394.64613642</c:v>
                </c:pt>
                <c:pt idx="1113">
                  <c:v>385.03199034</c:v>
                </c:pt>
                <c:pt idx="1114">
                  <c:v>385.03199033</c:v>
                </c:pt>
                <c:pt idx="1115">
                  <c:v>375.27298439</c:v>
                </c:pt>
                <c:pt idx="1116">
                  <c:v>375.27298439</c:v>
                </c:pt>
                <c:pt idx="1117">
                  <c:v>365.36863583</c:v>
                </c:pt>
                <c:pt idx="1118">
                  <c:v>365.36863583</c:v>
                </c:pt>
                <c:pt idx="1119">
                  <c:v>355.31845581</c:v>
                </c:pt>
                <c:pt idx="1120">
                  <c:v>355.31845581</c:v>
                </c:pt>
                <c:pt idx="1121">
                  <c:v>345.12194932</c:v>
                </c:pt>
                <c:pt idx="1122">
                  <c:v>345.12194933</c:v>
                </c:pt>
                <c:pt idx="1123">
                  <c:v>334.77861531</c:v>
                </c:pt>
                <c:pt idx="1124">
                  <c:v>334.77861532</c:v>
                </c:pt>
                <c:pt idx="1125">
                  <c:v>324.28794655</c:v>
                </c:pt>
                <c:pt idx="1126">
                  <c:v>324.28794655</c:v>
                </c:pt>
                <c:pt idx="1127">
                  <c:v>313.64942967</c:v>
                </c:pt>
                <c:pt idx="1128">
                  <c:v>313.64942967</c:v>
                </c:pt>
                <c:pt idx="1129">
                  <c:v>302.86254512</c:v>
                </c:pt>
                <c:pt idx="1130">
                  <c:v>302.86254513</c:v>
                </c:pt>
                <c:pt idx="1131">
                  <c:v>291.92676727</c:v>
                </c:pt>
                <c:pt idx="1132">
                  <c:v>291.92676726</c:v>
                </c:pt>
                <c:pt idx="1133">
                  <c:v>280.84156414</c:v>
                </c:pt>
                <c:pt idx="1134">
                  <c:v>280.84156414</c:v>
                </c:pt>
                <c:pt idx="1135">
                  <c:v>269.6063977</c:v>
                </c:pt>
                <c:pt idx="1136">
                  <c:v>269.60639769</c:v>
                </c:pt>
                <c:pt idx="1137">
                  <c:v>258.22072356</c:v>
                </c:pt>
                <c:pt idx="1138">
                  <c:v>258.22072356</c:v>
                </c:pt>
                <c:pt idx="1139">
                  <c:v>246.68399116</c:v>
                </c:pt>
                <c:pt idx="1140">
                  <c:v>246.68399117</c:v>
                </c:pt>
                <c:pt idx="1141">
                  <c:v>234.99564369</c:v>
                </c:pt>
                <c:pt idx="1142">
                  <c:v>234.99564368</c:v>
                </c:pt>
                <c:pt idx="1143">
                  <c:v>223.15511806</c:v>
                </c:pt>
                <c:pt idx="1144">
                  <c:v>223.15511805</c:v>
                </c:pt>
                <c:pt idx="1145">
                  <c:v>211.16184485</c:v>
                </c:pt>
                <c:pt idx="1146">
                  <c:v>211.16184485</c:v>
                </c:pt>
                <c:pt idx="1147">
                  <c:v>199.01524838</c:v>
                </c:pt>
                <c:pt idx="1148">
                  <c:v>199.01524838</c:v>
                </c:pt>
                <c:pt idx="1149">
                  <c:v>186.71474658</c:v>
                </c:pt>
                <c:pt idx="1150">
                  <c:v>186.71474657</c:v>
                </c:pt>
                <c:pt idx="1151">
                  <c:v>174.25975106</c:v>
                </c:pt>
                <c:pt idx="1152">
                  <c:v>174.25975106</c:v>
                </c:pt>
                <c:pt idx="1153">
                  <c:v>161.64966707</c:v>
                </c:pt>
                <c:pt idx="1154">
                  <c:v>161.64966706</c:v>
                </c:pt>
                <c:pt idx="1155">
                  <c:v>148.88389348</c:v>
                </c:pt>
                <c:pt idx="1156">
                  <c:v>148.88389347</c:v>
                </c:pt>
                <c:pt idx="1157">
                  <c:v>135.9618227</c:v>
                </c:pt>
                <c:pt idx="1158">
                  <c:v>135.96182269</c:v>
                </c:pt>
                <c:pt idx="1159">
                  <c:v>122.88284079</c:v>
                </c:pt>
                <c:pt idx="1160">
                  <c:v>122.88284078</c:v>
                </c:pt>
                <c:pt idx="1161">
                  <c:v>109.64632729</c:v>
                </c:pt>
                <c:pt idx="1162">
                  <c:v>109.6463273</c:v>
                </c:pt>
                <c:pt idx="1163">
                  <c:v>96.25165531</c:v>
                </c:pt>
                <c:pt idx="1164">
                  <c:v>96.2516553</c:v>
                </c:pt>
                <c:pt idx="1165">
                  <c:v>82.69819142999999</c:v>
                </c:pt>
                <c:pt idx="1166">
                  <c:v>82.69819142999999</c:v>
                </c:pt>
                <c:pt idx="1167">
                  <c:v>68.98529574</c:v>
                </c:pt>
                <c:pt idx="1168">
                  <c:v>68.98529574</c:v>
                </c:pt>
                <c:pt idx="1169">
                  <c:v>55.11232178</c:v>
                </c:pt>
                <c:pt idx="1170">
                  <c:v>55.11232178</c:v>
                </c:pt>
                <c:pt idx="1171">
                  <c:v>41.0786166</c:v>
                </c:pt>
                <c:pt idx="1172">
                  <c:v>41.0786166</c:v>
                </c:pt>
                <c:pt idx="1173">
                  <c:v>26.88352062</c:v>
                </c:pt>
                <c:pt idx="1174">
                  <c:v>26.88352062</c:v>
                </c:pt>
                <c:pt idx="1175">
                  <c:v>12.52636766</c:v>
                </c:pt>
                <c:pt idx="1176">
                  <c:v>12.52636766</c:v>
                </c:pt>
                <c:pt idx="1177">
                  <c:v>-1.99351507</c:v>
                </c:pt>
                <c:pt idx="1178">
                  <c:v>-1.99351508</c:v>
                </c:pt>
                <c:pt idx="1179">
                  <c:v>-16.67680702</c:v>
                </c:pt>
                <c:pt idx="1180">
                  <c:v>-16.67680701</c:v>
                </c:pt>
                <c:pt idx="1181">
                  <c:v>-31.52419428</c:v>
                </c:pt>
                <c:pt idx="1182">
                  <c:v>-31.52419428</c:v>
                </c:pt>
                <c:pt idx="1183">
                  <c:v>-46.53636968</c:v>
                </c:pt>
                <c:pt idx="1184">
                  <c:v>-46.53636968</c:v>
                </c:pt>
                <c:pt idx="1185">
                  <c:v>-61.71403277</c:v>
                </c:pt>
                <c:pt idx="1186">
                  <c:v>-61.71403277</c:v>
                </c:pt>
                <c:pt idx="1187">
                  <c:v>-77.05788981000001</c:v>
                </c:pt>
                <c:pt idx="1188">
                  <c:v>-77.0578898</c:v>
                </c:pt>
                <c:pt idx="1189">
                  <c:v>-92.56865383</c:v>
                </c:pt>
                <c:pt idx="1190">
                  <c:v>-92.56865384</c:v>
                </c:pt>
                <c:pt idx="1191">
                  <c:v>-108.24704467</c:v>
                </c:pt>
                <c:pt idx="1192">
                  <c:v>-108.24704467</c:v>
                </c:pt>
                <c:pt idx="1193">
                  <c:v>-124.09378898</c:v>
                </c:pt>
                <c:pt idx="1194">
                  <c:v>-124.09378897</c:v>
                </c:pt>
                <c:pt idx="1195">
                  <c:v>-140.10962022</c:v>
                </c:pt>
                <c:pt idx="1196">
                  <c:v>-140.10962021</c:v>
                </c:pt>
                <c:pt idx="1197">
                  <c:v>-156.29527876</c:v>
                </c:pt>
                <c:pt idx="1198">
                  <c:v>-156.29527877</c:v>
                </c:pt>
                <c:pt idx="1199">
                  <c:v>-172.65151186</c:v>
                </c:pt>
                <c:pt idx="1200">
                  <c:v>-172.65151187</c:v>
                </c:pt>
                <c:pt idx="1201">
                  <c:v>-189.17907372</c:v>
                </c:pt>
                <c:pt idx="1202">
                  <c:v>-189.17907372</c:v>
                </c:pt>
                <c:pt idx="1203">
                  <c:v>-205.87872546</c:v>
                </c:pt>
                <c:pt idx="1204">
                  <c:v>-205.87872546</c:v>
                </c:pt>
                <c:pt idx="1205">
                  <c:v>-222.75123518</c:v>
                </c:pt>
                <c:pt idx="1206">
                  <c:v>-222.75123519</c:v>
                </c:pt>
                <c:pt idx="1207">
                  <c:v>-239.79737797</c:v>
                </c:pt>
                <c:pt idx="1208">
                  <c:v>-239.79737797</c:v>
                </c:pt>
                <c:pt idx="1209">
                  <c:v>-257.01793598</c:v>
                </c:pt>
                <c:pt idx="1210">
                  <c:v>-257.01793597</c:v>
                </c:pt>
                <c:pt idx="1211">
                  <c:v>-274.41369835</c:v>
                </c:pt>
                <c:pt idx="1212">
                  <c:v>-274.41369836</c:v>
                </c:pt>
                <c:pt idx="1213">
                  <c:v>-291.98546137</c:v>
                </c:pt>
                <c:pt idx="1214">
                  <c:v>-291.98546137</c:v>
                </c:pt>
                <c:pt idx="1215">
                  <c:v>-309.73402839</c:v>
                </c:pt>
                <c:pt idx="1216">
                  <c:v>-309.7340284</c:v>
                </c:pt>
                <c:pt idx="1217">
                  <c:v>-327.66020997</c:v>
                </c:pt>
                <c:pt idx="1218">
                  <c:v>-327.66020997</c:v>
                </c:pt>
                <c:pt idx="1219">
                  <c:v>-345.76482378</c:v>
                </c:pt>
                <c:pt idx="1220">
                  <c:v>-345.76482378</c:v>
                </c:pt>
                <c:pt idx="1221">
                  <c:v>-364.0486947</c:v>
                </c:pt>
                <c:pt idx="1222">
                  <c:v>-364.0486947</c:v>
                </c:pt>
                <c:pt idx="1223">
                  <c:v>-382.51265487</c:v>
                </c:pt>
                <c:pt idx="1224">
                  <c:v>-382.51265487</c:v>
                </c:pt>
                <c:pt idx="1225">
                  <c:v>-401.15754364</c:v>
                </c:pt>
                <c:pt idx="1226">
                  <c:v>-401.15754365</c:v>
                </c:pt>
                <c:pt idx="1227">
                  <c:v>-419.98420772</c:v>
                </c:pt>
                <c:pt idx="1228">
                  <c:v>-419.98420771</c:v>
                </c:pt>
                <c:pt idx="1229">
                  <c:v>-438.99350102</c:v>
                </c:pt>
                <c:pt idx="1230">
                  <c:v>-438.99350102</c:v>
                </c:pt>
                <c:pt idx="1231">
                  <c:v>-458.18628486</c:v>
                </c:pt>
                <c:pt idx="1232">
                  <c:v>-458.18628485</c:v>
                </c:pt>
                <c:pt idx="1233">
                  <c:v>-477.56342789</c:v>
                </c:pt>
                <c:pt idx="1234">
                  <c:v>-477.56342789</c:v>
                </c:pt>
                <c:pt idx="1235">
                  <c:v>-497.12580623</c:v>
                </c:pt>
                <c:pt idx="1236">
                  <c:v>-497.12580624</c:v>
                </c:pt>
                <c:pt idx="1237">
                  <c:v>-516.8743034300001</c:v>
                </c:pt>
                <c:pt idx="1238">
                  <c:v>-516.8743034300001</c:v>
                </c:pt>
                <c:pt idx="1239">
                  <c:v>-536.80981045</c:v>
                </c:pt>
                <c:pt idx="1240">
                  <c:v>-536.80981045</c:v>
                </c:pt>
                <c:pt idx="1241">
                  <c:v>-556.93322582</c:v>
                </c:pt>
                <c:pt idx="1242">
                  <c:v>-556.93322582</c:v>
                </c:pt>
                <c:pt idx="1243">
                  <c:v>-577.24545553</c:v>
                </c:pt>
                <c:pt idx="1244">
                  <c:v>-577.24545552</c:v>
                </c:pt>
                <c:pt idx="1245">
                  <c:v>-597.74741311</c:v>
                </c:pt>
                <c:pt idx="1246">
                  <c:v>-597.74741311</c:v>
                </c:pt>
                <c:pt idx="1247">
                  <c:v>-618.44001979</c:v>
                </c:pt>
                <c:pt idx="1248">
                  <c:v>-618.44001979</c:v>
                </c:pt>
                <c:pt idx="1249">
                  <c:v>-639.32420436</c:v>
                </c:pt>
                <c:pt idx="1250">
                  <c:v>-639.3242043499999</c:v>
                </c:pt>
                <c:pt idx="1251">
                  <c:v>-660.4009032500001</c:v>
                </c:pt>
                <c:pt idx="1252">
                  <c:v>-660.4009032500001</c:v>
                </c:pt>
                <c:pt idx="1253">
                  <c:v>-681.67106064</c:v>
                </c:pt>
                <c:pt idx="1254">
                  <c:v>-681.67106064</c:v>
                </c:pt>
                <c:pt idx="1255">
                  <c:v>-703.13562835</c:v>
                </c:pt>
                <c:pt idx="1256">
                  <c:v>-703.1356283600001</c:v>
                </c:pt>
                <c:pt idx="1257">
                  <c:v>-724.79556602</c:v>
                </c:pt>
                <c:pt idx="1258">
                  <c:v>-724.79556603</c:v>
                </c:pt>
                <c:pt idx="1259">
                  <c:v>-746.65184107</c:v>
                </c:pt>
                <c:pt idx="1260">
                  <c:v>-746.65184107</c:v>
                </c:pt>
                <c:pt idx="1261">
                  <c:v>-768.7054287</c:v>
                </c:pt>
                <c:pt idx="1262">
                  <c:v>-768.7054287</c:v>
                </c:pt>
                <c:pt idx="1263">
                  <c:v>-790.95731198</c:v>
                </c:pt>
                <c:pt idx="1264">
                  <c:v>-790.95731197</c:v>
                </c:pt>
                <c:pt idx="1265">
                  <c:v>-813.40848191</c:v>
                </c:pt>
                <c:pt idx="1266">
                  <c:v>-813.40848191</c:v>
                </c:pt>
                <c:pt idx="1267">
                  <c:v>-836.0599373699999</c:v>
                </c:pt>
                <c:pt idx="1268">
                  <c:v>-836.0599373699999</c:v>
                </c:pt>
                <c:pt idx="1269">
                  <c:v>-858.9126852099999</c:v>
                </c:pt>
                <c:pt idx="1270">
                  <c:v>-858.9126852000001</c:v>
                </c:pt>
                <c:pt idx="1271">
                  <c:v>-881.96774022</c:v>
                </c:pt>
                <c:pt idx="1272">
                  <c:v>-881.96774021</c:v>
                </c:pt>
                <c:pt idx="1273">
                  <c:v>-905.22612526</c:v>
                </c:pt>
                <c:pt idx="1274">
                  <c:v>-905.22612526</c:v>
                </c:pt>
                <c:pt idx="1275">
                  <c:v>-928.68887126</c:v>
                </c:pt>
                <c:pt idx="1276">
                  <c:v>-928.68887125</c:v>
                </c:pt>
                <c:pt idx="1277">
                  <c:v>-952.35701726</c:v>
                </c:pt>
                <c:pt idx="1278">
                  <c:v>-952.35701725</c:v>
                </c:pt>
                <c:pt idx="1279">
                  <c:v>-976.23161036</c:v>
                </c:pt>
                <c:pt idx="1280">
                  <c:v>-976.23161036</c:v>
                </c:pt>
                <c:pt idx="1281">
                  <c:v>-1000.31370585</c:v>
                </c:pt>
                <c:pt idx="1282">
                  <c:v>-1000.31370585</c:v>
                </c:pt>
                <c:pt idx="1283">
                  <c:v>-1024.60436726</c:v>
                </c:pt>
                <c:pt idx="1284">
                  <c:v>-1024.60436726</c:v>
                </c:pt>
                <c:pt idx="1285">
                  <c:v>-1049.10466632</c:v>
                </c:pt>
                <c:pt idx="1286">
                  <c:v>-1049.10466632</c:v>
                </c:pt>
                <c:pt idx="1287">
                  <c:v>-1073.81568305</c:v>
                </c:pt>
                <c:pt idx="1288">
                  <c:v>-1073.81568305</c:v>
                </c:pt>
                <c:pt idx="1289">
                  <c:v>-1098.73850575</c:v>
                </c:pt>
                <c:pt idx="1290">
                  <c:v>-1098.73850574</c:v>
                </c:pt>
                <c:pt idx="1291">
                  <c:v>-1123.87423103</c:v>
                </c:pt>
                <c:pt idx="1292">
                  <c:v>-1123.87423103</c:v>
                </c:pt>
                <c:pt idx="1293">
                  <c:v>-1149.22396394</c:v>
                </c:pt>
                <c:pt idx="1294">
                  <c:v>-1149.22396394</c:v>
                </c:pt>
                <c:pt idx="1295">
                  <c:v>-1174.78881796</c:v>
                </c:pt>
                <c:pt idx="1296">
                  <c:v>-1174.78881796</c:v>
                </c:pt>
                <c:pt idx="1297">
                  <c:v>-1200.56991503</c:v>
                </c:pt>
                <c:pt idx="1298">
                  <c:v>-1200.56991503</c:v>
                </c:pt>
                <c:pt idx="1299">
                  <c:v>-1226.56838553</c:v>
                </c:pt>
                <c:pt idx="1300">
                  <c:v>-1226.56838554</c:v>
                </c:pt>
                <c:pt idx="1301">
                  <c:v>-1252.78536843</c:v>
                </c:pt>
                <c:pt idx="1302">
                  <c:v>-1252.78536842</c:v>
                </c:pt>
                <c:pt idx="1303">
                  <c:v>-1279.22201117</c:v>
                </c:pt>
                <c:pt idx="1304">
                  <c:v>-1279.22201117</c:v>
                </c:pt>
                <c:pt idx="1305">
                  <c:v>-1305.87946987</c:v>
                </c:pt>
                <c:pt idx="1306">
                  <c:v>-1305.87946987</c:v>
                </c:pt>
                <c:pt idx="1307">
                  <c:v>-1332.75890926</c:v>
                </c:pt>
                <c:pt idx="1308">
                  <c:v>-1332.75890926</c:v>
                </c:pt>
                <c:pt idx="1309">
                  <c:v>-1359.86150277</c:v>
                </c:pt>
                <c:pt idx="1310">
                  <c:v>-1359.86150276</c:v>
                </c:pt>
                <c:pt idx="1311">
                  <c:v>-1387.18843251</c:v>
                </c:pt>
                <c:pt idx="1312">
                  <c:v>-1387.18843251</c:v>
                </c:pt>
                <c:pt idx="1313">
                  <c:v>-1414.74088939</c:v>
                </c:pt>
                <c:pt idx="1314">
                  <c:v>-1414.74088939</c:v>
                </c:pt>
                <c:pt idx="1315">
                  <c:v>-1442.52007306</c:v>
                </c:pt>
                <c:pt idx="1316">
                  <c:v>-1442.52007306</c:v>
                </c:pt>
                <c:pt idx="1317">
                  <c:v>-1470.52719205</c:v>
                </c:pt>
                <c:pt idx="1318">
                  <c:v>-1470.52719205</c:v>
                </c:pt>
                <c:pt idx="1319">
                  <c:v>-1498.76346375</c:v>
                </c:pt>
                <c:pt idx="1320">
                  <c:v>-1498.76346375</c:v>
                </c:pt>
                <c:pt idx="1321">
                  <c:v>-1527.23011447</c:v>
                </c:pt>
                <c:pt idx="1322">
                  <c:v>-1527.23011447</c:v>
                </c:pt>
                <c:pt idx="1323">
                  <c:v>-1555.92837945</c:v>
                </c:pt>
                <c:pt idx="1324">
                  <c:v>-1555.92837945</c:v>
                </c:pt>
                <c:pt idx="1325">
                  <c:v>-1584.85950293</c:v>
                </c:pt>
                <c:pt idx="1326">
                  <c:v>-1584.85950292</c:v>
                </c:pt>
                <c:pt idx="1327">
                  <c:v>-1614.02473814</c:v>
                </c:pt>
                <c:pt idx="1328">
                  <c:v>-1614.02473814</c:v>
                </c:pt>
                <c:pt idx="1329">
                  <c:v>-1643.42534746</c:v>
                </c:pt>
                <c:pt idx="1330">
                  <c:v>-1643.42534746</c:v>
                </c:pt>
                <c:pt idx="1331">
                  <c:v>-1673.0626023</c:v>
                </c:pt>
                <c:pt idx="1332">
                  <c:v>-1673.06260231</c:v>
                </c:pt>
                <c:pt idx="1333">
                  <c:v>-1702.93778328</c:v>
                </c:pt>
                <c:pt idx="1334">
                  <c:v>-1702.93778328</c:v>
                </c:pt>
                <c:pt idx="1335">
                  <c:v>-1733.05218019</c:v>
                </c:pt>
                <c:pt idx="1336">
                  <c:v>-1733.05218018</c:v>
                </c:pt>
                <c:pt idx="1337">
                  <c:v>-1763.40709202</c:v>
                </c:pt>
                <c:pt idx="1338">
                  <c:v>-1763.40709202</c:v>
                </c:pt>
                <c:pt idx="1339">
                  <c:v>-1794.00382706</c:v>
                </c:pt>
                <c:pt idx="1340">
                  <c:v>-1794.00382706</c:v>
                </c:pt>
                <c:pt idx="1341">
                  <c:v>-1824.84370291</c:v>
                </c:pt>
                <c:pt idx="1342">
                  <c:v>-1824.84370292</c:v>
                </c:pt>
                <c:pt idx="1343">
                  <c:v>-1855.92804655</c:v>
                </c:pt>
                <c:pt idx="1344">
                  <c:v>-1855.92804655</c:v>
                </c:pt>
                <c:pt idx="1345">
                  <c:v>-1887.25819432</c:v>
                </c:pt>
                <c:pt idx="1346">
                  <c:v>-1887.25819432</c:v>
                </c:pt>
                <c:pt idx="1347">
                  <c:v>-1918.83549201</c:v>
                </c:pt>
                <c:pt idx="1348">
                  <c:v>-1918.83549201</c:v>
                </c:pt>
                <c:pt idx="1349">
                  <c:v>-1950.66129487</c:v>
                </c:pt>
                <c:pt idx="1350">
                  <c:v>-1950.66129487</c:v>
                </c:pt>
                <c:pt idx="1351">
                  <c:v>-1982.73696768</c:v>
                </c:pt>
                <c:pt idx="1352">
                  <c:v>-1982.73696768</c:v>
                </c:pt>
                <c:pt idx="1353">
                  <c:v>-2015.06388478</c:v>
                </c:pt>
                <c:pt idx="1354">
                  <c:v>-2015.06388478</c:v>
                </c:pt>
                <c:pt idx="1355">
                  <c:v>-2047.64343011</c:v>
                </c:pt>
                <c:pt idx="1356">
                  <c:v>-2047.64343011</c:v>
                </c:pt>
                <c:pt idx="1357">
                  <c:v>-2080.47699727</c:v>
                </c:pt>
                <c:pt idx="1358">
                  <c:v>-2080.47699727</c:v>
                </c:pt>
                <c:pt idx="1359">
                  <c:v>-2113.56598954</c:v>
                </c:pt>
                <c:pt idx="1360">
                  <c:v>-2113.56598954</c:v>
                </c:pt>
                <c:pt idx="1361">
                  <c:v>-2146.91181994</c:v>
                </c:pt>
                <c:pt idx="1362">
                  <c:v>-2146.91181993</c:v>
                </c:pt>
                <c:pt idx="1363">
                  <c:v>-2180.51591122</c:v>
                </c:pt>
                <c:pt idx="1364">
                  <c:v>-2180.51591122</c:v>
                </c:pt>
                <c:pt idx="1365">
                  <c:v>-2214.37969601</c:v>
                </c:pt>
                <c:pt idx="1366">
                  <c:v>-2214.37969601</c:v>
                </c:pt>
                <c:pt idx="1367">
                  <c:v>-2248.50461677</c:v>
                </c:pt>
                <c:pt idx="1368">
                  <c:v>-2248.50461677</c:v>
                </c:pt>
                <c:pt idx="1369">
                  <c:v>-2282.89212585</c:v>
                </c:pt>
                <c:pt idx="1370">
                  <c:v>-2282.89212585</c:v>
                </c:pt>
                <c:pt idx="1371">
                  <c:v>-2317.54368559</c:v>
                </c:pt>
                <c:pt idx="1372">
                  <c:v>-2317.54368559</c:v>
                </c:pt>
                <c:pt idx="1373">
                  <c:v>-2352.46076828</c:v>
                </c:pt>
                <c:pt idx="1374">
                  <c:v>-2352.46076828</c:v>
                </c:pt>
                <c:pt idx="1375">
                  <c:v>-2387.64485625</c:v>
                </c:pt>
                <c:pt idx="1376">
                  <c:v>-2387.64485625</c:v>
                </c:pt>
                <c:pt idx="1377">
                  <c:v>-2423.09744192</c:v>
                </c:pt>
                <c:pt idx="1378">
                  <c:v>-2423.09744192</c:v>
                </c:pt>
                <c:pt idx="1379">
                  <c:v>-2458.82002782</c:v>
                </c:pt>
                <c:pt idx="1380">
                  <c:v>-2458.82002782</c:v>
                </c:pt>
                <c:pt idx="1381">
                  <c:v>-2494.81412666</c:v>
                </c:pt>
                <c:pt idx="1382">
                  <c:v>-2494.81412666</c:v>
                </c:pt>
                <c:pt idx="1383">
                  <c:v>-2531.08126134</c:v>
                </c:pt>
                <c:pt idx="1384">
                  <c:v>-2531.08126134</c:v>
                </c:pt>
                <c:pt idx="1385">
                  <c:v>-2567.62296505</c:v>
                </c:pt>
                <c:pt idx="1386">
                  <c:v>-2567.62296505</c:v>
                </c:pt>
                <c:pt idx="1387">
                  <c:v>-2604.44078126</c:v>
                </c:pt>
                <c:pt idx="1388">
                  <c:v>-2604.44078126</c:v>
                </c:pt>
                <c:pt idx="1389">
                  <c:v>-2641.53626378</c:v>
                </c:pt>
                <c:pt idx="1390">
                  <c:v>-2641.53626378</c:v>
                </c:pt>
                <c:pt idx="1391">
                  <c:v>-2678.91097682</c:v>
                </c:pt>
                <c:pt idx="1392">
                  <c:v>-2678.91097682</c:v>
                </c:pt>
                <c:pt idx="1393">
                  <c:v>-2716.56649501</c:v>
                </c:pt>
                <c:pt idx="1394">
                  <c:v>-2716.56649501</c:v>
                </c:pt>
                <c:pt idx="1395">
                  <c:v>-2754.5044035</c:v>
                </c:pt>
                <c:pt idx="1396">
                  <c:v>-2754.5044035</c:v>
                </c:pt>
                <c:pt idx="1397">
                  <c:v>-2792.72629792</c:v>
                </c:pt>
                <c:pt idx="1398">
                  <c:v>-2792.72629792</c:v>
                </c:pt>
                <c:pt idx="1399">
                  <c:v>-2831.23378451</c:v>
                </c:pt>
                <c:pt idx="1400">
                  <c:v>-2831.23378451</c:v>
                </c:pt>
                <c:pt idx="1401">
                  <c:v>-2870.02848011</c:v>
                </c:pt>
                <c:pt idx="1402">
                  <c:v>-2870.02848012</c:v>
                </c:pt>
                <c:pt idx="1403">
                  <c:v>-2909.11201224</c:v>
                </c:pt>
                <c:pt idx="1404">
                  <c:v>-2909.11201224</c:v>
                </c:pt>
                <c:pt idx="1405">
                  <c:v>-2948.4860191</c:v>
                </c:pt>
                <c:pt idx="1406">
                  <c:v>-2948.4860191</c:v>
                </c:pt>
                <c:pt idx="1407">
                  <c:v>-2988.15214969</c:v>
                </c:pt>
                <c:pt idx="1408">
                  <c:v>-2988.15214969</c:v>
                </c:pt>
                <c:pt idx="1409">
                  <c:v>-2949.48655037</c:v>
                </c:pt>
                <c:pt idx="1410">
                  <c:v>-2949.48655037</c:v>
                </c:pt>
                <c:pt idx="1411">
                  <c:v>-2911.11335037</c:v>
                </c:pt>
                <c:pt idx="1412">
                  <c:v>-2911.11335037</c:v>
                </c:pt>
                <c:pt idx="1413">
                  <c:v>-2873.03117329</c:v>
                </c:pt>
                <c:pt idx="1414">
                  <c:v>-2873.03117329</c:v>
                </c:pt>
                <c:pt idx="1415">
                  <c:v>-2835.23865024</c:v>
                </c:pt>
                <c:pt idx="1416">
                  <c:v>-2835.23865024</c:v>
                </c:pt>
                <c:pt idx="1417">
                  <c:v>-2797.73441974</c:v>
                </c:pt>
                <c:pt idx="1418">
                  <c:v>-2797.73441974</c:v>
                </c:pt>
                <c:pt idx="1419">
                  <c:v>-2760.51712776</c:v>
                </c:pt>
                <c:pt idx="1420">
                  <c:v>-2760.51712776</c:v>
                </c:pt>
                <c:pt idx="1421">
                  <c:v>-2723.58542768</c:v>
                </c:pt>
                <c:pt idx="1422">
                  <c:v>-2723.58542768</c:v>
                </c:pt>
                <c:pt idx="1423">
                  <c:v>-2686.93798024</c:v>
                </c:pt>
                <c:pt idx="1424">
                  <c:v>-2686.93798024</c:v>
                </c:pt>
                <c:pt idx="1425">
                  <c:v>-2650.57345353</c:v>
                </c:pt>
                <c:pt idx="1426">
                  <c:v>-2650.57345353</c:v>
                </c:pt>
                <c:pt idx="1427">
                  <c:v>-2614.49052296</c:v>
                </c:pt>
                <c:pt idx="1428">
                  <c:v>-2614.49052296</c:v>
                </c:pt>
                <c:pt idx="1429">
                  <c:v>-2578.68787124</c:v>
                </c:pt>
                <c:pt idx="1430">
                  <c:v>-2578.68787124</c:v>
                </c:pt>
                <c:pt idx="1431">
                  <c:v>-2543.16418835</c:v>
                </c:pt>
                <c:pt idx="1432">
                  <c:v>-2543.16418835</c:v>
                </c:pt>
                <c:pt idx="1433">
                  <c:v>-2507.91817151</c:v>
                </c:pt>
                <c:pt idx="1434">
                  <c:v>-2507.91817151</c:v>
                </c:pt>
                <c:pt idx="1435">
                  <c:v>-2472.94852515</c:v>
                </c:pt>
                <c:pt idx="1436">
                  <c:v>-2472.94852515</c:v>
                </c:pt>
                <c:pt idx="1437">
                  <c:v>-2438.25396089</c:v>
                </c:pt>
                <c:pt idx="1438">
                  <c:v>-2438.25396089</c:v>
                </c:pt>
                <c:pt idx="1439">
                  <c:v>-2403.8331975</c:v>
                </c:pt>
                <c:pt idx="1440">
                  <c:v>-2403.8331975</c:v>
                </c:pt>
                <c:pt idx="1441">
                  <c:v>-2369.68496094</c:v>
                </c:pt>
                <c:pt idx="1442">
                  <c:v>-2369.68496094</c:v>
                </c:pt>
                <c:pt idx="1443">
                  <c:v>-2335.80798422</c:v>
                </c:pt>
                <c:pt idx="1444">
                  <c:v>-2335.80798422</c:v>
                </c:pt>
                <c:pt idx="1445">
                  <c:v>-2302.20100748</c:v>
                </c:pt>
                <c:pt idx="1446">
                  <c:v>-2302.20100748</c:v>
                </c:pt>
                <c:pt idx="1447">
                  <c:v>-2268.8627779</c:v>
                </c:pt>
                <c:pt idx="1448">
                  <c:v>-2268.8627779</c:v>
                </c:pt>
                <c:pt idx="1449">
                  <c:v>-2235.79204969</c:v>
                </c:pt>
                <c:pt idx="1450">
                  <c:v>-2235.79204969</c:v>
                </c:pt>
                <c:pt idx="1451">
                  <c:v>-2202.98758407</c:v>
                </c:pt>
                <c:pt idx="1452">
                  <c:v>-2202.98758408</c:v>
                </c:pt>
                <c:pt idx="1453">
                  <c:v>-2170.44814926</c:v>
                </c:pt>
                <c:pt idx="1454">
                  <c:v>-2170.44814926</c:v>
                </c:pt>
                <c:pt idx="1455">
                  <c:v>-2138.17252043</c:v>
                </c:pt>
                <c:pt idx="1456">
                  <c:v>-2138.17252043</c:v>
                </c:pt>
                <c:pt idx="1457">
                  <c:v>-2106.15947967</c:v>
                </c:pt>
                <c:pt idx="1458">
                  <c:v>-2106.15947967</c:v>
                </c:pt>
                <c:pt idx="1459">
                  <c:v>-2074.407816</c:v>
                </c:pt>
                <c:pt idx="1460">
                  <c:v>-2074.407816</c:v>
                </c:pt>
                <c:pt idx="1461">
                  <c:v>-2042.9163253</c:v>
                </c:pt>
                <c:pt idx="1462">
                  <c:v>-2042.9163253</c:v>
                </c:pt>
                <c:pt idx="1463">
                  <c:v>-2011.68381033</c:v>
                </c:pt>
                <c:pt idx="1464">
                  <c:v>-2011.68381034</c:v>
                </c:pt>
                <c:pt idx="1465">
                  <c:v>-1980.70908068</c:v>
                </c:pt>
                <c:pt idx="1466">
                  <c:v>-1980.70908068</c:v>
                </c:pt>
                <c:pt idx="1467">
                  <c:v>-1949.99095272</c:v>
                </c:pt>
                <c:pt idx="1468">
                  <c:v>-1949.99095272</c:v>
                </c:pt>
                <c:pt idx="1469">
                  <c:v>-1919.52824962</c:v>
                </c:pt>
                <c:pt idx="1470">
                  <c:v>-1919.52824962</c:v>
                </c:pt>
                <c:pt idx="1471">
                  <c:v>-1889.31980131</c:v>
                </c:pt>
                <c:pt idx="1472">
                  <c:v>-1889.31980131</c:v>
                </c:pt>
                <c:pt idx="1473">
                  <c:v>-1859.36444445</c:v>
                </c:pt>
                <c:pt idx="1474">
                  <c:v>-1859.36444445</c:v>
                </c:pt>
                <c:pt idx="1475">
                  <c:v>-1829.66102241</c:v>
                </c:pt>
                <c:pt idx="1476">
                  <c:v>-1829.66102241</c:v>
                </c:pt>
                <c:pt idx="1477">
                  <c:v>-1800.20838523</c:v>
                </c:pt>
                <c:pt idx="1478">
                  <c:v>-1800.20838523</c:v>
                </c:pt>
                <c:pt idx="1479">
                  <c:v>-1771.00538964</c:v>
                </c:pt>
                <c:pt idx="1480">
                  <c:v>-1771.00538964</c:v>
                </c:pt>
                <c:pt idx="1481">
                  <c:v>-1742.05089896</c:v>
                </c:pt>
                <c:pt idx="1482">
                  <c:v>-1742.05089896</c:v>
                </c:pt>
                <c:pt idx="1483">
                  <c:v>-1713.34378318</c:v>
                </c:pt>
                <c:pt idx="1484">
                  <c:v>-1713.34378318</c:v>
                </c:pt>
                <c:pt idx="1485">
                  <c:v>-1684.88291883</c:v>
                </c:pt>
                <c:pt idx="1486">
                  <c:v>-1684.88291882</c:v>
                </c:pt>
                <c:pt idx="1487">
                  <c:v>-1656.66718901</c:v>
                </c:pt>
                <c:pt idx="1488">
                  <c:v>-1656.66718901</c:v>
                </c:pt>
                <c:pt idx="1489">
                  <c:v>-1628.69548339</c:v>
                </c:pt>
                <c:pt idx="1490">
                  <c:v>-1628.69548339</c:v>
                </c:pt>
                <c:pt idx="1491">
                  <c:v>-1600.96669809</c:v>
                </c:pt>
                <c:pt idx="1492">
                  <c:v>-1600.96669809</c:v>
                </c:pt>
                <c:pt idx="1493">
                  <c:v>-1573.47973579</c:v>
                </c:pt>
                <c:pt idx="1494">
                  <c:v>-1573.47973579</c:v>
                </c:pt>
                <c:pt idx="1495">
                  <c:v>-1546.23350559</c:v>
                </c:pt>
                <c:pt idx="1496">
                  <c:v>-1546.23350558</c:v>
                </c:pt>
                <c:pt idx="1497">
                  <c:v>-1519.22692304</c:v>
                </c:pt>
                <c:pt idx="1498">
                  <c:v>-1519.22692304</c:v>
                </c:pt>
                <c:pt idx="1499">
                  <c:v>-1492.45891014</c:v>
                </c:pt>
                <c:pt idx="1500">
                  <c:v>-1492.45891014</c:v>
                </c:pt>
                <c:pt idx="1501">
                  <c:v>-1465.92839526</c:v>
                </c:pt>
                <c:pt idx="1502">
                  <c:v>-1465.92839526</c:v>
                </c:pt>
                <c:pt idx="1503">
                  <c:v>-1439.63431315</c:v>
                </c:pt>
                <c:pt idx="1504">
                  <c:v>-1439.63431315</c:v>
                </c:pt>
                <c:pt idx="1505">
                  <c:v>-1413.57560489</c:v>
                </c:pt>
                <c:pt idx="1506">
                  <c:v>-1413.57560489</c:v>
                </c:pt>
                <c:pt idx="1507">
                  <c:v>-1387.75121792</c:v>
                </c:pt>
                <c:pt idx="1508">
                  <c:v>-1387.75121792</c:v>
                </c:pt>
                <c:pt idx="1509">
                  <c:v>-1362.16010597</c:v>
                </c:pt>
                <c:pt idx="1510">
                  <c:v>-1362.16010597</c:v>
                </c:pt>
                <c:pt idx="1511">
                  <c:v>-1336.80122903</c:v>
                </c:pt>
                <c:pt idx="1512">
                  <c:v>-1336.80122903</c:v>
                </c:pt>
                <c:pt idx="1513">
                  <c:v>-1311.67355338</c:v>
                </c:pt>
                <c:pt idx="1514">
                  <c:v>-1311.67355337</c:v>
                </c:pt>
                <c:pt idx="1515">
                  <c:v>-1286.77605149</c:v>
                </c:pt>
                <c:pt idx="1516">
                  <c:v>-1286.77605149</c:v>
                </c:pt>
                <c:pt idx="1517">
                  <c:v>-1262.10770209</c:v>
                </c:pt>
                <c:pt idx="1518">
                  <c:v>-1262.10770209</c:v>
                </c:pt>
                <c:pt idx="1519">
                  <c:v>-1237.66749006</c:v>
                </c:pt>
                <c:pt idx="1520">
                  <c:v>-1237.66749006</c:v>
                </c:pt>
                <c:pt idx="1521">
                  <c:v>-1213.45440647</c:v>
                </c:pt>
                <c:pt idx="1522">
                  <c:v>-1213.45440647</c:v>
                </c:pt>
                <c:pt idx="1523">
                  <c:v>-1189.46744851</c:v>
                </c:pt>
                <c:pt idx="1524">
                  <c:v>-1189.46744851</c:v>
                </c:pt>
                <c:pt idx="1525">
                  <c:v>-1165.70561952</c:v>
                </c:pt>
                <c:pt idx="1526">
                  <c:v>-1165.70561952</c:v>
                </c:pt>
                <c:pt idx="1527">
                  <c:v>-1142.16792891</c:v>
                </c:pt>
                <c:pt idx="1528">
                  <c:v>-1142.16792891</c:v>
                </c:pt>
                <c:pt idx="1529">
                  <c:v>-1118.85339218</c:v>
                </c:pt>
                <c:pt idx="1530">
                  <c:v>-1118.85339219</c:v>
                </c:pt>
                <c:pt idx="1531">
                  <c:v>-1095.76103089</c:v>
                </c:pt>
                <c:pt idx="1532">
                  <c:v>-1095.76103089</c:v>
                </c:pt>
                <c:pt idx="1533">
                  <c:v>-1072.88987261</c:v>
                </c:pt>
                <c:pt idx="1534">
                  <c:v>-1072.8898726</c:v>
                </c:pt>
                <c:pt idx="1535">
                  <c:v>-1050.23895092</c:v>
                </c:pt>
                <c:pt idx="1536">
                  <c:v>-1050.23895092</c:v>
                </c:pt>
                <c:pt idx="1537">
                  <c:v>-1027.80730542</c:v>
                </c:pt>
                <c:pt idx="1538">
                  <c:v>-1027.80730541</c:v>
                </c:pt>
                <c:pt idx="1539">
                  <c:v>-1005.59398164</c:v>
                </c:pt>
                <c:pt idx="1540">
                  <c:v>-1005.59398164</c:v>
                </c:pt>
                <c:pt idx="1541">
                  <c:v>-983.59803107</c:v>
                </c:pt>
                <c:pt idx="1542">
                  <c:v>-983.59803107</c:v>
                </c:pt>
                <c:pt idx="1543">
                  <c:v>-961.81851112</c:v>
                </c:pt>
                <c:pt idx="1544">
                  <c:v>-961.81851112</c:v>
                </c:pt>
                <c:pt idx="1545">
                  <c:v>-940.25448511</c:v>
                </c:pt>
                <c:pt idx="1546">
                  <c:v>-940.25448511</c:v>
                </c:pt>
                <c:pt idx="1547">
                  <c:v>-918.90502222</c:v>
                </c:pt>
                <c:pt idx="1548">
                  <c:v>-918.90502222</c:v>
                </c:pt>
                <c:pt idx="1549">
                  <c:v>-897.76919751</c:v>
                </c:pt>
                <c:pt idx="1550">
                  <c:v>-897.76919751</c:v>
                </c:pt>
                <c:pt idx="1551">
                  <c:v>-876.84609185</c:v>
                </c:pt>
                <c:pt idx="1552">
                  <c:v>-876.84609185</c:v>
                </c:pt>
                <c:pt idx="1553">
                  <c:v>-856.13479195</c:v>
                </c:pt>
                <c:pt idx="1554">
                  <c:v>-856.13479195</c:v>
                </c:pt>
                <c:pt idx="1555">
                  <c:v>-835.63439031</c:v>
                </c:pt>
                <c:pt idx="1556">
                  <c:v>-835.63439031</c:v>
                </c:pt>
                <c:pt idx="1557">
                  <c:v>-815.34398519</c:v>
                </c:pt>
                <c:pt idx="1558">
                  <c:v>-815.34398519</c:v>
                </c:pt>
                <c:pt idx="1559">
                  <c:v>-795.26268061</c:v>
                </c:pt>
                <c:pt idx="1560">
                  <c:v>-795.26268061</c:v>
                </c:pt>
                <c:pt idx="1561">
                  <c:v>-775.38958632</c:v>
                </c:pt>
                <c:pt idx="1562">
                  <c:v>-775.38958632</c:v>
                </c:pt>
                <c:pt idx="1563">
                  <c:v>-755.72381779</c:v>
                </c:pt>
                <c:pt idx="1564">
                  <c:v>-755.72381779</c:v>
                </c:pt>
                <c:pt idx="1565">
                  <c:v>-736.26449616</c:v>
                </c:pt>
                <c:pt idx="1566">
                  <c:v>-736.26449616</c:v>
                </c:pt>
                <c:pt idx="1567">
                  <c:v>-717.01074826</c:v>
                </c:pt>
                <c:pt idx="1568">
                  <c:v>-717.01074826</c:v>
                </c:pt>
                <c:pt idx="1569">
                  <c:v>-697.96170655</c:v>
                </c:pt>
                <c:pt idx="1570">
                  <c:v>-697.96170655</c:v>
                </c:pt>
                <c:pt idx="1571">
                  <c:v>-679.1165091300001</c:v>
                </c:pt>
                <c:pt idx="1572">
                  <c:v>-679.1165091300001</c:v>
                </c:pt>
                <c:pt idx="1573">
                  <c:v>-660.47429971</c:v>
                </c:pt>
                <c:pt idx="1574">
                  <c:v>-660.47429972</c:v>
                </c:pt>
                <c:pt idx="1575">
                  <c:v>-642.0342276</c:v>
                </c:pt>
                <c:pt idx="1576">
                  <c:v>-642.0342276</c:v>
                </c:pt>
                <c:pt idx="1577">
                  <c:v>-623.79544764</c:v>
                </c:pt>
                <c:pt idx="1578">
                  <c:v>-623.79544764</c:v>
                </c:pt>
                <c:pt idx="1579">
                  <c:v>-605.75712026</c:v>
                </c:pt>
                <c:pt idx="1580">
                  <c:v>-605.75712026</c:v>
                </c:pt>
                <c:pt idx="1581">
                  <c:v>-587.9184114</c:v>
                </c:pt>
                <c:pt idx="1582">
                  <c:v>-587.9184114</c:v>
                </c:pt>
                <c:pt idx="1583">
                  <c:v>-570.2784925</c:v>
                </c:pt>
                <c:pt idx="1584">
                  <c:v>-570.2784925</c:v>
                </c:pt>
                <c:pt idx="1585">
                  <c:v>-552.8365405</c:v>
                </c:pt>
                <c:pt idx="1586">
                  <c:v>-552.8365405</c:v>
                </c:pt>
                <c:pt idx="1587">
                  <c:v>-535.59173782</c:v>
                </c:pt>
                <c:pt idx="1588">
                  <c:v>-535.59173782</c:v>
                </c:pt>
                <c:pt idx="1589">
                  <c:v>-518.5432723</c:v>
                </c:pt>
                <c:pt idx="1590">
                  <c:v>-518.5432723</c:v>
                </c:pt>
                <c:pt idx="1591">
                  <c:v>-501.69033724</c:v>
                </c:pt>
                <c:pt idx="1592">
                  <c:v>-501.69033724</c:v>
                </c:pt>
                <c:pt idx="1593">
                  <c:v>-485.03213134</c:v>
                </c:pt>
                <c:pt idx="1594">
                  <c:v>-485.03213134</c:v>
                </c:pt>
                <c:pt idx="1595">
                  <c:v>-468.56785869</c:v>
                </c:pt>
                <c:pt idx="1596">
                  <c:v>-468.56785869</c:v>
                </c:pt>
                <c:pt idx="1597">
                  <c:v>-452.29672876</c:v>
                </c:pt>
                <c:pt idx="1598">
                  <c:v>-452.29672876</c:v>
                </c:pt>
                <c:pt idx="1599">
                  <c:v>-436.21795638</c:v>
                </c:pt>
                <c:pt idx="1600">
                  <c:v>-436.21795638</c:v>
                </c:pt>
                <c:pt idx="1601">
                  <c:v>-420.33076169</c:v>
                </c:pt>
                <c:pt idx="1602">
                  <c:v>-420.33076169</c:v>
                </c:pt>
                <c:pt idx="1603">
                  <c:v>-404.63437018</c:v>
                </c:pt>
                <c:pt idx="1604">
                  <c:v>-404.63437018</c:v>
                </c:pt>
                <c:pt idx="1605">
                  <c:v>-389.1280126</c:v>
                </c:pt>
                <c:pt idx="1606">
                  <c:v>-389.1280126</c:v>
                </c:pt>
                <c:pt idx="1607">
                  <c:v>-373.81092503</c:v>
                </c:pt>
                <c:pt idx="1608">
                  <c:v>-373.81092502</c:v>
                </c:pt>
                <c:pt idx="1609">
                  <c:v>-358.68234875</c:v>
                </c:pt>
                <c:pt idx="1610">
                  <c:v>-358.68234875</c:v>
                </c:pt>
                <c:pt idx="1611">
                  <c:v>-343.74153034</c:v>
                </c:pt>
                <c:pt idx="1612">
                  <c:v>-343.74153034</c:v>
                </c:pt>
                <c:pt idx="1613">
                  <c:v>-328.98772158</c:v>
                </c:pt>
                <c:pt idx="1614">
                  <c:v>-328.98772157</c:v>
                </c:pt>
                <c:pt idx="1615">
                  <c:v>-314.42017944</c:v>
                </c:pt>
                <c:pt idx="1616">
                  <c:v>-314.42017944</c:v>
                </c:pt>
                <c:pt idx="1617">
                  <c:v>-300.0381661</c:v>
                </c:pt>
                <c:pt idx="1618">
                  <c:v>-300.0381661</c:v>
                </c:pt>
                <c:pt idx="1619">
                  <c:v>-285.84094891</c:v>
                </c:pt>
                <c:pt idx="1620">
                  <c:v>-285.84094891</c:v>
                </c:pt>
                <c:pt idx="1621">
                  <c:v>-271.82780038</c:v>
                </c:pt>
                <c:pt idx="1622">
                  <c:v>-271.82780038</c:v>
                </c:pt>
                <c:pt idx="1623">
                  <c:v>-257.99799812</c:v>
                </c:pt>
                <c:pt idx="1624">
                  <c:v>-257.99799812</c:v>
                </c:pt>
                <c:pt idx="1625">
                  <c:v>-244.3508249</c:v>
                </c:pt>
                <c:pt idx="1626">
                  <c:v>-244.3508249</c:v>
                </c:pt>
                <c:pt idx="1627">
                  <c:v>-230.88556856</c:v>
                </c:pt>
                <c:pt idx="1628">
                  <c:v>-230.88556856</c:v>
                </c:pt>
                <c:pt idx="1629">
                  <c:v>-217.60152206</c:v>
                </c:pt>
                <c:pt idx="1630">
                  <c:v>-217.60152205</c:v>
                </c:pt>
                <c:pt idx="1631">
                  <c:v>-204.49798337</c:v>
                </c:pt>
                <c:pt idx="1632">
                  <c:v>-204.49798337</c:v>
                </c:pt>
                <c:pt idx="1633">
                  <c:v>-191.57425556</c:v>
                </c:pt>
                <c:pt idx="1634">
                  <c:v>-191.57425556</c:v>
                </c:pt>
                <c:pt idx="1635">
                  <c:v>-178.82964671</c:v>
                </c:pt>
                <c:pt idx="1636">
                  <c:v>-178.82964671</c:v>
                </c:pt>
                <c:pt idx="1637">
                  <c:v>-166.26346991</c:v>
                </c:pt>
                <c:pt idx="1638">
                  <c:v>-166.26346991</c:v>
                </c:pt>
                <c:pt idx="1639">
                  <c:v>-153.87504326</c:v>
                </c:pt>
                <c:pt idx="1640">
                  <c:v>-153.87504326</c:v>
                </c:pt>
                <c:pt idx="1641">
                  <c:v>-141.66368983</c:v>
                </c:pt>
                <c:pt idx="1642">
                  <c:v>-141.66368983</c:v>
                </c:pt>
                <c:pt idx="1643">
                  <c:v>-129.62873767</c:v>
                </c:pt>
                <c:pt idx="1644">
                  <c:v>-129.62873767</c:v>
                </c:pt>
                <c:pt idx="1645">
                  <c:v>-117.76951977</c:v>
                </c:pt>
                <c:pt idx="1646">
                  <c:v>-117.76951977</c:v>
                </c:pt>
                <c:pt idx="1647">
                  <c:v>-106.08537404</c:v>
                </c:pt>
                <c:pt idx="1648">
                  <c:v>-106.08537404</c:v>
                </c:pt>
                <c:pt idx="1649">
                  <c:v>-94.57564334</c:v>
                </c:pt>
                <c:pt idx="1650">
                  <c:v>-94.57564334</c:v>
                </c:pt>
                <c:pt idx="1651">
                  <c:v>-83.23967537999999</c:v>
                </c:pt>
                <c:pt idx="1652">
                  <c:v>-83.23967537999999</c:v>
                </c:pt>
                <c:pt idx="1653">
                  <c:v>-72.0768228</c:v>
                </c:pt>
                <c:pt idx="1654">
                  <c:v>-72.0768228</c:v>
                </c:pt>
                <c:pt idx="1655">
                  <c:v>-61.08644309</c:v>
                </c:pt>
                <c:pt idx="1656">
                  <c:v>-61.08644309</c:v>
                </c:pt>
                <c:pt idx="1657">
                  <c:v>-50.26789859</c:v>
                </c:pt>
                <c:pt idx="1658">
                  <c:v>-50.26789859</c:v>
                </c:pt>
                <c:pt idx="1659">
                  <c:v>-39.62055648</c:v>
                </c:pt>
                <c:pt idx="1660">
                  <c:v>-39.62055648</c:v>
                </c:pt>
                <c:pt idx="1661">
                  <c:v>-29.14378876</c:v>
                </c:pt>
                <c:pt idx="1662">
                  <c:v>-29.14378876</c:v>
                </c:pt>
                <c:pt idx="1663">
                  <c:v>-18.83697224</c:v>
                </c:pt>
                <c:pt idx="1664">
                  <c:v>-18.83697224</c:v>
                </c:pt>
                <c:pt idx="1665">
                  <c:v>-8.699488519999999</c:v>
                </c:pt>
                <c:pt idx="1666">
                  <c:v>-8.699488519999999</c:v>
                </c:pt>
                <c:pt idx="1667">
                  <c:v>1.26927603</c:v>
                </c:pt>
                <c:pt idx="1668">
                  <c:v>1.26927603</c:v>
                </c:pt>
                <c:pt idx="1669">
                  <c:v>11.06993026</c:v>
                </c:pt>
                <c:pt idx="1670">
                  <c:v>11.06993026</c:v>
                </c:pt>
                <c:pt idx="1671">
                  <c:v>20.70307831</c:v>
                </c:pt>
                <c:pt idx="1672">
                  <c:v>20.70307831</c:v>
                </c:pt>
                <c:pt idx="1673">
                  <c:v>30.16931955</c:v>
                </c:pt>
                <c:pt idx="1674">
                  <c:v>30.16931955</c:v>
                </c:pt>
                <c:pt idx="1675">
                  <c:v>39.46924865</c:v>
                </c:pt>
                <c:pt idx="1676">
                  <c:v>39.46924865</c:v>
                </c:pt>
                <c:pt idx="1677">
                  <c:v>48.60345559</c:v>
                </c:pt>
                <c:pt idx="1678">
                  <c:v>48.60345559</c:v>
                </c:pt>
                <c:pt idx="1679">
                  <c:v>57.57252563</c:v>
                </c:pt>
                <c:pt idx="1680">
                  <c:v>57.57252563</c:v>
                </c:pt>
                <c:pt idx="1681">
                  <c:v>66.37703938999999</c:v>
                </c:pt>
                <c:pt idx="1682">
                  <c:v>66.37703938999999</c:v>
                </c:pt>
                <c:pt idx="1683">
                  <c:v>75.01757281</c:v>
                </c:pt>
                <c:pt idx="1684">
                  <c:v>75.01757281</c:v>
                </c:pt>
                <c:pt idx="1685">
                  <c:v>83.49469718</c:v>
                </c:pt>
                <c:pt idx="1686">
                  <c:v>83.49469718</c:v>
                </c:pt>
                <c:pt idx="1687">
                  <c:v>91.80897917999999</c:v>
                </c:pt>
                <c:pt idx="1688">
                  <c:v>91.80897917999999</c:v>
                </c:pt>
                <c:pt idx="1689">
                  <c:v>99.96098084</c:v>
                </c:pt>
                <c:pt idx="1690">
                  <c:v>99.96098084</c:v>
                </c:pt>
                <c:pt idx="1691">
                  <c:v>107.95125962</c:v>
                </c:pt>
                <c:pt idx="1692">
                  <c:v>107.95125962</c:v>
                </c:pt>
                <c:pt idx="1693">
                  <c:v>115.78036836</c:v>
                </c:pt>
                <c:pt idx="1694">
                  <c:v>115.78036836</c:v>
                </c:pt>
                <c:pt idx="1695">
                  <c:v>123.44885533</c:v>
                </c:pt>
                <c:pt idx="1696">
                  <c:v>123.44885533</c:v>
                </c:pt>
                <c:pt idx="1697">
                  <c:v>130.95726424</c:v>
                </c:pt>
                <c:pt idx="1698">
                  <c:v>130.95726424</c:v>
                </c:pt>
                <c:pt idx="1699">
                  <c:v>138.30613423</c:v>
                </c:pt>
                <c:pt idx="1700">
                  <c:v>138.30613423</c:v>
                </c:pt>
                <c:pt idx="1701">
                  <c:v>145.49599994</c:v>
                </c:pt>
                <c:pt idx="1702">
                  <c:v>145.49599994</c:v>
                </c:pt>
                <c:pt idx="1703">
                  <c:v>152.52739143</c:v>
                </c:pt>
                <c:pt idx="1704">
                  <c:v>152.52739143</c:v>
                </c:pt>
                <c:pt idx="1705">
                  <c:v>159.40083427</c:v>
                </c:pt>
                <c:pt idx="1706">
                  <c:v>159.40083427</c:v>
                </c:pt>
                <c:pt idx="1707">
                  <c:v>166.11684955</c:v>
                </c:pt>
                <c:pt idx="1708">
                  <c:v>166.11684955</c:v>
                </c:pt>
                <c:pt idx="1709">
                  <c:v>172.67595382</c:v>
                </c:pt>
                <c:pt idx="1710">
                  <c:v>172.67595382</c:v>
                </c:pt>
                <c:pt idx="1711">
                  <c:v>179.0786592</c:v>
                </c:pt>
                <c:pt idx="1712">
                  <c:v>179.0786592</c:v>
                </c:pt>
                <c:pt idx="1713">
                  <c:v>185.32547332</c:v>
                </c:pt>
                <c:pt idx="1714">
                  <c:v>185.32547332</c:v>
                </c:pt>
                <c:pt idx="1715">
                  <c:v>191.41689936</c:v>
                </c:pt>
                <c:pt idx="1716">
                  <c:v>191.41689936</c:v>
                </c:pt>
                <c:pt idx="1717">
                  <c:v>197.35343604</c:v>
                </c:pt>
                <c:pt idx="1718">
                  <c:v>197.35343604</c:v>
                </c:pt>
                <c:pt idx="1719">
                  <c:v>203.13557768</c:v>
                </c:pt>
                <c:pt idx="1720">
                  <c:v>203.13557768</c:v>
                </c:pt>
                <c:pt idx="1721">
                  <c:v>208.76381415</c:v>
                </c:pt>
                <c:pt idx="1722">
                  <c:v>208.76381415</c:v>
                </c:pt>
                <c:pt idx="1723">
                  <c:v>214.23863093</c:v>
                </c:pt>
                <c:pt idx="1724">
                  <c:v>214.23863093</c:v>
                </c:pt>
                <c:pt idx="1725">
                  <c:v>219.5605091</c:v>
                </c:pt>
                <c:pt idx="1726">
                  <c:v>219.5605091</c:v>
                </c:pt>
                <c:pt idx="1727">
                  <c:v>224.72992534</c:v>
                </c:pt>
                <c:pt idx="1728">
                  <c:v>224.72992534</c:v>
                </c:pt>
                <c:pt idx="1729">
                  <c:v>229.74735196</c:v>
                </c:pt>
                <c:pt idx="1730">
                  <c:v>229.74735196</c:v>
                </c:pt>
                <c:pt idx="1731">
                  <c:v>234.6132569</c:v>
                </c:pt>
                <c:pt idx="1732">
                  <c:v>234.6132569</c:v>
                </c:pt>
                <c:pt idx="1733">
                  <c:v>239.32810376</c:v>
                </c:pt>
                <c:pt idx="1734">
                  <c:v>239.32810376</c:v>
                </c:pt>
                <c:pt idx="1735">
                  <c:v>243.89235178</c:v>
                </c:pt>
                <c:pt idx="1736">
                  <c:v>243.89235178</c:v>
                </c:pt>
                <c:pt idx="1737">
                  <c:v>248.30645585</c:v>
                </c:pt>
                <c:pt idx="1738">
                  <c:v>248.30645585</c:v>
                </c:pt>
                <c:pt idx="1739">
                  <c:v>252.57086657</c:v>
                </c:pt>
                <c:pt idx="1740">
                  <c:v>252.57086657</c:v>
                </c:pt>
                <c:pt idx="1741">
                  <c:v>256.68603018</c:v>
                </c:pt>
                <c:pt idx="1742">
                  <c:v>256.68603018</c:v>
                </c:pt>
                <c:pt idx="1743">
                  <c:v>260.65238865</c:v>
                </c:pt>
                <c:pt idx="1744">
                  <c:v>260.65238865</c:v>
                </c:pt>
                <c:pt idx="1745">
                  <c:v>264.47037964</c:v>
                </c:pt>
                <c:pt idx="1746">
                  <c:v>264.47037964</c:v>
                </c:pt>
                <c:pt idx="1747">
                  <c:v>268.1404365</c:v>
                </c:pt>
                <c:pt idx="1748">
                  <c:v>268.1404365</c:v>
                </c:pt>
                <c:pt idx="1749">
                  <c:v>271.66298832</c:v>
                </c:pt>
                <c:pt idx="1750">
                  <c:v>271.66298832</c:v>
                </c:pt>
                <c:pt idx="1751">
                  <c:v>275.03845992</c:v>
                </c:pt>
                <c:pt idx="1752">
                  <c:v>275.03845992</c:v>
                </c:pt>
                <c:pt idx="1753">
                  <c:v>278.26727184</c:v>
                </c:pt>
                <c:pt idx="1754">
                  <c:v>278.26727184</c:v>
                </c:pt>
                <c:pt idx="1755">
                  <c:v>281.3498404</c:v>
                </c:pt>
                <c:pt idx="1756">
                  <c:v>281.34984039</c:v>
                </c:pt>
                <c:pt idx="1757">
                  <c:v>284.28657762</c:v>
                </c:pt>
                <c:pt idx="1758">
                  <c:v>284.28657762</c:v>
                </c:pt>
                <c:pt idx="1759">
                  <c:v>287.07789133</c:v>
                </c:pt>
                <c:pt idx="1760">
                  <c:v>287.07789133</c:v>
                </c:pt>
                <c:pt idx="1761">
                  <c:v>289.7241851</c:v>
                </c:pt>
                <c:pt idx="1762">
                  <c:v>289.7241851</c:v>
                </c:pt>
                <c:pt idx="1763">
                  <c:v>292.22585828</c:v>
                </c:pt>
                <c:pt idx="1764">
                  <c:v>292.22585828</c:v>
                </c:pt>
                <c:pt idx="1765">
                  <c:v>294.58330602</c:v>
                </c:pt>
                <c:pt idx="1766">
                  <c:v>294.58330602</c:v>
                </c:pt>
                <c:pt idx="1767">
                  <c:v>296.79691923</c:v>
                </c:pt>
                <c:pt idx="1768">
                  <c:v>296.79691923</c:v>
                </c:pt>
                <c:pt idx="1769">
                  <c:v>298.86708465</c:v>
                </c:pt>
                <c:pt idx="1770">
                  <c:v>298.86708465</c:v>
                </c:pt>
                <c:pt idx="1771">
                  <c:v>300.79418481</c:v>
                </c:pt>
                <c:pt idx="1772">
                  <c:v>300.79418481</c:v>
                </c:pt>
                <c:pt idx="1773">
                  <c:v>302.57859804</c:v>
                </c:pt>
                <c:pt idx="1774">
                  <c:v>302.57859804</c:v>
                </c:pt>
                <c:pt idx="1775">
                  <c:v>304.2206985</c:v>
                </c:pt>
                <c:pt idx="1776">
                  <c:v>304.2206985</c:v>
                </c:pt>
                <c:pt idx="1777">
                  <c:v>305.72085617</c:v>
                </c:pt>
                <c:pt idx="1778">
                  <c:v>305.72085617</c:v>
                </c:pt>
                <c:pt idx="1779">
                  <c:v>307.07943685</c:v>
                </c:pt>
                <c:pt idx="1780">
                  <c:v>307.07943685</c:v>
                </c:pt>
                <c:pt idx="1781">
                  <c:v>308.29680218</c:v>
                </c:pt>
                <c:pt idx="1782">
                  <c:v>308.29680218</c:v>
                </c:pt>
                <c:pt idx="1783">
                  <c:v>309.37330964</c:v>
                </c:pt>
                <c:pt idx="1784">
                  <c:v>309.37330964</c:v>
                </c:pt>
                <c:pt idx="1785">
                  <c:v>310.30931256</c:v>
                </c:pt>
                <c:pt idx="1786">
                  <c:v>310.30931256</c:v>
                </c:pt>
                <c:pt idx="1787">
                  <c:v>311.10516009</c:v>
                </c:pt>
                <c:pt idx="1788">
                  <c:v>311.10516009</c:v>
                </c:pt>
                <c:pt idx="1789">
                  <c:v>311.76119728</c:v>
                </c:pt>
                <c:pt idx="1790">
                  <c:v>311.76119728</c:v>
                </c:pt>
                <c:pt idx="1791">
                  <c:v>312.27776498</c:v>
                </c:pt>
                <c:pt idx="1792">
                  <c:v>312.27776498</c:v>
                </c:pt>
                <c:pt idx="1793">
                  <c:v>312.65519996</c:v>
                </c:pt>
                <c:pt idx="1794">
                  <c:v>312.65519996</c:v>
                </c:pt>
                <c:pt idx="1795">
                  <c:v>312.89383481</c:v>
                </c:pt>
                <c:pt idx="1796">
                  <c:v>312.89383481</c:v>
                </c:pt>
                <c:pt idx="1797">
                  <c:v>312.99399801</c:v>
                </c:pt>
                <c:pt idx="1798">
                  <c:v>312.99399801</c:v>
                </c:pt>
                <c:pt idx="1799">
                  <c:v>312.95601391</c:v>
                </c:pt>
                <c:pt idx="1800">
                  <c:v>312.95601391</c:v>
                </c:pt>
                <c:pt idx="1801">
                  <c:v>312.78020271</c:v>
                </c:pt>
                <c:pt idx="1802">
                  <c:v>312.78020271</c:v>
                </c:pt>
                <c:pt idx="1803">
                  <c:v>312.46688054</c:v>
                </c:pt>
                <c:pt idx="1804">
                  <c:v>312.46688054</c:v>
                </c:pt>
                <c:pt idx="1805">
                  <c:v>312.01635934</c:v>
                </c:pt>
                <c:pt idx="1806">
                  <c:v>312.01635934</c:v>
                </c:pt>
                <c:pt idx="1807">
                  <c:v>311.428947</c:v>
                </c:pt>
                <c:pt idx="1808">
                  <c:v>311.428947</c:v>
                </c:pt>
                <c:pt idx="1809">
                  <c:v>310.70494724</c:v>
                </c:pt>
                <c:pt idx="1810">
                  <c:v>310.70494724</c:v>
                </c:pt>
                <c:pt idx="1811">
                  <c:v>309.84465968</c:v>
                </c:pt>
                <c:pt idx="1812">
                  <c:v>309.84465968</c:v>
                </c:pt>
                <c:pt idx="1813">
                  <c:v>308.84837984</c:v>
                </c:pt>
                <c:pt idx="1814">
                  <c:v>308.84837984</c:v>
                </c:pt>
                <c:pt idx="1815">
                  <c:v>307.71639911</c:v>
                </c:pt>
                <c:pt idx="1816">
                  <c:v>307.71639911</c:v>
                </c:pt>
                <c:pt idx="1817">
                  <c:v>306.44900478</c:v>
                </c:pt>
                <c:pt idx="1818">
                  <c:v>306.44900478</c:v>
                </c:pt>
                <c:pt idx="1819">
                  <c:v>305.04647999</c:v>
                </c:pt>
                <c:pt idx="1820">
                  <c:v>305.04647999</c:v>
                </c:pt>
                <c:pt idx="1821">
                  <c:v>303.50910382</c:v>
                </c:pt>
                <c:pt idx="1822">
                  <c:v>303.50910382</c:v>
                </c:pt>
                <c:pt idx="1823">
                  <c:v>301.83715119</c:v>
                </c:pt>
                <c:pt idx="1824">
                  <c:v>301.83715119</c:v>
                </c:pt>
                <c:pt idx="1825">
                  <c:v>300.03089292</c:v>
                </c:pt>
                <c:pt idx="1826">
                  <c:v>300.03089292</c:v>
                </c:pt>
                <c:pt idx="1827">
                  <c:v>298.09059572</c:v>
                </c:pt>
                <c:pt idx="1828">
                  <c:v>298.09059572</c:v>
                </c:pt>
                <c:pt idx="1829">
                  <c:v>296.01652216</c:v>
                </c:pt>
                <c:pt idx="1830">
                  <c:v>296.01652216</c:v>
                </c:pt>
                <c:pt idx="1831">
                  <c:v>293.8089307</c:v>
                </c:pt>
                <c:pt idx="1832">
                  <c:v>293.8089307</c:v>
                </c:pt>
                <c:pt idx="1833">
                  <c:v>291.46807568</c:v>
                </c:pt>
                <c:pt idx="1834">
                  <c:v>291.46807568</c:v>
                </c:pt>
                <c:pt idx="1835">
                  <c:v>288.9942073</c:v>
                </c:pt>
                <c:pt idx="1836">
                  <c:v>288.9942073</c:v>
                </c:pt>
                <c:pt idx="1837">
                  <c:v>286.38757163</c:v>
                </c:pt>
                <c:pt idx="1838">
                  <c:v>286.38757163</c:v>
                </c:pt>
                <c:pt idx="1839">
                  <c:v>283.64841061</c:v>
                </c:pt>
                <c:pt idx="1840">
                  <c:v>283.64841061</c:v>
                </c:pt>
                <c:pt idx="1841">
                  <c:v>280.77696203</c:v>
                </c:pt>
                <c:pt idx="1842">
                  <c:v>280.77696203</c:v>
                </c:pt>
                <c:pt idx="1843">
                  <c:v>277.77345954</c:v>
                </c:pt>
                <c:pt idx="1844">
                  <c:v>277.77345954</c:v>
                </c:pt>
                <c:pt idx="1845">
                  <c:v>274.63813263</c:v>
                </c:pt>
                <c:pt idx="1846">
                  <c:v>274.63813263</c:v>
                </c:pt>
                <c:pt idx="1847">
                  <c:v>271.37120665</c:v>
                </c:pt>
                <c:pt idx="1848">
                  <c:v>271.37120665</c:v>
                </c:pt>
                <c:pt idx="1849">
                  <c:v>267.97290276</c:v>
                </c:pt>
                <c:pt idx="1850">
                  <c:v>267.97290276</c:v>
                </c:pt>
                <c:pt idx="1851">
                  <c:v>264.44343796</c:v>
                </c:pt>
                <c:pt idx="1852">
                  <c:v>264.44343796</c:v>
                </c:pt>
                <c:pt idx="1853">
                  <c:v>260.78302508</c:v>
                </c:pt>
                <c:pt idx="1854">
                  <c:v>260.78302508</c:v>
                </c:pt>
                <c:pt idx="1855">
                  <c:v>256.99187273</c:v>
                </c:pt>
                <c:pt idx="1856">
                  <c:v>256.99187273</c:v>
                </c:pt>
                <c:pt idx="1857">
                  <c:v>253.07018534</c:v>
                </c:pt>
                <c:pt idx="1858">
                  <c:v>253.07018534</c:v>
                </c:pt>
                <c:pt idx="1859">
                  <c:v>249.01816314</c:v>
                </c:pt>
                <c:pt idx="1860">
                  <c:v>249.01816314</c:v>
                </c:pt>
                <c:pt idx="1861">
                  <c:v>244.83600212</c:v>
                </c:pt>
                <c:pt idx="1862">
                  <c:v>244.83600212</c:v>
                </c:pt>
                <c:pt idx="1863">
                  <c:v>240.52389405</c:v>
                </c:pt>
                <c:pt idx="1864">
                  <c:v>240.52389405</c:v>
                </c:pt>
                <c:pt idx="1865">
                  <c:v>236.08202645</c:v>
                </c:pt>
                <c:pt idx="1866">
                  <c:v>236.08202645</c:v>
                </c:pt>
                <c:pt idx="1867">
                  <c:v>231.51058259</c:v>
                </c:pt>
                <c:pt idx="1868">
                  <c:v>231.51058259</c:v>
                </c:pt>
                <c:pt idx="1869">
                  <c:v>226.80974147</c:v>
                </c:pt>
                <c:pt idx="1870">
                  <c:v>226.80974147</c:v>
                </c:pt>
                <c:pt idx="1871">
                  <c:v>221.97967778</c:v>
                </c:pt>
                <c:pt idx="1872">
                  <c:v>221.97967778</c:v>
                </c:pt>
                <c:pt idx="1873">
                  <c:v>217.02056194</c:v>
                </c:pt>
                <c:pt idx="1874">
                  <c:v>217.02056194</c:v>
                </c:pt>
                <c:pt idx="1875">
                  <c:v>211.93256002</c:v>
                </c:pt>
                <c:pt idx="1876">
                  <c:v>211.93256002</c:v>
                </c:pt>
                <c:pt idx="1877">
                  <c:v>206.71583378</c:v>
                </c:pt>
                <c:pt idx="1878">
                  <c:v>206.71583378</c:v>
                </c:pt>
                <c:pt idx="1879">
                  <c:v>201.37054059</c:v>
                </c:pt>
                <c:pt idx="1880">
                  <c:v>201.37054059</c:v>
                </c:pt>
                <c:pt idx="1881">
                  <c:v>195.89683348</c:v>
                </c:pt>
                <c:pt idx="1882">
                  <c:v>195.89683348</c:v>
                </c:pt>
                <c:pt idx="1883">
                  <c:v>190.29486104</c:v>
                </c:pt>
                <c:pt idx="1884">
                  <c:v>190.29486104</c:v>
                </c:pt>
                <c:pt idx="1885">
                  <c:v>184.56476745</c:v>
                </c:pt>
                <c:pt idx="1886">
                  <c:v>184.56476745</c:v>
                </c:pt>
                <c:pt idx="1887">
                  <c:v>178.70669245</c:v>
                </c:pt>
                <c:pt idx="1888">
                  <c:v>178.70669245</c:v>
                </c:pt>
                <c:pt idx="1889">
                  <c:v>172.7207713</c:v>
                </c:pt>
                <c:pt idx="1890">
                  <c:v>172.7207713</c:v>
                </c:pt>
                <c:pt idx="1891">
                  <c:v>166.60713475</c:v>
                </c:pt>
                <c:pt idx="1892">
                  <c:v>166.60713475</c:v>
                </c:pt>
                <c:pt idx="1893">
                  <c:v>160.365909</c:v>
                </c:pt>
                <c:pt idx="1894">
                  <c:v>160.365909</c:v>
                </c:pt>
                <c:pt idx="1895">
                  <c:v>153.9972157</c:v>
                </c:pt>
                <c:pt idx="1896">
                  <c:v>153.9972157</c:v>
                </c:pt>
                <c:pt idx="1897">
                  <c:v>147.50117189</c:v>
                </c:pt>
                <c:pt idx="1898">
                  <c:v>147.50117189</c:v>
                </c:pt>
                <c:pt idx="1899">
                  <c:v>140.87788996</c:v>
                </c:pt>
                <c:pt idx="1900">
                  <c:v>140.87788996</c:v>
                </c:pt>
                <c:pt idx="1901">
                  <c:v>134.12747762</c:v>
                </c:pt>
                <c:pt idx="1902">
                  <c:v>134.12747762</c:v>
                </c:pt>
                <c:pt idx="1903">
                  <c:v>127.25003786</c:v>
                </c:pt>
                <c:pt idx="1904">
                  <c:v>127.25003786</c:v>
                </c:pt>
                <c:pt idx="1905">
                  <c:v>120.24566889</c:v>
                </c:pt>
                <c:pt idx="1906">
                  <c:v>120.24566889</c:v>
                </c:pt>
                <c:pt idx="1907">
                  <c:v>113.11446407</c:v>
                </c:pt>
                <c:pt idx="1908">
                  <c:v>113.11446406</c:v>
                </c:pt>
                <c:pt idx="1909">
                  <c:v>105.85651189</c:v>
                </c:pt>
                <c:pt idx="1910">
                  <c:v>105.85651189</c:v>
                </c:pt>
                <c:pt idx="1911">
                  <c:v>98.47189591999999</c:v>
                </c:pt>
                <c:pt idx="1912">
                  <c:v>98.47189591999999</c:v>
                </c:pt>
                <c:pt idx="1913">
                  <c:v>90.96069467</c:v>
                </c:pt>
                <c:pt idx="1914">
                  <c:v>90.96069467</c:v>
                </c:pt>
                <c:pt idx="1915">
                  <c:v>83.32298157</c:v>
                </c:pt>
                <c:pt idx="1916">
                  <c:v>83.32298157</c:v>
                </c:pt>
                <c:pt idx="1917">
                  <c:v>75.55882489</c:v>
                </c:pt>
                <c:pt idx="1918">
                  <c:v>75.55882489</c:v>
                </c:pt>
                <c:pt idx="1919">
                  <c:v>67.66828762</c:v>
                </c:pt>
                <c:pt idx="1920">
                  <c:v>67.66828762</c:v>
                </c:pt>
                <c:pt idx="1921">
                  <c:v>59.65142736</c:v>
                </c:pt>
                <c:pt idx="1922">
                  <c:v>59.65142736</c:v>
                </c:pt>
                <c:pt idx="1923">
                  <c:v>51.50829622</c:v>
                </c:pt>
                <c:pt idx="1924">
                  <c:v>51.50829622</c:v>
                </c:pt>
                <c:pt idx="1925">
                  <c:v>43.23894064</c:v>
                </c:pt>
                <c:pt idx="1926">
                  <c:v>43.23894064</c:v>
                </c:pt>
                <c:pt idx="1927">
                  <c:v>34.84340126</c:v>
                </c:pt>
                <c:pt idx="1928">
                  <c:v>34.84340126</c:v>
                </c:pt>
                <c:pt idx="1929">
                  <c:v>26.32171266</c:v>
                </c:pt>
                <c:pt idx="1930">
                  <c:v>26.32171266</c:v>
                </c:pt>
                <c:pt idx="1931">
                  <c:v>17.6739031</c:v>
                </c:pt>
                <c:pt idx="1932">
                  <c:v>17.6739031</c:v>
                </c:pt>
                <c:pt idx="1933">
                  <c:v>8.89999414</c:v>
                </c:pt>
                <c:pt idx="1934">
                  <c:v>8.89999414</c:v>
                </c:pt>
                <c:pt idx="1935">
                  <c:v>-0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</c:scaling>
        <c:delete val="0"/>
        <c:axPos val="b"/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纵向坐标 x / 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5323384"/>
        <c:crosses val="autoZero"/>
        <c:crossBetween val="midCat"/>
      </c:valAx>
      <c:valAx>
        <c:axId val="2165323384"/>
        <c:scaling>
          <c:orientation val="minMax"/>
        </c:scaling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弯矩 / (MN·m)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6026424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张拉控制</c:v>
                </c:pt>
              </c:strCache>
            </c:strRef>
          </c:tx>
          <c:spPr>
            <a:ln w="21590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Sheet1!$A$2:$A$250</c:f>
              <c:numCache>
                <c:formatCode>General</c:formatCode>
                <c:ptCount val="249"/>
                <c:pt idx="0">
                  <c:v>0</c:v>
                </c:pt>
                <c:pt idx="1">
                  <c:v>1.94117647</c:v>
                </c:pt>
                <c:pt idx="2">
                  <c:v>3.88235294</c:v>
                </c:pt>
                <c:pt idx="3">
                  <c:v>5.82352941</c:v>
                </c:pt>
                <c:pt idx="4">
                  <c:v>7.76470588</c:v>
                </c:pt>
                <c:pt idx="5">
                  <c:v>9.70588235</c:v>
                </c:pt>
                <c:pt idx="6">
                  <c:v>11.64705882</c:v>
                </c:pt>
                <c:pt idx="7">
                  <c:v>13.58823529</c:v>
                </c:pt>
                <c:pt idx="8">
                  <c:v>15.52941176</c:v>
                </c:pt>
                <c:pt idx="9">
                  <c:v>17.47058824</c:v>
                </c:pt>
                <c:pt idx="10">
                  <c:v>19.41176471</c:v>
                </c:pt>
                <c:pt idx="11">
                  <c:v>21.35294118</c:v>
                </c:pt>
                <c:pt idx="12">
                  <c:v>23.29411765</c:v>
                </c:pt>
                <c:pt idx="13">
                  <c:v>25.23529412</c:v>
                </c:pt>
                <c:pt idx="14">
                  <c:v>27.17647059</c:v>
                </c:pt>
                <c:pt idx="15">
                  <c:v>29.11764706</c:v>
                </c:pt>
                <c:pt idx="16">
                  <c:v>31.05882353</c:v>
                </c:pt>
                <c:pt idx="17">
                  <c:v>33</c:v>
                </c:pt>
                <c:pt idx="18">
                  <c:v>34.94117647</c:v>
                </c:pt>
                <c:pt idx="19">
                  <c:v>36.88235294</c:v>
                </c:pt>
                <c:pt idx="20">
                  <c:v>38.82352941</c:v>
                </c:pt>
                <c:pt idx="21">
                  <c:v>40.76470588</c:v>
                </c:pt>
                <c:pt idx="22">
                  <c:v>42.70588235</c:v>
                </c:pt>
                <c:pt idx="23">
                  <c:v>44.64705882</c:v>
                </c:pt>
                <c:pt idx="24">
                  <c:v>46.58823529</c:v>
                </c:pt>
                <c:pt idx="25">
                  <c:v>48.52941176</c:v>
                </c:pt>
                <c:pt idx="26">
                  <c:v>50.47058824</c:v>
                </c:pt>
                <c:pt idx="27">
                  <c:v>52.41176471</c:v>
                </c:pt>
                <c:pt idx="28">
                  <c:v>54.35294118</c:v>
                </c:pt>
                <c:pt idx="29">
                  <c:v>56.29411765</c:v>
                </c:pt>
                <c:pt idx="30">
                  <c:v>58.23529412</c:v>
                </c:pt>
                <c:pt idx="31">
                  <c:v>60.17647059</c:v>
                </c:pt>
                <c:pt idx="32">
                  <c:v>62.11764706</c:v>
                </c:pt>
                <c:pt idx="33">
                  <c:v>64.05882353</c:v>
                </c:pt>
                <c:pt idx="34">
                  <c:v>66</c:v>
                </c:pt>
                <c:pt idx="35">
                  <c:v>67.94117647</c:v>
                </c:pt>
                <c:pt idx="36">
                  <c:v>69.88235294</c:v>
                </c:pt>
                <c:pt idx="37">
                  <c:v>71.82352941000001</c:v>
                </c:pt>
                <c:pt idx="38">
                  <c:v>73.76470587999999</c:v>
                </c:pt>
                <c:pt idx="39">
                  <c:v>75.70588235</c:v>
                </c:pt>
                <c:pt idx="40">
                  <c:v>77.64705882</c:v>
                </c:pt>
                <c:pt idx="41">
                  <c:v>79.58823529</c:v>
                </c:pt>
                <c:pt idx="42">
                  <c:v>81.52941176</c:v>
                </c:pt>
                <c:pt idx="43">
                  <c:v>83.47058824</c:v>
                </c:pt>
                <c:pt idx="44">
                  <c:v>85.41176471</c:v>
                </c:pt>
                <c:pt idx="45">
                  <c:v>87.35294118</c:v>
                </c:pt>
                <c:pt idx="46">
                  <c:v>89.29411765</c:v>
                </c:pt>
                <c:pt idx="47">
                  <c:v>91.23529412000001</c:v>
                </c:pt>
                <c:pt idx="48">
                  <c:v>93.17647058999999</c:v>
                </c:pt>
                <c:pt idx="49">
                  <c:v>95.11764706</c:v>
                </c:pt>
                <c:pt idx="50">
                  <c:v>97.05882353</c:v>
                </c:pt>
                <c:pt idx="51">
                  <c:v>99</c:v>
                </c:pt>
                <c:pt idx="52">
                  <c:v>100.94117647</c:v>
                </c:pt>
                <c:pt idx="53">
                  <c:v>102.88235294</c:v>
                </c:pt>
                <c:pt idx="54">
                  <c:v>104.82352941</c:v>
                </c:pt>
                <c:pt idx="55">
                  <c:v>106.76470588</c:v>
                </c:pt>
                <c:pt idx="56">
                  <c:v>108.70588235</c:v>
                </c:pt>
                <c:pt idx="57">
                  <c:v>110.64705882</c:v>
                </c:pt>
                <c:pt idx="58">
                  <c:v>112.58823529</c:v>
                </c:pt>
                <c:pt idx="59">
                  <c:v>114.52941176</c:v>
                </c:pt>
                <c:pt idx="60">
                  <c:v>116.47058824</c:v>
                </c:pt>
                <c:pt idx="61">
                  <c:v>118.41176471</c:v>
                </c:pt>
                <c:pt idx="62">
                  <c:v>120.35294118</c:v>
                </c:pt>
                <c:pt idx="63">
                  <c:v>122.29411765</c:v>
                </c:pt>
                <c:pt idx="64">
                  <c:v>124.23529412</c:v>
                </c:pt>
                <c:pt idx="65">
                  <c:v>126.17647059</c:v>
                </c:pt>
                <c:pt idx="66">
                  <c:v>128.11764706</c:v>
                </c:pt>
                <c:pt idx="67">
                  <c:v>130.05882353</c:v>
                </c:pt>
                <c:pt idx="68">
                  <c:v>132</c:v>
                </c:pt>
                <c:pt idx="69">
                  <c:v>133.96428571</c:v>
                </c:pt>
                <c:pt idx="70">
                  <c:v>135.92857143</c:v>
                </c:pt>
                <c:pt idx="71">
                  <c:v>137.89285714</c:v>
                </c:pt>
                <c:pt idx="72">
                  <c:v>139.85714286</c:v>
                </c:pt>
                <c:pt idx="73">
                  <c:v>141.82142857</c:v>
                </c:pt>
                <c:pt idx="74">
                  <c:v>143.78571429</c:v>
                </c:pt>
                <c:pt idx="75">
                  <c:v>145.75</c:v>
                </c:pt>
                <c:pt idx="76">
                  <c:v>147.71428571</c:v>
                </c:pt>
                <c:pt idx="77">
                  <c:v>149.67857143</c:v>
                </c:pt>
                <c:pt idx="78">
                  <c:v>151.64285714</c:v>
                </c:pt>
                <c:pt idx="79">
                  <c:v>153.60714286</c:v>
                </c:pt>
                <c:pt idx="80">
                  <c:v>155.57142857</c:v>
                </c:pt>
                <c:pt idx="81">
                  <c:v>157.53571429</c:v>
                </c:pt>
                <c:pt idx="82">
                  <c:v>159.5</c:v>
                </c:pt>
                <c:pt idx="83">
                  <c:v>161.46428571</c:v>
                </c:pt>
                <c:pt idx="84">
                  <c:v>163.42857143</c:v>
                </c:pt>
                <c:pt idx="85">
                  <c:v>165.39285714</c:v>
                </c:pt>
                <c:pt idx="86">
                  <c:v>167.35714286</c:v>
                </c:pt>
                <c:pt idx="87">
                  <c:v>169.32142857</c:v>
                </c:pt>
                <c:pt idx="88">
                  <c:v>171.28571429</c:v>
                </c:pt>
                <c:pt idx="89">
                  <c:v>173.25</c:v>
                </c:pt>
                <c:pt idx="90">
                  <c:v>175.21428571</c:v>
                </c:pt>
                <c:pt idx="91">
                  <c:v>177.17857143</c:v>
                </c:pt>
                <c:pt idx="92">
                  <c:v>179.14285714</c:v>
                </c:pt>
                <c:pt idx="93">
                  <c:v>181.10714286</c:v>
                </c:pt>
                <c:pt idx="94">
                  <c:v>183.07142857</c:v>
                </c:pt>
                <c:pt idx="95">
                  <c:v>185.03571429</c:v>
                </c:pt>
                <c:pt idx="96">
                  <c:v>187</c:v>
                </c:pt>
                <c:pt idx="97">
                  <c:v>188.96428571</c:v>
                </c:pt>
                <c:pt idx="98">
                  <c:v>190.92857143</c:v>
                </c:pt>
                <c:pt idx="99">
                  <c:v>192.89285714</c:v>
                </c:pt>
                <c:pt idx="100">
                  <c:v>194.85714286</c:v>
                </c:pt>
                <c:pt idx="101">
                  <c:v>196.82142857</c:v>
                </c:pt>
                <c:pt idx="102">
                  <c:v>198.78571429</c:v>
                </c:pt>
                <c:pt idx="103">
                  <c:v>200.75</c:v>
                </c:pt>
                <c:pt idx="104">
                  <c:v>202.71428571</c:v>
                </c:pt>
                <c:pt idx="105">
                  <c:v>204.67857143</c:v>
                </c:pt>
                <c:pt idx="106">
                  <c:v>206.64285714</c:v>
                </c:pt>
                <c:pt idx="107">
                  <c:v>208.60714286</c:v>
                </c:pt>
                <c:pt idx="108">
                  <c:v>210.57142857</c:v>
                </c:pt>
                <c:pt idx="109">
                  <c:v>212.53571429</c:v>
                </c:pt>
                <c:pt idx="110">
                  <c:v>214.5</c:v>
                </c:pt>
                <c:pt idx="111">
                  <c:v>216.46428571</c:v>
                </c:pt>
                <c:pt idx="112">
                  <c:v>218.42857143</c:v>
                </c:pt>
                <c:pt idx="113">
                  <c:v>220.39285714</c:v>
                </c:pt>
                <c:pt idx="114">
                  <c:v>222.35714286</c:v>
                </c:pt>
                <c:pt idx="115">
                  <c:v>224.32142857</c:v>
                </c:pt>
                <c:pt idx="116">
                  <c:v>226.28571429</c:v>
                </c:pt>
                <c:pt idx="117">
                  <c:v>228.25</c:v>
                </c:pt>
                <c:pt idx="118">
                  <c:v>230.21428571</c:v>
                </c:pt>
                <c:pt idx="119">
                  <c:v>232.17857143</c:v>
                </c:pt>
                <c:pt idx="120">
                  <c:v>234.14285714</c:v>
                </c:pt>
                <c:pt idx="121">
                  <c:v>236.10714286</c:v>
                </c:pt>
                <c:pt idx="122">
                  <c:v>238.07142857</c:v>
                </c:pt>
                <c:pt idx="123">
                  <c:v>240.03571429</c:v>
                </c:pt>
                <c:pt idx="124">
                  <c:v>242</c:v>
                </c:pt>
                <c:pt idx="125">
                  <c:v>243.96428571</c:v>
                </c:pt>
                <c:pt idx="126">
                  <c:v>245.92857143</c:v>
                </c:pt>
                <c:pt idx="127">
                  <c:v>247.89285714</c:v>
                </c:pt>
                <c:pt idx="128">
                  <c:v>249.85714286</c:v>
                </c:pt>
                <c:pt idx="129">
                  <c:v>251.82142857</c:v>
                </c:pt>
                <c:pt idx="130">
                  <c:v>253.78571429</c:v>
                </c:pt>
                <c:pt idx="131">
                  <c:v>255.75</c:v>
                </c:pt>
                <c:pt idx="132">
                  <c:v>257.71428571</c:v>
                </c:pt>
                <c:pt idx="133">
                  <c:v>259.67857143</c:v>
                </c:pt>
                <c:pt idx="134">
                  <c:v>261.64285714</c:v>
                </c:pt>
                <c:pt idx="135">
                  <c:v>263.60714286</c:v>
                </c:pt>
                <c:pt idx="136">
                  <c:v>265.57142857</c:v>
                </c:pt>
                <c:pt idx="137">
                  <c:v>267.53571429</c:v>
                </c:pt>
                <c:pt idx="138">
                  <c:v>269.5</c:v>
                </c:pt>
                <c:pt idx="139">
                  <c:v>271.46428571</c:v>
                </c:pt>
                <c:pt idx="140">
                  <c:v>273.42857143</c:v>
                </c:pt>
                <c:pt idx="141">
                  <c:v>275.39285714</c:v>
                </c:pt>
                <c:pt idx="142">
                  <c:v>277.35714286</c:v>
                </c:pt>
                <c:pt idx="143">
                  <c:v>279.32142857</c:v>
                </c:pt>
                <c:pt idx="144">
                  <c:v>281.28571429</c:v>
                </c:pt>
                <c:pt idx="145">
                  <c:v>283.25</c:v>
                </c:pt>
                <c:pt idx="146">
                  <c:v>285.21428571</c:v>
                </c:pt>
                <c:pt idx="147">
                  <c:v>287.17857143</c:v>
                </c:pt>
                <c:pt idx="148">
                  <c:v>289.14285714</c:v>
                </c:pt>
                <c:pt idx="149">
                  <c:v>291.10714286</c:v>
                </c:pt>
                <c:pt idx="150">
                  <c:v>293.07142857</c:v>
                </c:pt>
                <c:pt idx="151">
                  <c:v>295.03571429</c:v>
                </c:pt>
                <c:pt idx="152">
                  <c:v>297</c:v>
                </c:pt>
                <c:pt idx="153">
                  <c:v>298.96428571</c:v>
                </c:pt>
                <c:pt idx="154">
                  <c:v>300.92857143</c:v>
                </c:pt>
                <c:pt idx="155">
                  <c:v>302.89285714</c:v>
                </c:pt>
                <c:pt idx="156">
                  <c:v>304.85714286</c:v>
                </c:pt>
                <c:pt idx="157">
                  <c:v>306.82142857</c:v>
                </c:pt>
                <c:pt idx="158">
                  <c:v>308.78571429</c:v>
                </c:pt>
                <c:pt idx="159">
                  <c:v>310.75</c:v>
                </c:pt>
                <c:pt idx="160">
                  <c:v>312.71428571</c:v>
                </c:pt>
                <c:pt idx="161">
                  <c:v>314.67857143</c:v>
                </c:pt>
                <c:pt idx="162">
                  <c:v>316.64285714</c:v>
                </c:pt>
                <c:pt idx="163">
                  <c:v>318.60714286</c:v>
                </c:pt>
                <c:pt idx="164">
                  <c:v>320.57142857</c:v>
                </c:pt>
                <c:pt idx="165">
                  <c:v>322.53571429</c:v>
                </c:pt>
                <c:pt idx="166">
                  <c:v>324.5</c:v>
                </c:pt>
                <c:pt idx="167">
                  <c:v>326.46428571</c:v>
                </c:pt>
                <c:pt idx="168">
                  <c:v>328.42857143</c:v>
                </c:pt>
                <c:pt idx="169">
                  <c:v>330.39285714</c:v>
                </c:pt>
                <c:pt idx="170">
                  <c:v>332.35714286</c:v>
                </c:pt>
                <c:pt idx="171">
                  <c:v>334.32142857</c:v>
                </c:pt>
                <c:pt idx="172">
                  <c:v>336.28571429</c:v>
                </c:pt>
                <c:pt idx="173">
                  <c:v>338.25</c:v>
                </c:pt>
                <c:pt idx="174">
                  <c:v>340.21428571</c:v>
                </c:pt>
                <c:pt idx="175">
                  <c:v>342.17857143</c:v>
                </c:pt>
                <c:pt idx="176">
                  <c:v>344.14285714</c:v>
                </c:pt>
                <c:pt idx="177">
                  <c:v>346.10714286</c:v>
                </c:pt>
                <c:pt idx="178">
                  <c:v>348.07142857</c:v>
                </c:pt>
                <c:pt idx="179">
                  <c:v>350.03571429</c:v>
                </c:pt>
                <c:pt idx="180">
                  <c:v>352</c:v>
                </c:pt>
                <c:pt idx="181">
                  <c:v>353.94117647</c:v>
                </c:pt>
                <c:pt idx="182">
                  <c:v>355.88235294</c:v>
                </c:pt>
                <c:pt idx="183">
                  <c:v>357.82352941</c:v>
                </c:pt>
                <c:pt idx="184">
                  <c:v>359.76470588</c:v>
                </c:pt>
                <c:pt idx="185">
                  <c:v>361.70588235</c:v>
                </c:pt>
                <c:pt idx="186">
                  <c:v>363.64705882</c:v>
                </c:pt>
                <c:pt idx="187">
                  <c:v>365.58823529</c:v>
                </c:pt>
                <c:pt idx="188">
                  <c:v>367.52941176</c:v>
                </c:pt>
                <c:pt idx="189">
                  <c:v>369.47058824</c:v>
                </c:pt>
                <c:pt idx="190">
                  <c:v>371.41176471</c:v>
                </c:pt>
                <c:pt idx="191">
                  <c:v>373.35294118</c:v>
                </c:pt>
                <c:pt idx="192">
                  <c:v>375.29411765</c:v>
                </c:pt>
                <c:pt idx="193">
                  <c:v>377.23529412</c:v>
                </c:pt>
                <c:pt idx="194">
                  <c:v>379.17647059</c:v>
                </c:pt>
                <c:pt idx="195">
                  <c:v>381.11764706</c:v>
                </c:pt>
                <c:pt idx="196">
                  <c:v>383.05882353</c:v>
                </c:pt>
                <c:pt idx="197">
                  <c:v>385</c:v>
                </c:pt>
                <c:pt idx="198">
                  <c:v>386.94117647</c:v>
                </c:pt>
                <c:pt idx="199">
                  <c:v>388.88235294</c:v>
                </c:pt>
                <c:pt idx="200">
                  <c:v>390.82352941</c:v>
                </c:pt>
                <c:pt idx="201">
                  <c:v>392.76470588</c:v>
                </c:pt>
                <c:pt idx="202">
                  <c:v>394.70588235</c:v>
                </c:pt>
                <c:pt idx="203">
                  <c:v>396.64705882</c:v>
                </c:pt>
                <c:pt idx="204">
                  <c:v>398.58823529</c:v>
                </c:pt>
                <c:pt idx="205">
                  <c:v>400.52941176</c:v>
                </c:pt>
                <c:pt idx="206">
                  <c:v>402.47058824</c:v>
                </c:pt>
                <c:pt idx="207">
                  <c:v>404.41176471</c:v>
                </c:pt>
                <c:pt idx="208">
                  <c:v>406.35294118</c:v>
                </c:pt>
                <c:pt idx="209">
                  <c:v>408.29411765</c:v>
                </c:pt>
                <c:pt idx="210">
                  <c:v>410.23529412</c:v>
                </c:pt>
                <c:pt idx="211">
                  <c:v>412.17647059</c:v>
                </c:pt>
                <c:pt idx="212">
                  <c:v>414.11764706</c:v>
                </c:pt>
                <c:pt idx="213">
                  <c:v>416.05882353</c:v>
                </c:pt>
                <c:pt idx="214">
                  <c:v>418</c:v>
                </c:pt>
                <c:pt idx="215">
                  <c:v>419.94117647</c:v>
                </c:pt>
                <c:pt idx="216">
                  <c:v>421.88235294</c:v>
                </c:pt>
                <c:pt idx="217">
                  <c:v>423.82352941</c:v>
                </c:pt>
                <c:pt idx="218">
                  <c:v>425.76470588</c:v>
                </c:pt>
                <c:pt idx="219">
                  <c:v>427.70588235</c:v>
                </c:pt>
                <c:pt idx="220">
                  <c:v>429.64705882</c:v>
                </c:pt>
                <c:pt idx="221">
                  <c:v>431.58823529</c:v>
                </c:pt>
                <c:pt idx="222">
                  <c:v>433.52941176</c:v>
                </c:pt>
                <c:pt idx="223">
                  <c:v>435.47058824</c:v>
                </c:pt>
                <c:pt idx="224">
                  <c:v>437.41176471</c:v>
                </c:pt>
                <c:pt idx="225">
                  <c:v>439.35294118</c:v>
                </c:pt>
                <c:pt idx="226">
                  <c:v>441.29411765</c:v>
                </c:pt>
                <c:pt idx="227">
                  <c:v>443.23529412</c:v>
                </c:pt>
                <c:pt idx="228">
                  <c:v>445.17647059</c:v>
                </c:pt>
                <c:pt idx="229">
                  <c:v>447.11764706</c:v>
                </c:pt>
                <c:pt idx="230">
                  <c:v>449.05882353</c:v>
                </c:pt>
                <c:pt idx="231">
                  <c:v>451</c:v>
                </c:pt>
                <c:pt idx="232">
                  <c:v>452.94117647</c:v>
                </c:pt>
                <c:pt idx="233">
                  <c:v>454.88235294</c:v>
                </c:pt>
                <c:pt idx="234">
                  <c:v>456.82352941</c:v>
                </c:pt>
                <c:pt idx="235">
                  <c:v>458.76470588</c:v>
                </c:pt>
                <c:pt idx="236">
                  <c:v>460.70588235</c:v>
                </c:pt>
                <c:pt idx="237">
                  <c:v>462.64705882</c:v>
                </c:pt>
                <c:pt idx="238">
                  <c:v>464.58823529</c:v>
                </c:pt>
                <c:pt idx="239">
                  <c:v>466.52941176</c:v>
                </c:pt>
                <c:pt idx="240">
                  <c:v>468.47058824</c:v>
                </c:pt>
                <c:pt idx="241">
                  <c:v>470.41176471</c:v>
                </c:pt>
                <c:pt idx="242">
                  <c:v>472.35294118</c:v>
                </c:pt>
                <c:pt idx="243">
                  <c:v>474.29411765</c:v>
                </c:pt>
                <c:pt idx="244">
                  <c:v>476.23529412</c:v>
                </c:pt>
                <c:pt idx="245">
                  <c:v>478.17647059</c:v>
                </c:pt>
                <c:pt idx="246">
                  <c:v>480.11764706</c:v>
                </c:pt>
                <c:pt idx="247">
                  <c:v>482.05882353</c:v>
                </c:pt>
                <c:pt idx="248">
                  <c:v>484</c:v>
                </c:pt>
              </c:numCache>
            </c:numRef>
          </c:xVal>
          <c:yVal>
            <c:numRef>
              <c:f>Sheet1!$B$2:$B$250</c:f>
              <c:numCache>
                <c:formatCode>General</c:formatCode>
                <c:ptCount val="249"/>
                <c:pt idx="0">
                  <c:v>1395</c:v>
                </c:pt>
                <c:pt idx="1">
                  <c:v>1395</c:v>
                </c:pt>
                <c:pt idx="2">
                  <c:v>1395</c:v>
                </c:pt>
                <c:pt idx="3">
                  <c:v>1395</c:v>
                </c:pt>
                <c:pt idx="4">
                  <c:v>1395</c:v>
                </c:pt>
                <c:pt idx="5">
                  <c:v>1395</c:v>
                </c:pt>
                <c:pt idx="6">
                  <c:v>1395</c:v>
                </c:pt>
                <c:pt idx="7">
                  <c:v>1395</c:v>
                </c:pt>
                <c:pt idx="8">
                  <c:v>1395</c:v>
                </c:pt>
                <c:pt idx="9">
                  <c:v>1395</c:v>
                </c:pt>
                <c:pt idx="10">
                  <c:v>1395</c:v>
                </c:pt>
                <c:pt idx="11">
                  <c:v>1395</c:v>
                </c:pt>
                <c:pt idx="12">
                  <c:v>1395</c:v>
                </c:pt>
                <c:pt idx="13">
                  <c:v>1395</c:v>
                </c:pt>
                <c:pt idx="14">
                  <c:v>1395</c:v>
                </c:pt>
                <c:pt idx="15">
                  <c:v>1395</c:v>
                </c:pt>
                <c:pt idx="16">
                  <c:v>1395</c:v>
                </c:pt>
                <c:pt idx="17">
                  <c:v>1395</c:v>
                </c:pt>
                <c:pt idx="18">
                  <c:v>1395</c:v>
                </c:pt>
                <c:pt idx="19">
                  <c:v>1395</c:v>
                </c:pt>
                <c:pt idx="20">
                  <c:v>1395</c:v>
                </c:pt>
                <c:pt idx="21">
                  <c:v>1395</c:v>
                </c:pt>
                <c:pt idx="22">
                  <c:v>1395</c:v>
                </c:pt>
                <c:pt idx="23">
                  <c:v>1395</c:v>
                </c:pt>
                <c:pt idx="24">
                  <c:v>1395</c:v>
                </c:pt>
                <c:pt idx="25">
                  <c:v>1395</c:v>
                </c:pt>
                <c:pt idx="26">
                  <c:v>1395</c:v>
                </c:pt>
                <c:pt idx="27">
                  <c:v>1395</c:v>
                </c:pt>
                <c:pt idx="28">
                  <c:v>1395</c:v>
                </c:pt>
                <c:pt idx="29">
                  <c:v>1395</c:v>
                </c:pt>
                <c:pt idx="30">
                  <c:v>1395</c:v>
                </c:pt>
                <c:pt idx="31">
                  <c:v>1395</c:v>
                </c:pt>
                <c:pt idx="32">
                  <c:v>1395</c:v>
                </c:pt>
                <c:pt idx="33">
                  <c:v>1395</c:v>
                </c:pt>
                <c:pt idx="34">
                  <c:v>1395</c:v>
                </c:pt>
                <c:pt idx="35">
                  <c:v>1395</c:v>
                </c:pt>
                <c:pt idx="36">
                  <c:v>1395</c:v>
                </c:pt>
                <c:pt idx="37">
                  <c:v>1395</c:v>
                </c:pt>
                <c:pt idx="38">
                  <c:v>1395</c:v>
                </c:pt>
                <c:pt idx="39">
                  <c:v>1395</c:v>
                </c:pt>
                <c:pt idx="40">
                  <c:v>1395</c:v>
                </c:pt>
                <c:pt idx="41">
                  <c:v>1395</c:v>
                </c:pt>
                <c:pt idx="42">
                  <c:v>1395</c:v>
                </c:pt>
                <c:pt idx="43">
                  <c:v>1395</c:v>
                </c:pt>
                <c:pt idx="44">
                  <c:v>1395</c:v>
                </c:pt>
                <c:pt idx="45">
                  <c:v>1395</c:v>
                </c:pt>
                <c:pt idx="46">
                  <c:v>1395</c:v>
                </c:pt>
                <c:pt idx="47">
                  <c:v>1395</c:v>
                </c:pt>
                <c:pt idx="48">
                  <c:v>1395</c:v>
                </c:pt>
                <c:pt idx="49">
                  <c:v>1395</c:v>
                </c:pt>
                <c:pt idx="50">
                  <c:v>1395</c:v>
                </c:pt>
                <c:pt idx="51">
                  <c:v>1395</c:v>
                </c:pt>
                <c:pt idx="52">
                  <c:v>1395</c:v>
                </c:pt>
                <c:pt idx="53">
                  <c:v>1395</c:v>
                </c:pt>
                <c:pt idx="54">
                  <c:v>1395</c:v>
                </c:pt>
                <c:pt idx="55">
                  <c:v>1395</c:v>
                </c:pt>
                <c:pt idx="56">
                  <c:v>1395</c:v>
                </c:pt>
                <c:pt idx="57">
                  <c:v>1395</c:v>
                </c:pt>
                <c:pt idx="58">
                  <c:v>1395</c:v>
                </c:pt>
                <c:pt idx="59">
                  <c:v>1395</c:v>
                </c:pt>
                <c:pt idx="60">
                  <c:v>1395</c:v>
                </c:pt>
                <c:pt idx="61">
                  <c:v>1395</c:v>
                </c:pt>
                <c:pt idx="62">
                  <c:v>1395</c:v>
                </c:pt>
                <c:pt idx="63">
                  <c:v>1395</c:v>
                </c:pt>
                <c:pt idx="64">
                  <c:v>1395</c:v>
                </c:pt>
                <c:pt idx="65">
                  <c:v>1395</c:v>
                </c:pt>
                <c:pt idx="66">
                  <c:v>1395</c:v>
                </c:pt>
                <c:pt idx="67">
                  <c:v>1395</c:v>
                </c:pt>
                <c:pt idx="68">
                  <c:v>1395</c:v>
                </c:pt>
                <c:pt idx="69">
                  <c:v>1395</c:v>
                </c:pt>
                <c:pt idx="70">
                  <c:v>1395</c:v>
                </c:pt>
                <c:pt idx="71">
                  <c:v>1395</c:v>
                </c:pt>
                <c:pt idx="72">
                  <c:v>1395</c:v>
                </c:pt>
                <c:pt idx="73">
                  <c:v>1395</c:v>
                </c:pt>
                <c:pt idx="74">
                  <c:v>1395</c:v>
                </c:pt>
                <c:pt idx="75">
                  <c:v>1395</c:v>
                </c:pt>
                <c:pt idx="76">
                  <c:v>1395</c:v>
                </c:pt>
                <c:pt idx="77">
                  <c:v>1395</c:v>
                </c:pt>
                <c:pt idx="78">
                  <c:v>1395</c:v>
                </c:pt>
                <c:pt idx="79">
                  <c:v>1395</c:v>
                </c:pt>
                <c:pt idx="80">
                  <c:v>1395</c:v>
                </c:pt>
                <c:pt idx="81">
                  <c:v>1395</c:v>
                </c:pt>
                <c:pt idx="82">
                  <c:v>1395</c:v>
                </c:pt>
                <c:pt idx="83">
                  <c:v>1395</c:v>
                </c:pt>
                <c:pt idx="84">
                  <c:v>1395</c:v>
                </c:pt>
                <c:pt idx="85">
                  <c:v>1395</c:v>
                </c:pt>
                <c:pt idx="86">
                  <c:v>1395</c:v>
                </c:pt>
                <c:pt idx="87">
                  <c:v>1395</c:v>
                </c:pt>
                <c:pt idx="88">
                  <c:v>1395</c:v>
                </c:pt>
                <c:pt idx="89">
                  <c:v>1395</c:v>
                </c:pt>
                <c:pt idx="90">
                  <c:v>1395</c:v>
                </c:pt>
                <c:pt idx="91">
                  <c:v>1395</c:v>
                </c:pt>
                <c:pt idx="92">
                  <c:v>1395</c:v>
                </c:pt>
                <c:pt idx="93">
                  <c:v>1395</c:v>
                </c:pt>
                <c:pt idx="94">
                  <c:v>1395</c:v>
                </c:pt>
                <c:pt idx="95">
                  <c:v>1395</c:v>
                </c:pt>
                <c:pt idx="96">
                  <c:v>1395</c:v>
                </c:pt>
                <c:pt idx="97">
                  <c:v>1395</c:v>
                </c:pt>
                <c:pt idx="98">
                  <c:v>1395</c:v>
                </c:pt>
                <c:pt idx="99">
                  <c:v>1395</c:v>
                </c:pt>
                <c:pt idx="100">
                  <c:v>1395</c:v>
                </c:pt>
                <c:pt idx="101">
                  <c:v>1395</c:v>
                </c:pt>
                <c:pt idx="102">
                  <c:v>1395</c:v>
                </c:pt>
                <c:pt idx="103">
                  <c:v>1395</c:v>
                </c:pt>
                <c:pt idx="104">
                  <c:v>1395</c:v>
                </c:pt>
                <c:pt idx="105">
                  <c:v>1395</c:v>
                </c:pt>
                <c:pt idx="106">
                  <c:v>1395</c:v>
                </c:pt>
                <c:pt idx="107">
                  <c:v>1395</c:v>
                </c:pt>
                <c:pt idx="108">
                  <c:v>1395</c:v>
                </c:pt>
                <c:pt idx="109">
                  <c:v>1395</c:v>
                </c:pt>
                <c:pt idx="110">
                  <c:v>1395</c:v>
                </c:pt>
                <c:pt idx="111">
                  <c:v>1395</c:v>
                </c:pt>
                <c:pt idx="112">
                  <c:v>1395</c:v>
                </c:pt>
                <c:pt idx="113">
                  <c:v>1395</c:v>
                </c:pt>
                <c:pt idx="114">
                  <c:v>1395</c:v>
                </c:pt>
                <c:pt idx="115">
                  <c:v>1395</c:v>
                </c:pt>
                <c:pt idx="116">
                  <c:v>1395</c:v>
                </c:pt>
                <c:pt idx="117">
                  <c:v>1395</c:v>
                </c:pt>
                <c:pt idx="118">
                  <c:v>1395</c:v>
                </c:pt>
                <c:pt idx="119">
                  <c:v>1395</c:v>
                </c:pt>
                <c:pt idx="120">
                  <c:v>1395</c:v>
                </c:pt>
                <c:pt idx="121">
                  <c:v>1395</c:v>
                </c:pt>
                <c:pt idx="122">
                  <c:v>1395</c:v>
                </c:pt>
                <c:pt idx="123">
                  <c:v>1395</c:v>
                </c:pt>
                <c:pt idx="124">
                  <c:v>1395</c:v>
                </c:pt>
                <c:pt idx="125">
                  <c:v>1395</c:v>
                </c:pt>
                <c:pt idx="126">
                  <c:v>1395</c:v>
                </c:pt>
                <c:pt idx="127">
                  <c:v>1395</c:v>
                </c:pt>
                <c:pt idx="128">
                  <c:v>1395</c:v>
                </c:pt>
                <c:pt idx="129">
                  <c:v>1395</c:v>
                </c:pt>
                <c:pt idx="130">
                  <c:v>1395</c:v>
                </c:pt>
                <c:pt idx="131">
                  <c:v>1395</c:v>
                </c:pt>
                <c:pt idx="132">
                  <c:v>1395</c:v>
                </c:pt>
                <c:pt idx="133">
                  <c:v>1395</c:v>
                </c:pt>
                <c:pt idx="134">
                  <c:v>1395</c:v>
                </c:pt>
                <c:pt idx="135">
                  <c:v>1395</c:v>
                </c:pt>
                <c:pt idx="136">
                  <c:v>1395</c:v>
                </c:pt>
                <c:pt idx="137">
                  <c:v>1395</c:v>
                </c:pt>
                <c:pt idx="138">
                  <c:v>1395</c:v>
                </c:pt>
                <c:pt idx="139">
                  <c:v>1395</c:v>
                </c:pt>
                <c:pt idx="140">
                  <c:v>1395</c:v>
                </c:pt>
                <c:pt idx="141">
                  <c:v>1395</c:v>
                </c:pt>
                <c:pt idx="142">
                  <c:v>1395</c:v>
                </c:pt>
                <c:pt idx="143">
                  <c:v>1395</c:v>
                </c:pt>
                <c:pt idx="144">
                  <c:v>1395</c:v>
                </c:pt>
                <c:pt idx="145">
                  <c:v>1395</c:v>
                </c:pt>
                <c:pt idx="146">
                  <c:v>1395</c:v>
                </c:pt>
                <c:pt idx="147">
                  <c:v>1395</c:v>
                </c:pt>
                <c:pt idx="148">
                  <c:v>1395</c:v>
                </c:pt>
                <c:pt idx="149">
                  <c:v>1395</c:v>
                </c:pt>
                <c:pt idx="150">
                  <c:v>1395</c:v>
                </c:pt>
                <c:pt idx="151">
                  <c:v>1395</c:v>
                </c:pt>
                <c:pt idx="152">
                  <c:v>1395</c:v>
                </c:pt>
                <c:pt idx="153">
                  <c:v>1395</c:v>
                </c:pt>
                <c:pt idx="154">
                  <c:v>1395</c:v>
                </c:pt>
                <c:pt idx="155">
                  <c:v>1395</c:v>
                </c:pt>
                <c:pt idx="156">
                  <c:v>1395</c:v>
                </c:pt>
                <c:pt idx="157">
                  <c:v>1395</c:v>
                </c:pt>
                <c:pt idx="158">
                  <c:v>1395</c:v>
                </c:pt>
                <c:pt idx="159">
                  <c:v>1395</c:v>
                </c:pt>
                <c:pt idx="160">
                  <c:v>1395</c:v>
                </c:pt>
                <c:pt idx="161">
                  <c:v>1395</c:v>
                </c:pt>
                <c:pt idx="162">
                  <c:v>1395</c:v>
                </c:pt>
                <c:pt idx="163">
                  <c:v>1395</c:v>
                </c:pt>
                <c:pt idx="164">
                  <c:v>1395</c:v>
                </c:pt>
                <c:pt idx="165">
                  <c:v>1395</c:v>
                </c:pt>
                <c:pt idx="166">
                  <c:v>1395</c:v>
                </c:pt>
                <c:pt idx="167">
                  <c:v>1395</c:v>
                </c:pt>
                <c:pt idx="168">
                  <c:v>1395</c:v>
                </c:pt>
                <c:pt idx="169">
                  <c:v>1395</c:v>
                </c:pt>
                <c:pt idx="170">
                  <c:v>1395</c:v>
                </c:pt>
                <c:pt idx="171">
                  <c:v>1395</c:v>
                </c:pt>
                <c:pt idx="172">
                  <c:v>1395</c:v>
                </c:pt>
                <c:pt idx="173">
                  <c:v>1395</c:v>
                </c:pt>
                <c:pt idx="174">
                  <c:v>1395</c:v>
                </c:pt>
                <c:pt idx="175">
                  <c:v>1395</c:v>
                </c:pt>
                <c:pt idx="176">
                  <c:v>1395</c:v>
                </c:pt>
                <c:pt idx="177">
                  <c:v>1395</c:v>
                </c:pt>
                <c:pt idx="178">
                  <c:v>1395</c:v>
                </c:pt>
                <c:pt idx="179">
                  <c:v>1395</c:v>
                </c:pt>
                <c:pt idx="180">
                  <c:v>1395</c:v>
                </c:pt>
                <c:pt idx="181">
                  <c:v>1395</c:v>
                </c:pt>
                <c:pt idx="182">
                  <c:v>1395</c:v>
                </c:pt>
                <c:pt idx="183">
                  <c:v>1395</c:v>
                </c:pt>
                <c:pt idx="184">
                  <c:v>1395</c:v>
                </c:pt>
                <c:pt idx="185">
                  <c:v>1395</c:v>
                </c:pt>
                <c:pt idx="186">
                  <c:v>1395</c:v>
                </c:pt>
                <c:pt idx="187">
                  <c:v>1395</c:v>
                </c:pt>
                <c:pt idx="188">
                  <c:v>1395</c:v>
                </c:pt>
                <c:pt idx="189">
                  <c:v>1395</c:v>
                </c:pt>
                <c:pt idx="190">
                  <c:v>1395</c:v>
                </c:pt>
                <c:pt idx="191">
                  <c:v>1395</c:v>
                </c:pt>
                <c:pt idx="192">
                  <c:v>1395</c:v>
                </c:pt>
                <c:pt idx="193">
                  <c:v>1395</c:v>
                </c:pt>
                <c:pt idx="194">
                  <c:v>1395</c:v>
                </c:pt>
                <c:pt idx="195">
                  <c:v>1395</c:v>
                </c:pt>
                <c:pt idx="196">
                  <c:v>1395</c:v>
                </c:pt>
                <c:pt idx="197">
                  <c:v>1395</c:v>
                </c:pt>
                <c:pt idx="198">
                  <c:v>1395</c:v>
                </c:pt>
                <c:pt idx="199">
                  <c:v>1395</c:v>
                </c:pt>
                <c:pt idx="200">
                  <c:v>1395</c:v>
                </c:pt>
                <c:pt idx="201">
                  <c:v>1395</c:v>
                </c:pt>
                <c:pt idx="202">
                  <c:v>1395</c:v>
                </c:pt>
                <c:pt idx="203">
                  <c:v>1395</c:v>
                </c:pt>
                <c:pt idx="204">
                  <c:v>1395</c:v>
                </c:pt>
                <c:pt idx="205">
                  <c:v>1395</c:v>
                </c:pt>
                <c:pt idx="206">
                  <c:v>1395</c:v>
                </c:pt>
                <c:pt idx="207">
                  <c:v>1395</c:v>
                </c:pt>
                <c:pt idx="208">
                  <c:v>1395</c:v>
                </c:pt>
                <c:pt idx="209">
                  <c:v>1395</c:v>
                </c:pt>
                <c:pt idx="210">
                  <c:v>1395</c:v>
                </c:pt>
                <c:pt idx="211">
                  <c:v>1395</c:v>
                </c:pt>
                <c:pt idx="212">
                  <c:v>1395</c:v>
                </c:pt>
                <c:pt idx="213">
                  <c:v>1395</c:v>
                </c:pt>
                <c:pt idx="214">
                  <c:v>1395</c:v>
                </c:pt>
                <c:pt idx="215">
                  <c:v>1395</c:v>
                </c:pt>
                <c:pt idx="216">
                  <c:v>1395</c:v>
                </c:pt>
                <c:pt idx="217">
                  <c:v>1395</c:v>
                </c:pt>
                <c:pt idx="218">
                  <c:v>1395</c:v>
                </c:pt>
                <c:pt idx="219">
                  <c:v>1395</c:v>
                </c:pt>
                <c:pt idx="220">
                  <c:v>1395</c:v>
                </c:pt>
                <c:pt idx="221">
                  <c:v>1395</c:v>
                </c:pt>
                <c:pt idx="222">
                  <c:v>1395</c:v>
                </c:pt>
                <c:pt idx="223">
                  <c:v>1395</c:v>
                </c:pt>
                <c:pt idx="224">
                  <c:v>1395</c:v>
                </c:pt>
                <c:pt idx="225">
                  <c:v>1395</c:v>
                </c:pt>
                <c:pt idx="226">
                  <c:v>1395</c:v>
                </c:pt>
                <c:pt idx="227">
                  <c:v>1395</c:v>
                </c:pt>
                <c:pt idx="228">
                  <c:v>1395</c:v>
                </c:pt>
                <c:pt idx="229">
                  <c:v>1395</c:v>
                </c:pt>
                <c:pt idx="230">
                  <c:v>1395</c:v>
                </c:pt>
                <c:pt idx="231">
                  <c:v>1395</c:v>
                </c:pt>
                <c:pt idx="232">
                  <c:v>1395</c:v>
                </c:pt>
                <c:pt idx="233">
                  <c:v>1395</c:v>
                </c:pt>
                <c:pt idx="234">
                  <c:v>1395</c:v>
                </c:pt>
                <c:pt idx="235">
                  <c:v>1395</c:v>
                </c:pt>
                <c:pt idx="236">
                  <c:v>1395</c:v>
                </c:pt>
                <c:pt idx="237">
                  <c:v>1395</c:v>
                </c:pt>
                <c:pt idx="238">
                  <c:v>1395</c:v>
                </c:pt>
                <c:pt idx="239">
                  <c:v>1395</c:v>
                </c:pt>
                <c:pt idx="240">
                  <c:v>1395</c:v>
                </c:pt>
                <c:pt idx="241">
                  <c:v>1395</c:v>
                </c:pt>
                <c:pt idx="242">
                  <c:v>1395</c:v>
                </c:pt>
                <c:pt idx="243">
                  <c:v>1395</c:v>
                </c:pt>
                <c:pt idx="244">
                  <c:v>1395</c:v>
                </c:pt>
                <c:pt idx="245">
                  <c:v>1395</c:v>
                </c:pt>
                <c:pt idx="246">
                  <c:v>1395</c:v>
                </c:pt>
                <c:pt idx="247">
                  <c:v>1395</c:v>
                </c:pt>
                <c:pt idx="248">
                  <c:v>1395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Sheet1!$B$252</c:f>
              <c:strCache>
                <c:ptCount val="1"/>
                <c:pt idx="0">
                  <c:v>摩阻后</c:v>
                </c:pt>
              </c:strCache>
            </c:strRef>
          </c:tx>
          <c:spPr>
            <a:ln w="21590">
              <a:solidFill>
                <a:srgbClr val="9E2A2B"/>
              </a:solidFill>
            </a:ln>
          </c:spPr>
          <c:marker>
            <c:symbol val="none"/>
          </c:marker>
          <c:xVal>
            <c:numRef>
              <c:f>Sheet1!$A$253:$A$501</c:f>
              <c:numCache>
                <c:formatCode>General</c:formatCode>
                <c:ptCount val="249"/>
                <c:pt idx="0">
                  <c:v>0</c:v>
                </c:pt>
                <c:pt idx="1">
                  <c:v>1.94117647</c:v>
                </c:pt>
                <c:pt idx="2">
                  <c:v>3.88235294</c:v>
                </c:pt>
                <c:pt idx="3">
                  <c:v>5.82352941</c:v>
                </c:pt>
                <c:pt idx="4">
                  <c:v>7.76470588</c:v>
                </c:pt>
                <c:pt idx="5">
                  <c:v>9.70588235</c:v>
                </c:pt>
                <c:pt idx="6">
                  <c:v>11.64705882</c:v>
                </c:pt>
                <c:pt idx="7">
                  <c:v>13.58823529</c:v>
                </c:pt>
                <c:pt idx="8">
                  <c:v>15.52941176</c:v>
                </c:pt>
                <c:pt idx="9">
                  <c:v>17.47058824</c:v>
                </c:pt>
                <c:pt idx="10">
                  <c:v>19.41176471</c:v>
                </c:pt>
                <c:pt idx="11">
                  <c:v>21.35294118</c:v>
                </c:pt>
                <c:pt idx="12">
                  <c:v>23.29411765</c:v>
                </c:pt>
                <c:pt idx="13">
                  <c:v>25.23529412</c:v>
                </c:pt>
                <c:pt idx="14">
                  <c:v>27.17647059</c:v>
                </c:pt>
                <c:pt idx="15">
                  <c:v>29.11764706</c:v>
                </c:pt>
                <c:pt idx="16">
                  <c:v>31.05882353</c:v>
                </c:pt>
                <c:pt idx="17">
                  <c:v>33</c:v>
                </c:pt>
                <c:pt idx="18">
                  <c:v>34.94117647</c:v>
                </c:pt>
                <c:pt idx="19">
                  <c:v>36.88235294</c:v>
                </c:pt>
                <c:pt idx="20">
                  <c:v>38.82352941</c:v>
                </c:pt>
                <c:pt idx="21">
                  <c:v>40.76470588</c:v>
                </c:pt>
                <c:pt idx="22">
                  <c:v>42.70588235</c:v>
                </c:pt>
                <c:pt idx="23">
                  <c:v>44.64705882</c:v>
                </c:pt>
                <c:pt idx="24">
                  <c:v>46.58823529</c:v>
                </c:pt>
                <c:pt idx="25">
                  <c:v>48.52941176</c:v>
                </c:pt>
                <c:pt idx="26">
                  <c:v>50.47058824</c:v>
                </c:pt>
                <c:pt idx="27">
                  <c:v>52.41176471</c:v>
                </c:pt>
                <c:pt idx="28">
                  <c:v>54.35294118</c:v>
                </c:pt>
                <c:pt idx="29">
                  <c:v>56.29411765</c:v>
                </c:pt>
                <c:pt idx="30">
                  <c:v>58.23529412</c:v>
                </c:pt>
                <c:pt idx="31">
                  <c:v>60.17647059</c:v>
                </c:pt>
                <c:pt idx="32">
                  <c:v>62.11764706</c:v>
                </c:pt>
                <c:pt idx="33">
                  <c:v>64.05882353</c:v>
                </c:pt>
                <c:pt idx="34">
                  <c:v>66</c:v>
                </c:pt>
                <c:pt idx="35">
                  <c:v>67.94117647</c:v>
                </c:pt>
                <c:pt idx="36">
                  <c:v>69.88235294</c:v>
                </c:pt>
                <c:pt idx="37">
                  <c:v>71.82352941000001</c:v>
                </c:pt>
                <c:pt idx="38">
                  <c:v>73.76470587999999</c:v>
                </c:pt>
                <c:pt idx="39">
                  <c:v>75.70588235</c:v>
                </c:pt>
                <c:pt idx="40">
                  <c:v>77.64705882</c:v>
                </c:pt>
                <c:pt idx="41">
                  <c:v>79.58823529</c:v>
                </c:pt>
                <c:pt idx="42">
                  <c:v>81.52941176</c:v>
                </c:pt>
                <c:pt idx="43">
                  <c:v>83.47058824</c:v>
                </c:pt>
                <c:pt idx="44">
                  <c:v>85.41176471</c:v>
                </c:pt>
                <c:pt idx="45">
                  <c:v>87.35294118</c:v>
                </c:pt>
                <c:pt idx="46">
                  <c:v>89.29411765</c:v>
                </c:pt>
                <c:pt idx="47">
                  <c:v>91.23529412000001</c:v>
                </c:pt>
                <c:pt idx="48">
                  <c:v>93.17647058999999</c:v>
                </c:pt>
                <c:pt idx="49">
                  <c:v>95.11764706</c:v>
                </c:pt>
                <c:pt idx="50">
                  <c:v>97.05882353</c:v>
                </c:pt>
                <c:pt idx="51">
                  <c:v>99</c:v>
                </c:pt>
                <c:pt idx="52">
                  <c:v>100.94117647</c:v>
                </c:pt>
                <c:pt idx="53">
                  <c:v>102.88235294</c:v>
                </c:pt>
                <c:pt idx="54">
                  <c:v>104.82352941</c:v>
                </c:pt>
                <c:pt idx="55">
                  <c:v>106.76470588</c:v>
                </c:pt>
                <c:pt idx="56">
                  <c:v>108.70588235</c:v>
                </c:pt>
                <c:pt idx="57">
                  <c:v>110.64705882</c:v>
                </c:pt>
                <c:pt idx="58">
                  <c:v>112.58823529</c:v>
                </c:pt>
                <c:pt idx="59">
                  <c:v>114.52941176</c:v>
                </c:pt>
                <c:pt idx="60">
                  <c:v>116.47058824</c:v>
                </c:pt>
                <c:pt idx="61">
                  <c:v>118.41176471</c:v>
                </c:pt>
                <c:pt idx="62">
                  <c:v>120.35294118</c:v>
                </c:pt>
                <c:pt idx="63">
                  <c:v>122.29411765</c:v>
                </c:pt>
                <c:pt idx="64">
                  <c:v>124.23529412</c:v>
                </c:pt>
                <c:pt idx="65">
                  <c:v>126.17647059</c:v>
                </c:pt>
                <c:pt idx="66">
                  <c:v>128.11764706</c:v>
                </c:pt>
                <c:pt idx="67">
                  <c:v>130.05882353</c:v>
                </c:pt>
                <c:pt idx="68">
                  <c:v>132</c:v>
                </c:pt>
                <c:pt idx="69">
                  <c:v>133.96428571</c:v>
                </c:pt>
                <c:pt idx="70">
                  <c:v>135.92857143</c:v>
                </c:pt>
                <c:pt idx="71">
                  <c:v>137.89285714</c:v>
                </c:pt>
                <c:pt idx="72">
                  <c:v>139.85714286</c:v>
                </c:pt>
                <c:pt idx="73">
                  <c:v>141.82142857</c:v>
                </c:pt>
                <c:pt idx="74">
                  <c:v>143.78571429</c:v>
                </c:pt>
                <c:pt idx="75">
                  <c:v>145.75</c:v>
                </c:pt>
                <c:pt idx="76">
                  <c:v>147.71428571</c:v>
                </c:pt>
                <c:pt idx="77">
                  <c:v>149.67857143</c:v>
                </c:pt>
                <c:pt idx="78">
                  <c:v>151.64285714</c:v>
                </c:pt>
                <c:pt idx="79">
                  <c:v>153.60714286</c:v>
                </c:pt>
                <c:pt idx="80">
                  <c:v>155.57142857</c:v>
                </c:pt>
                <c:pt idx="81">
                  <c:v>157.53571429</c:v>
                </c:pt>
                <c:pt idx="82">
                  <c:v>159.5</c:v>
                </c:pt>
                <c:pt idx="83">
                  <c:v>161.46428571</c:v>
                </c:pt>
                <c:pt idx="84">
                  <c:v>163.42857143</c:v>
                </c:pt>
                <c:pt idx="85">
                  <c:v>165.39285714</c:v>
                </c:pt>
                <c:pt idx="86">
                  <c:v>167.35714286</c:v>
                </c:pt>
                <c:pt idx="87">
                  <c:v>169.32142857</c:v>
                </c:pt>
                <c:pt idx="88">
                  <c:v>171.28571429</c:v>
                </c:pt>
                <c:pt idx="89">
                  <c:v>173.25</c:v>
                </c:pt>
                <c:pt idx="90">
                  <c:v>175.21428571</c:v>
                </c:pt>
                <c:pt idx="91">
                  <c:v>177.17857143</c:v>
                </c:pt>
                <c:pt idx="92">
                  <c:v>179.14285714</c:v>
                </c:pt>
                <c:pt idx="93">
                  <c:v>181.10714286</c:v>
                </c:pt>
                <c:pt idx="94">
                  <c:v>183.07142857</c:v>
                </c:pt>
                <c:pt idx="95">
                  <c:v>185.03571429</c:v>
                </c:pt>
                <c:pt idx="96">
                  <c:v>187</c:v>
                </c:pt>
                <c:pt idx="97">
                  <c:v>188.96428571</c:v>
                </c:pt>
                <c:pt idx="98">
                  <c:v>190.92857143</c:v>
                </c:pt>
                <c:pt idx="99">
                  <c:v>192.89285714</c:v>
                </c:pt>
                <c:pt idx="100">
                  <c:v>194.85714286</c:v>
                </c:pt>
                <c:pt idx="101">
                  <c:v>196.82142857</c:v>
                </c:pt>
                <c:pt idx="102">
                  <c:v>198.78571429</c:v>
                </c:pt>
                <c:pt idx="103">
                  <c:v>200.75</c:v>
                </c:pt>
                <c:pt idx="104">
                  <c:v>202.71428571</c:v>
                </c:pt>
                <c:pt idx="105">
                  <c:v>204.67857143</c:v>
                </c:pt>
                <c:pt idx="106">
                  <c:v>206.64285714</c:v>
                </c:pt>
                <c:pt idx="107">
                  <c:v>208.60714286</c:v>
                </c:pt>
                <c:pt idx="108">
                  <c:v>210.57142857</c:v>
                </c:pt>
                <c:pt idx="109">
                  <c:v>212.53571429</c:v>
                </c:pt>
                <c:pt idx="110">
                  <c:v>214.5</c:v>
                </c:pt>
                <c:pt idx="111">
                  <c:v>216.46428571</c:v>
                </c:pt>
                <c:pt idx="112">
                  <c:v>218.42857143</c:v>
                </c:pt>
                <c:pt idx="113">
                  <c:v>220.39285714</c:v>
                </c:pt>
                <c:pt idx="114">
                  <c:v>222.35714286</c:v>
                </c:pt>
                <c:pt idx="115">
                  <c:v>224.32142857</c:v>
                </c:pt>
                <c:pt idx="116">
                  <c:v>226.28571429</c:v>
                </c:pt>
                <c:pt idx="117">
                  <c:v>228.25</c:v>
                </c:pt>
                <c:pt idx="118">
                  <c:v>230.21428571</c:v>
                </c:pt>
                <c:pt idx="119">
                  <c:v>232.17857143</c:v>
                </c:pt>
                <c:pt idx="120">
                  <c:v>234.14285714</c:v>
                </c:pt>
                <c:pt idx="121">
                  <c:v>236.10714286</c:v>
                </c:pt>
                <c:pt idx="122">
                  <c:v>238.07142857</c:v>
                </c:pt>
                <c:pt idx="123">
                  <c:v>240.03571429</c:v>
                </c:pt>
                <c:pt idx="124">
                  <c:v>242</c:v>
                </c:pt>
                <c:pt idx="125">
                  <c:v>243.96428571</c:v>
                </c:pt>
                <c:pt idx="126">
                  <c:v>245.92857143</c:v>
                </c:pt>
                <c:pt idx="127">
                  <c:v>247.89285714</c:v>
                </c:pt>
                <c:pt idx="128">
                  <c:v>249.85714286</c:v>
                </c:pt>
                <c:pt idx="129">
                  <c:v>251.82142857</c:v>
                </c:pt>
                <c:pt idx="130">
                  <c:v>253.78571429</c:v>
                </c:pt>
                <c:pt idx="131">
                  <c:v>255.75</c:v>
                </c:pt>
                <c:pt idx="132">
                  <c:v>257.71428571</c:v>
                </c:pt>
                <c:pt idx="133">
                  <c:v>259.67857143</c:v>
                </c:pt>
                <c:pt idx="134">
                  <c:v>261.64285714</c:v>
                </c:pt>
                <c:pt idx="135">
                  <c:v>263.60714286</c:v>
                </c:pt>
                <c:pt idx="136">
                  <c:v>265.57142857</c:v>
                </c:pt>
                <c:pt idx="137">
                  <c:v>267.53571429</c:v>
                </c:pt>
                <c:pt idx="138">
                  <c:v>269.5</c:v>
                </c:pt>
                <c:pt idx="139">
                  <c:v>271.46428571</c:v>
                </c:pt>
                <c:pt idx="140">
                  <c:v>273.42857143</c:v>
                </c:pt>
                <c:pt idx="141">
                  <c:v>275.39285714</c:v>
                </c:pt>
                <c:pt idx="142">
                  <c:v>277.35714286</c:v>
                </c:pt>
                <c:pt idx="143">
                  <c:v>279.32142857</c:v>
                </c:pt>
                <c:pt idx="144">
                  <c:v>281.28571429</c:v>
                </c:pt>
                <c:pt idx="145">
                  <c:v>283.25</c:v>
                </c:pt>
                <c:pt idx="146">
                  <c:v>285.21428571</c:v>
                </c:pt>
                <c:pt idx="147">
                  <c:v>287.17857143</c:v>
                </c:pt>
                <c:pt idx="148">
                  <c:v>289.14285714</c:v>
                </c:pt>
                <c:pt idx="149">
                  <c:v>291.10714286</c:v>
                </c:pt>
                <c:pt idx="150">
                  <c:v>293.07142857</c:v>
                </c:pt>
                <c:pt idx="151">
                  <c:v>295.03571429</c:v>
                </c:pt>
                <c:pt idx="152">
                  <c:v>297</c:v>
                </c:pt>
                <c:pt idx="153">
                  <c:v>298.96428571</c:v>
                </c:pt>
                <c:pt idx="154">
                  <c:v>300.92857143</c:v>
                </c:pt>
                <c:pt idx="155">
                  <c:v>302.89285714</c:v>
                </c:pt>
                <c:pt idx="156">
                  <c:v>304.85714286</c:v>
                </c:pt>
                <c:pt idx="157">
                  <c:v>306.82142857</c:v>
                </c:pt>
                <c:pt idx="158">
                  <c:v>308.78571429</c:v>
                </c:pt>
                <c:pt idx="159">
                  <c:v>310.75</c:v>
                </c:pt>
                <c:pt idx="160">
                  <c:v>312.71428571</c:v>
                </c:pt>
                <c:pt idx="161">
                  <c:v>314.67857143</c:v>
                </c:pt>
                <c:pt idx="162">
                  <c:v>316.64285714</c:v>
                </c:pt>
                <c:pt idx="163">
                  <c:v>318.60714286</c:v>
                </c:pt>
                <c:pt idx="164">
                  <c:v>320.57142857</c:v>
                </c:pt>
                <c:pt idx="165">
                  <c:v>322.53571429</c:v>
                </c:pt>
                <c:pt idx="166">
                  <c:v>324.5</c:v>
                </c:pt>
                <c:pt idx="167">
                  <c:v>326.46428571</c:v>
                </c:pt>
                <c:pt idx="168">
                  <c:v>328.42857143</c:v>
                </c:pt>
                <c:pt idx="169">
                  <c:v>330.39285714</c:v>
                </c:pt>
                <c:pt idx="170">
                  <c:v>332.35714286</c:v>
                </c:pt>
                <c:pt idx="171">
                  <c:v>334.32142857</c:v>
                </c:pt>
                <c:pt idx="172">
                  <c:v>336.28571429</c:v>
                </c:pt>
                <c:pt idx="173">
                  <c:v>338.25</c:v>
                </c:pt>
                <c:pt idx="174">
                  <c:v>340.21428571</c:v>
                </c:pt>
                <c:pt idx="175">
                  <c:v>342.17857143</c:v>
                </c:pt>
                <c:pt idx="176">
                  <c:v>344.14285714</c:v>
                </c:pt>
                <c:pt idx="177">
                  <c:v>346.10714286</c:v>
                </c:pt>
                <c:pt idx="178">
                  <c:v>348.07142857</c:v>
                </c:pt>
                <c:pt idx="179">
                  <c:v>350.03571429</c:v>
                </c:pt>
                <c:pt idx="180">
                  <c:v>352</c:v>
                </c:pt>
                <c:pt idx="181">
                  <c:v>353.94117647</c:v>
                </c:pt>
                <c:pt idx="182">
                  <c:v>355.88235294</c:v>
                </c:pt>
                <c:pt idx="183">
                  <c:v>357.82352941</c:v>
                </c:pt>
                <c:pt idx="184">
                  <c:v>359.76470588</c:v>
                </c:pt>
                <c:pt idx="185">
                  <c:v>361.70588235</c:v>
                </c:pt>
                <c:pt idx="186">
                  <c:v>363.64705882</c:v>
                </c:pt>
                <c:pt idx="187">
                  <c:v>365.58823529</c:v>
                </c:pt>
                <c:pt idx="188">
                  <c:v>367.52941176</c:v>
                </c:pt>
                <c:pt idx="189">
                  <c:v>369.47058824</c:v>
                </c:pt>
                <c:pt idx="190">
                  <c:v>371.41176471</c:v>
                </c:pt>
                <c:pt idx="191">
                  <c:v>373.35294118</c:v>
                </c:pt>
                <c:pt idx="192">
                  <c:v>375.29411765</c:v>
                </c:pt>
                <c:pt idx="193">
                  <c:v>377.23529412</c:v>
                </c:pt>
                <c:pt idx="194">
                  <c:v>379.17647059</c:v>
                </c:pt>
                <c:pt idx="195">
                  <c:v>381.11764706</c:v>
                </c:pt>
                <c:pt idx="196">
                  <c:v>383.05882353</c:v>
                </c:pt>
                <c:pt idx="197">
                  <c:v>385</c:v>
                </c:pt>
                <c:pt idx="198">
                  <c:v>386.94117647</c:v>
                </c:pt>
                <c:pt idx="199">
                  <c:v>388.88235294</c:v>
                </c:pt>
                <c:pt idx="200">
                  <c:v>390.82352941</c:v>
                </c:pt>
                <c:pt idx="201">
                  <c:v>392.76470588</c:v>
                </c:pt>
                <c:pt idx="202">
                  <c:v>394.70588235</c:v>
                </c:pt>
                <c:pt idx="203">
                  <c:v>396.64705882</c:v>
                </c:pt>
                <c:pt idx="204">
                  <c:v>398.58823529</c:v>
                </c:pt>
                <c:pt idx="205">
                  <c:v>400.52941176</c:v>
                </c:pt>
                <c:pt idx="206">
                  <c:v>402.47058824</c:v>
                </c:pt>
                <c:pt idx="207">
                  <c:v>404.41176471</c:v>
                </c:pt>
                <c:pt idx="208">
                  <c:v>406.35294118</c:v>
                </c:pt>
                <c:pt idx="209">
                  <c:v>408.29411765</c:v>
                </c:pt>
                <c:pt idx="210">
                  <c:v>410.23529412</c:v>
                </c:pt>
                <c:pt idx="211">
                  <c:v>412.17647059</c:v>
                </c:pt>
                <c:pt idx="212">
                  <c:v>414.11764706</c:v>
                </c:pt>
                <c:pt idx="213">
                  <c:v>416.05882353</c:v>
                </c:pt>
                <c:pt idx="214">
                  <c:v>418</c:v>
                </c:pt>
                <c:pt idx="215">
                  <c:v>419.94117647</c:v>
                </c:pt>
                <c:pt idx="216">
                  <c:v>421.88235294</c:v>
                </c:pt>
                <c:pt idx="217">
                  <c:v>423.82352941</c:v>
                </c:pt>
                <c:pt idx="218">
                  <c:v>425.76470588</c:v>
                </c:pt>
                <c:pt idx="219">
                  <c:v>427.70588235</c:v>
                </c:pt>
                <c:pt idx="220">
                  <c:v>429.64705882</c:v>
                </c:pt>
                <c:pt idx="221">
                  <c:v>431.58823529</c:v>
                </c:pt>
                <c:pt idx="222">
                  <c:v>433.52941176</c:v>
                </c:pt>
                <c:pt idx="223">
                  <c:v>435.47058824</c:v>
                </c:pt>
                <c:pt idx="224">
                  <c:v>437.41176471</c:v>
                </c:pt>
                <c:pt idx="225">
                  <c:v>439.35294118</c:v>
                </c:pt>
                <c:pt idx="226">
                  <c:v>441.29411765</c:v>
                </c:pt>
                <c:pt idx="227">
                  <c:v>443.23529412</c:v>
                </c:pt>
                <c:pt idx="228">
                  <c:v>445.17647059</c:v>
                </c:pt>
                <c:pt idx="229">
                  <c:v>447.11764706</c:v>
                </c:pt>
                <c:pt idx="230">
                  <c:v>449.05882353</c:v>
                </c:pt>
                <c:pt idx="231">
                  <c:v>451</c:v>
                </c:pt>
                <c:pt idx="232">
                  <c:v>452.94117647</c:v>
                </c:pt>
                <c:pt idx="233">
                  <c:v>454.88235294</c:v>
                </c:pt>
                <c:pt idx="234">
                  <c:v>456.82352941</c:v>
                </c:pt>
                <c:pt idx="235">
                  <c:v>458.76470588</c:v>
                </c:pt>
                <c:pt idx="236">
                  <c:v>460.70588235</c:v>
                </c:pt>
                <c:pt idx="237">
                  <c:v>462.64705882</c:v>
                </c:pt>
                <c:pt idx="238">
                  <c:v>464.58823529</c:v>
                </c:pt>
                <c:pt idx="239">
                  <c:v>466.52941176</c:v>
                </c:pt>
                <c:pt idx="240">
                  <c:v>468.47058824</c:v>
                </c:pt>
                <c:pt idx="241">
                  <c:v>470.41176471</c:v>
                </c:pt>
                <c:pt idx="242">
                  <c:v>472.35294118</c:v>
                </c:pt>
                <c:pt idx="243">
                  <c:v>474.29411765</c:v>
                </c:pt>
                <c:pt idx="244">
                  <c:v>476.23529412</c:v>
                </c:pt>
                <c:pt idx="245">
                  <c:v>478.17647059</c:v>
                </c:pt>
                <c:pt idx="246">
                  <c:v>480.11764706</c:v>
                </c:pt>
                <c:pt idx="247">
                  <c:v>482.05882353</c:v>
                </c:pt>
                <c:pt idx="248">
                  <c:v>484</c:v>
                </c:pt>
              </c:numCache>
            </c:numRef>
          </c:xVal>
          <c:yVal>
            <c:numRef>
              <c:f>Sheet1!$B$253:$B$501</c:f>
              <c:numCache>
                <c:formatCode>General</c:formatCode>
                <c:ptCount val="249"/>
                <c:pt idx="0">
                  <c:v>1395</c:v>
                </c:pt>
                <c:pt idx="1">
                  <c:v>1316.51525972</c:v>
                </c:pt>
                <c:pt idx="2">
                  <c:v>1226.68340787</c:v>
                </c:pt>
                <c:pt idx="3">
                  <c:v>1222.61272819</c:v>
                </c:pt>
                <c:pt idx="4">
                  <c:v>1218.59055026</c:v>
                </c:pt>
                <c:pt idx="5">
                  <c:v>1214.606144</c:v>
                </c:pt>
                <c:pt idx="6">
                  <c:v>1210.65278528</c:v>
                </c:pt>
                <c:pt idx="7">
                  <c:v>1206.72649541</c:v>
                </c:pt>
                <c:pt idx="8">
                  <c:v>1202.82460071</c:v>
                </c:pt>
                <c:pt idx="9">
                  <c:v>1198.94517335</c:v>
                </c:pt>
                <c:pt idx="10">
                  <c:v>1195.08675438</c:v>
                </c:pt>
                <c:pt idx="11">
                  <c:v>1191.24819926</c:v>
                </c:pt>
                <c:pt idx="12">
                  <c:v>1187.42858465</c:v>
                </c:pt>
                <c:pt idx="13">
                  <c:v>1183.62714866</c:v>
                </c:pt>
                <c:pt idx="14">
                  <c:v>1179.84325081</c:v>
                </c:pt>
                <c:pt idx="15">
                  <c:v>1176.07634424</c:v>
                </c:pt>
                <c:pt idx="16">
                  <c:v>1172.32595572</c:v>
                </c:pt>
                <c:pt idx="17">
                  <c:v>1168.59167099</c:v>
                </c:pt>
                <c:pt idx="18">
                  <c:v>1164.87312372</c:v>
                </c:pt>
                <c:pt idx="19">
                  <c:v>1161.16998707</c:v>
                </c:pt>
                <c:pt idx="20">
                  <c:v>1157.48196709</c:v>
                </c:pt>
                <c:pt idx="21">
                  <c:v>1153.80879754</c:v>
                </c:pt>
                <c:pt idx="22">
                  <c:v>1150.15023573</c:v>
                </c:pt>
                <c:pt idx="23">
                  <c:v>1146.50605914</c:v>
                </c:pt>
                <c:pt idx="24">
                  <c:v>1142.87606268</c:v>
                </c:pt>
                <c:pt idx="25">
                  <c:v>1139.26005636</c:v>
                </c:pt>
                <c:pt idx="26">
                  <c:v>1135.65786348</c:v>
                </c:pt>
                <c:pt idx="27">
                  <c:v>1132.06931894</c:v>
                </c:pt>
                <c:pt idx="28">
                  <c:v>1130.29915169</c:v>
                </c:pt>
                <c:pt idx="29">
                  <c:v>1133.87784609</c:v>
                </c:pt>
                <c:pt idx="30">
                  <c:v>1137.46587371</c:v>
                </c:pt>
                <c:pt idx="31">
                  <c:v>1141.06332904</c:v>
                </c:pt>
                <c:pt idx="32">
                  <c:v>1162.25658556</c:v>
                </c:pt>
                <c:pt idx="33">
                  <c:v>1271.70663067</c:v>
                </c:pt>
                <c:pt idx="34">
                  <c:v>1395</c:v>
                </c:pt>
                <c:pt idx="35">
                  <c:v>1389.21260653</c:v>
                </c:pt>
                <c:pt idx="36">
                  <c:v>1272.86869498</c:v>
                </c:pt>
                <c:pt idx="37">
                  <c:v>1246.05477102</c:v>
                </c:pt>
                <c:pt idx="38">
                  <c:v>1269.22479553</c:v>
                </c:pt>
                <c:pt idx="39">
                  <c:v>1272.9291515</c:v>
                </c:pt>
                <c:pt idx="40">
                  <c:v>1276.64428289</c:v>
                </c:pt>
                <c:pt idx="41">
                  <c:v>1280.37022133</c:v>
                </c:pt>
                <c:pt idx="42">
                  <c:v>1284.10699852</c:v>
                </c:pt>
                <c:pt idx="43">
                  <c:v>1287.85464631</c:v>
                </c:pt>
                <c:pt idx="44">
                  <c:v>1291.61319661</c:v>
                </c:pt>
                <c:pt idx="45">
                  <c:v>1295.38268149</c:v>
                </c:pt>
                <c:pt idx="46">
                  <c:v>1299.1631331</c:v>
                </c:pt>
                <c:pt idx="47">
                  <c:v>1302.95458371</c:v>
                </c:pt>
                <c:pt idx="48">
                  <c:v>1306.75706569</c:v>
                </c:pt>
                <c:pt idx="49">
                  <c:v>1310.57061155</c:v>
                </c:pt>
                <c:pt idx="50">
                  <c:v>1314.39525388</c:v>
                </c:pt>
                <c:pt idx="51">
                  <c:v>1318.23102539</c:v>
                </c:pt>
                <c:pt idx="52">
                  <c:v>1322.07795891</c:v>
                </c:pt>
                <c:pt idx="53">
                  <c:v>1325.93608738</c:v>
                </c:pt>
                <c:pt idx="54">
                  <c:v>1329.80544384</c:v>
                </c:pt>
                <c:pt idx="55">
                  <c:v>1333.68606144</c:v>
                </c:pt>
                <c:pt idx="56">
                  <c:v>1337.57797345</c:v>
                </c:pt>
                <c:pt idx="57">
                  <c:v>1341.48121324</c:v>
                </c:pt>
                <c:pt idx="58">
                  <c:v>1345.39581429</c:v>
                </c:pt>
                <c:pt idx="59">
                  <c:v>1349.32181018</c:v>
                </c:pt>
                <c:pt idx="60">
                  <c:v>1353.25923462</c:v>
                </c:pt>
                <c:pt idx="61">
                  <c:v>1357.20812139</c:v>
                </c:pt>
                <c:pt idx="62">
                  <c:v>1361.1685044</c:v>
                </c:pt>
                <c:pt idx="63">
                  <c:v>1365.14041766</c:v>
                </c:pt>
                <c:pt idx="64">
                  <c:v>1369.12389528</c:v>
                </c:pt>
                <c:pt idx="65">
                  <c:v>1373.11897148</c:v>
                </c:pt>
                <c:pt idx="66">
                  <c:v>1377.72141401</c:v>
                </c:pt>
                <c:pt idx="67">
                  <c:v>1385.92923485</c:v>
                </c:pt>
                <c:pt idx="68">
                  <c:v>1395</c:v>
                </c:pt>
                <c:pt idx="69">
                  <c:v>1385.74685938</c:v>
                </c:pt>
                <c:pt idx="70">
                  <c:v>1377.52929578</c:v>
                </c:pt>
                <c:pt idx="71">
                  <c:v>1372.88444952</c:v>
                </c:pt>
                <c:pt idx="72">
                  <c:v>1368.84135575</c:v>
                </c:pt>
                <c:pt idx="73">
                  <c:v>1364.81012348</c:v>
                </c:pt>
                <c:pt idx="74">
                  <c:v>1360.79071672</c:v>
                </c:pt>
                <c:pt idx="75">
                  <c:v>1356.78309957</c:v>
                </c:pt>
                <c:pt idx="76">
                  <c:v>1352.78723627</c:v>
                </c:pt>
                <c:pt idx="77">
                  <c:v>1348.80309116</c:v>
                </c:pt>
                <c:pt idx="78">
                  <c:v>1344.83062872</c:v>
                </c:pt>
                <c:pt idx="79">
                  <c:v>1340.86981356</c:v>
                </c:pt>
                <c:pt idx="80">
                  <c:v>1336.92061041</c:v>
                </c:pt>
                <c:pt idx="81">
                  <c:v>1332.98298414</c:v>
                </c:pt>
                <c:pt idx="82">
                  <c:v>1329.05689975</c:v>
                </c:pt>
                <c:pt idx="83">
                  <c:v>1325.14232239</c:v>
                </c:pt>
                <c:pt idx="84">
                  <c:v>1321.23921736</c:v>
                </c:pt>
                <c:pt idx="85">
                  <c:v>1317.34755007</c:v>
                </c:pt>
                <c:pt idx="86">
                  <c:v>1313.46728611</c:v>
                </c:pt>
                <c:pt idx="87">
                  <c:v>1309.5983912</c:v>
                </c:pt>
                <c:pt idx="88">
                  <c:v>1305.74083122</c:v>
                </c:pt>
                <c:pt idx="89">
                  <c:v>1301.89457219</c:v>
                </c:pt>
                <c:pt idx="90">
                  <c:v>1298.05958029</c:v>
                </c:pt>
                <c:pt idx="91">
                  <c:v>1294.23582185</c:v>
                </c:pt>
                <c:pt idx="92">
                  <c:v>1290.42326334</c:v>
                </c:pt>
                <c:pt idx="93">
                  <c:v>1286.62187138</c:v>
                </c:pt>
                <c:pt idx="94">
                  <c:v>1282.83161274</c:v>
                </c:pt>
                <c:pt idx="95">
                  <c:v>1260.18851499</c:v>
                </c:pt>
                <c:pt idx="96">
                  <c:v>1158.65440706</c:v>
                </c:pt>
                <c:pt idx="97">
                  <c:v>1062.29979174</c:v>
                </c:pt>
                <c:pt idx="98">
                  <c:v>1058.78351766</c:v>
                </c:pt>
                <c:pt idx="99">
                  <c:v>1161.46414326</c:v>
                </c:pt>
                <c:pt idx="100">
                  <c:v>1267.35730924</c:v>
                </c:pt>
                <c:pt idx="101">
                  <c:v>1289.97574282</c:v>
                </c:pt>
                <c:pt idx="102">
                  <c:v>1294.25612499</c:v>
                </c:pt>
                <c:pt idx="103">
                  <c:v>1298.55517846</c:v>
                </c:pt>
                <c:pt idx="104">
                  <c:v>1302.87324462</c:v>
                </c:pt>
                <c:pt idx="105">
                  <c:v>1307.21069673</c:v>
                </c:pt>
                <c:pt idx="106">
                  <c:v>1311.56794531</c:v>
                </c:pt>
                <c:pt idx="107">
                  <c:v>1315.94544469</c:v>
                </c:pt>
                <c:pt idx="108">
                  <c:v>1320.34370132</c:v>
                </c:pt>
                <c:pt idx="109">
                  <c:v>1324.76328414</c:v>
                </c:pt>
                <c:pt idx="110">
                  <c:v>1329.20483805</c:v>
                </c:pt>
                <c:pt idx="111">
                  <c:v>1333.66910134</c:v>
                </c:pt>
                <c:pt idx="112">
                  <c:v>1338.15692898</c:v>
                </c:pt>
                <c:pt idx="113">
                  <c:v>1342.66932426</c:v>
                </c:pt>
                <c:pt idx="114">
                  <c:v>1347.20748288</c:v>
                </c:pt>
                <c:pt idx="115">
                  <c:v>1351.77285644</c:v>
                </c:pt>
                <c:pt idx="116">
                  <c:v>1356.36724697</c:v>
                </c:pt>
                <c:pt idx="117">
                  <c:v>1360.99295475</c:v>
                </c:pt>
                <c:pt idx="118">
                  <c:v>1365.65302291</c:v>
                </c:pt>
                <c:pt idx="119">
                  <c:v>1370.3516762</c:v>
                </c:pt>
                <c:pt idx="120">
                  <c:v>1375.09520652</c:v>
                </c:pt>
                <c:pt idx="121">
                  <c:v>1379.89425365</c:v>
                </c:pt>
                <c:pt idx="122">
                  <c:v>1384.77100251</c:v>
                </c:pt>
                <c:pt idx="123">
                  <c:v>1389.77730445</c:v>
                </c:pt>
                <c:pt idx="124">
                  <c:v>1395</c:v>
                </c:pt>
                <c:pt idx="125">
                  <c:v>1389.77730445</c:v>
                </c:pt>
                <c:pt idx="126">
                  <c:v>1384.77100251</c:v>
                </c:pt>
                <c:pt idx="127">
                  <c:v>1379.89425365</c:v>
                </c:pt>
                <c:pt idx="128">
                  <c:v>1375.09520652</c:v>
                </c:pt>
                <c:pt idx="129">
                  <c:v>1370.3516762</c:v>
                </c:pt>
                <c:pt idx="130">
                  <c:v>1365.65302291</c:v>
                </c:pt>
                <c:pt idx="131">
                  <c:v>1360.99295475</c:v>
                </c:pt>
                <c:pt idx="132">
                  <c:v>1356.36724697</c:v>
                </c:pt>
                <c:pt idx="133">
                  <c:v>1351.77285644</c:v>
                </c:pt>
                <c:pt idx="134">
                  <c:v>1347.20748288</c:v>
                </c:pt>
                <c:pt idx="135">
                  <c:v>1342.66932426</c:v>
                </c:pt>
                <c:pt idx="136">
                  <c:v>1338.15692898</c:v>
                </c:pt>
                <c:pt idx="137">
                  <c:v>1333.66910134</c:v>
                </c:pt>
                <c:pt idx="138">
                  <c:v>1329.20483805</c:v>
                </c:pt>
                <c:pt idx="139">
                  <c:v>1324.76328414</c:v>
                </c:pt>
                <c:pt idx="140">
                  <c:v>1320.34370132</c:v>
                </c:pt>
                <c:pt idx="141">
                  <c:v>1315.94544469</c:v>
                </c:pt>
                <c:pt idx="142">
                  <c:v>1311.56794531</c:v>
                </c:pt>
                <c:pt idx="143">
                  <c:v>1307.21069673</c:v>
                </c:pt>
                <c:pt idx="144">
                  <c:v>1302.87324462</c:v>
                </c:pt>
                <c:pt idx="145">
                  <c:v>1298.55517846</c:v>
                </c:pt>
                <c:pt idx="146">
                  <c:v>1294.25612499</c:v>
                </c:pt>
                <c:pt idx="147">
                  <c:v>1289.97574282</c:v>
                </c:pt>
                <c:pt idx="148">
                  <c:v>1267.35730924</c:v>
                </c:pt>
                <c:pt idx="149">
                  <c:v>1161.46414326</c:v>
                </c:pt>
                <c:pt idx="150">
                  <c:v>1058.78351766</c:v>
                </c:pt>
                <c:pt idx="151">
                  <c:v>1062.29979174</c:v>
                </c:pt>
                <c:pt idx="152">
                  <c:v>1158.65440706</c:v>
                </c:pt>
                <c:pt idx="153">
                  <c:v>1260.18851499</c:v>
                </c:pt>
                <c:pt idx="154">
                  <c:v>1282.83161274</c:v>
                </c:pt>
                <c:pt idx="155">
                  <c:v>1286.62187138</c:v>
                </c:pt>
                <c:pt idx="156">
                  <c:v>1290.42326334</c:v>
                </c:pt>
                <c:pt idx="157">
                  <c:v>1294.23582185</c:v>
                </c:pt>
                <c:pt idx="158">
                  <c:v>1298.05958029</c:v>
                </c:pt>
                <c:pt idx="159">
                  <c:v>1301.89457219</c:v>
                </c:pt>
                <c:pt idx="160">
                  <c:v>1305.74083122</c:v>
                </c:pt>
                <c:pt idx="161">
                  <c:v>1309.5983912</c:v>
                </c:pt>
                <c:pt idx="162">
                  <c:v>1313.46728611</c:v>
                </c:pt>
                <c:pt idx="163">
                  <c:v>1317.34755007</c:v>
                </c:pt>
                <c:pt idx="164">
                  <c:v>1321.23921736</c:v>
                </c:pt>
                <c:pt idx="165">
                  <c:v>1325.14232239</c:v>
                </c:pt>
                <c:pt idx="166">
                  <c:v>1329.05689975</c:v>
                </c:pt>
                <c:pt idx="167">
                  <c:v>1332.98298414</c:v>
                </c:pt>
                <c:pt idx="168">
                  <c:v>1336.92061041</c:v>
                </c:pt>
                <c:pt idx="169">
                  <c:v>1340.86981356</c:v>
                </c:pt>
                <c:pt idx="170">
                  <c:v>1344.83062872</c:v>
                </c:pt>
                <c:pt idx="171">
                  <c:v>1348.80309116</c:v>
                </c:pt>
                <c:pt idx="172">
                  <c:v>1352.78723627</c:v>
                </c:pt>
                <c:pt idx="173">
                  <c:v>1356.78309957</c:v>
                </c:pt>
                <c:pt idx="174">
                  <c:v>1360.79071672</c:v>
                </c:pt>
                <c:pt idx="175">
                  <c:v>1364.81012348</c:v>
                </c:pt>
                <c:pt idx="176">
                  <c:v>1368.84135575</c:v>
                </c:pt>
                <c:pt idx="177">
                  <c:v>1372.88444952</c:v>
                </c:pt>
                <c:pt idx="178">
                  <c:v>1377.52929578</c:v>
                </c:pt>
                <c:pt idx="179">
                  <c:v>1385.74685938</c:v>
                </c:pt>
                <c:pt idx="180">
                  <c:v>1395</c:v>
                </c:pt>
                <c:pt idx="181">
                  <c:v>1385.92923485</c:v>
                </c:pt>
                <c:pt idx="182">
                  <c:v>1377.72141401</c:v>
                </c:pt>
                <c:pt idx="183">
                  <c:v>1373.11897148</c:v>
                </c:pt>
                <c:pt idx="184">
                  <c:v>1369.12389528</c:v>
                </c:pt>
                <c:pt idx="185">
                  <c:v>1365.14041766</c:v>
                </c:pt>
                <c:pt idx="186">
                  <c:v>1361.1685044</c:v>
                </c:pt>
                <c:pt idx="187">
                  <c:v>1357.20812139</c:v>
                </c:pt>
                <c:pt idx="188">
                  <c:v>1353.25923462</c:v>
                </c:pt>
                <c:pt idx="189">
                  <c:v>1349.32181018</c:v>
                </c:pt>
                <c:pt idx="190">
                  <c:v>1345.39581429</c:v>
                </c:pt>
                <c:pt idx="191">
                  <c:v>1341.48121324</c:v>
                </c:pt>
                <c:pt idx="192">
                  <c:v>1337.57797345</c:v>
                </c:pt>
                <c:pt idx="193">
                  <c:v>1333.68606144</c:v>
                </c:pt>
                <c:pt idx="194">
                  <c:v>1329.80544384</c:v>
                </c:pt>
                <c:pt idx="195">
                  <c:v>1325.93608738</c:v>
                </c:pt>
                <c:pt idx="196">
                  <c:v>1322.07795891</c:v>
                </c:pt>
                <c:pt idx="197">
                  <c:v>1318.23102539</c:v>
                </c:pt>
                <c:pt idx="198">
                  <c:v>1314.39525388</c:v>
                </c:pt>
                <c:pt idx="199">
                  <c:v>1310.57061155</c:v>
                </c:pt>
                <c:pt idx="200">
                  <c:v>1306.75706569</c:v>
                </c:pt>
                <c:pt idx="201">
                  <c:v>1302.95458371</c:v>
                </c:pt>
                <c:pt idx="202">
                  <c:v>1299.1631331</c:v>
                </c:pt>
                <c:pt idx="203">
                  <c:v>1295.38268149</c:v>
                </c:pt>
                <c:pt idx="204">
                  <c:v>1291.61319661</c:v>
                </c:pt>
                <c:pt idx="205">
                  <c:v>1287.85464631</c:v>
                </c:pt>
                <c:pt idx="206">
                  <c:v>1284.10699852</c:v>
                </c:pt>
                <c:pt idx="207">
                  <c:v>1280.37022133</c:v>
                </c:pt>
                <c:pt idx="208">
                  <c:v>1276.64428289</c:v>
                </c:pt>
                <c:pt idx="209">
                  <c:v>1272.9291515</c:v>
                </c:pt>
                <c:pt idx="210">
                  <c:v>1269.22479553</c:v>
                </c:pt>
                <c:pt idx="211">
                  <c:v>1246.05477102</c:v>
                </c:pt>
                <c:pt idx="212">
                  <c:v>1272.86869498</c:v>
                </c:pt>
                <c:pt idx="213">
                  <c:v>1389.21260653</c:v>
                </c:pt>
                <c:pt idx="214">
                  <c:v>1395</c:v>
                </c:pt>
                <c:pt idx="215">
                  <c:v>1271.70663067</c:v>
                </c:pt>
                <c:pt idx="216">
                  <c:v>1162.25658556</c:v>
                </c:pt>
                <c:pt idx="217">
                  <c:v>1141.06332904</c:v>
                </c:pt>
                <c:pt idx="218">
                  <c:v>1137.46587371</c:v>
                </c:pt>
                <c:pt idx="219">
                  <c:v>1133.87784609</c:v>
                </c:pt>
                <c:pt idx="220">
                  <c:v>1130.29915169</c:v>
                </c:pt>
                <c:pt idx="221">
                  <c:v>1132.06931894</c:v>
                </c:pt>
                <c:pt idx="222">
                  <c:v>1135.65786348</c:v>
                </c:pt>
                <c:pt idx="223">
                  <c:v>1139.26005636</c:v>
                </c:pt>
                <c:pt idx="224">
                  <c:v>1142.87606268</c:v>
                </c:pt>
                <c:pt idx="225">
                  <c:v>1146.50605914</c:v>
                </c:pt>
                <c:pt idx="226">
                  <c:v>1150.15023573</c:v>
                </c:pt>
                <c:pt idx="227">
                  <c:v>1153.80879754</c:v>
                </c:pt>
                <c:pt idx="228">
                  <c:v>1157.48196709</c:v>
                </c:pt>
                <c:pt idx="229">
                  <c:v>1161.16998707</c:v>
                </c:pt>
                <c:pt idx="230">
                  <c:v>1164.87312372</c:v>
                </c:pt>
                <c:pt idx="231">
                  <c:v>1168.59167099</c:v>
                </c:pt>
                <c:pt idx="232">
                  <c:v>1172.32595572</c:v>
                </c:pt>
                <c:pt idx="233">
                  <c:v>1176.07634424</c:v>
                </c:pt>
                <c:pt idx="234">
                  <c:v>1179.84325081</c:v>
                </c:pt>
                <c:pt idx="235">
                  <c:v>1183.62714866</c:v>
                </c:pt>
                <c:pt idx="236">
                  <c:v>1187.42858465</c:v>
                </c:pt>
                <c:pt idx="237">
                  <c:v>1191.24819926</c:v>
                </c:pt>
                <c:pt idx="238">
                  <c:v>1195.08675438</c:v>
                </c:pt>
                <c:pt idx="239">
                  <c:v>1198.94517335</c:v>
                </c:pt>
                <c:pt idx="240">
                  <c:v>1202.82460071</c:v>
                </c:pt>
                <c:pt idx="241">
                  <c:v>1206.72649541</c:v>
                </c:pt>
                <c:pt idx="242">
                  <c:v>1210.65278528</c:v>
                </c:pt>
                <c:pt idx="243">
                  <c:v>1214.606144</c:v>
                </c:pt>
                <c:pt idx="244">
                  <c:v>1218.59055026</c:v>
                </c:pt>
                <c:pt idx="245">
                  <c:v>1222.61272819</c:v>
                </c:pt>
                <c:pt idx="246">
                  <c:v>1226.68340787</c:v>
                </c:pt>
                <c:pt idx="247">
                  <c:v>1316.51525972</c:v>
                </c:pt>
                <c:pt idx="248">
                  <c:v>1395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Sheet1!$B$503</c:f>
              <c:strCache>
                <c:ptCount val="1"/>
                <c:pt idx="0">
                  <c:v>长期有效</c:v>
                </c:pt>
              </c:strCache>
            </c:strRef>
          </c:tx>
          <c:spPr>
            <a:ln w="21590">
              <a:solidFill>
                <a:srgbClr val="9DA9BC"/>
              </a:solidFill>
            </a:ln>
          </c:spPr>
          <c:marker>
            <c:symbol val="none"/>
          </c:marker>
          <c:xVal>
            <c:numRef>
              <c:f>Sheet1!$A$504:$A$752</c:f>
              <c:numCache>
                <c:formatCode>General</c:formatCode>
                <c:ptCount val="249"/>
                <c:pt idx="0">
                  <c:v>0</c:v>
                </c:pt>
                <c:pt idx="1">
                  <c:v>1.94117647</c:v>
                </c:pt>
                <c:pt idx="2">
                  <c:v>3.88235294</c:v>
                </c:pt>
                <c:pt idx="3">
                  <c:v>5.82352941</c:v>
                </c:pt>
                <c:pt idx="4">
                  <c:v>7.76470588</c:v>
                </c:pt>
                <c:pt idx="5">
                  <c:v>9.70588235</c:v>
                </c:pt>
                <c:pt idx="6">
                  <c:v>11.64705882</c:v>
                </c:pt>
                <c:pt idx="7">
                  <c:v>13.58823529</c:v>
                </c:pt>
                <c:pt idx="8">
                  <c:v>15.52941176</c:v>
                </c:pt>
                <c:pt idx="9">
                  <c:v>17.47058824</c:v>
                </c:pt>
                <c:pt idx="10">
                  <c:v>19.41176471</c:v>
                </c:pt>
                <c:pt idx="11">
                  <c:v>21.35294118</c:v>
                </c:pt>
                <c:pt idx="12">
                  <c:v>23.29411765</c:v>
                </c:pt>
                <c:pt idx="13">
                  <c:v>25.23529412</c:v>
                </c:pt>
                <c:pt idx="14">
                  <c:v>27.17647059</c:v>
                </c:pt>
                <c:pt idx="15">
                  <c:v>29.11764706</c:v>
                </c:pt>
                <c:pt idx="16">
                  <c:v>31.05882353</c:v>
                </c:pt>
                <c:pt idx="17">
                  <c:v>33</c:v>
                </c:pt>
                <c:pt idx="18">
                  <c:v>34.94117647</c:v>
                </c:pt>
                <c:pt idx="19">
                  <c:v>36.88235294</c:v>
                </c:pt>
                <c:pt idx="20">
                  <c:v>38.82352941</c:v>
                </c:pt>
                <c:pt idx="21">
                  <c:v>40.76470588</c:v>
                </c:pt>
                <c:pt idx="22">
                  <c:v>42.70588235</c:v>
                </c:pt>
                <c:pt idx="23">
                  <c:v>44.64705882</c:v>
                </c:pt>
                <c:pt idx="24">
                  <c:v>46.58823529</c:v>
                </c:pt>
                <c:pt idx="25">
                  <c:v>48.52941176</c:v>
                </c:pt>
                <c:pt idx="26">
                  <c:v>50.47058824</c:v>
                </c:pt>
                <c:pt idx="27">
                  <c:v>52.41176471</c:v>
                </c:pt>
                <c:pt idx="28">
                  <c:v>54.35294118</c:v>
                </c:pt>
                <c:pt idx="29">
                  <c:v>56.29411765</c:v>
                </c:pt>
                <c:pt idx="30">
                  <c:v>58.23529412</c:v>
                </c:pt>
                <c:pt idx="31">
                  <c:v>60.17647059</c:v>
                </c:pt>
                <c:pt idx="32">
                  <c:v>62.11764706</c:v>
                </c:pt>
                <c:pt idx="33">
                  <c:v>64.05882353</c:v>
                </c:pt>
                <c:pt idx="34">
                  <c:v>66</c:v>
                </c:pt>
                <c:pt idx="35">
                  <c:v>67.94117647</c:v>
                </c:pt>
                <c:pt idx="36">
                  <c:v>69.88235294</c:v>
                </c:pt>
                <c:pt idx="37">
                  <c:v>71.82352941000001</c:v>
                </c:pt>
                <c:pt idx="38">
                  <c:v>73.76470587999999</c:v>
                </c:pt>
                <c:pt idx="39">
                  <c:v>75.70588235</c:v>
                </c:pt>
                <c:pt idx="40">
                  <c:v>77.64705882</c:v>
                </c:pt>
                <c:pt idx="41">
                  <c:v>79.58823529</c:v>
                </c:pt>
                <c:pt idx="42">
                  <c:v>81.52941176</c:v>
                </c:pt>
                <c:pt idx="43">
                  <c:v>83.47058824</c:v>
                </c:pt>
                <c:pt idx="44">
                  <c:v>85.41176471</c:v>
                </c:pt>
                <c:pt idx="45">
                  <c:v>87.35294118</c:v>
                </c:pt>
                <c:pt idx="46">
                  <c:v>89.29411765</c:v>
                </c:pt>
                <c:pt idx="47">
                  <c:v>91.23529412000001</c:v>
                </c:pt>
                <c:pt idx="48">
                  <c:v>93.17647058999999</c:v>
                </c:pt>
                <c:pt idx="49">
                  <c:v>95.11764706</c:v>
                </c:pt>
                <c:pt idx="50">
                  <c:v>97.05882353</c:v>
                </c:pt>
                <c:pt idx="51">
                  <c:v>99</c:v>
                </c:pt>
                <c:pt idx="52">
                  <c:v>100.94117647</c:v>
                </c:pt>
                <c:pt idx="53">
                  <c:v>102.88235294</c:v>
                </c:pt>
                <c:pt idx="54">
                  <c:v>104.82352941</c:v>
                </c:pt>
                <c:pt idx="55">
                  <c:v>106.76470588</c:v>
                </c:pt>
                <c:pt idx="56">
                  <c:v>108.70588235</c:v>
                </c:pt>
                <c:pt idx="57">
                  <c:v>110.64705882</c:v>
                </c:pt>
                <c:pt idx="58">
                  <c:v>112.58823529</c:v>
                </c:pt>
                <c:pt idx="59">
                  <c:v>114.52941176</c:v>
                </c:pt>
                <c:pt idx="60">
                  <c:v>116.47058824</c:v>
                </c:pt>
                <c:pt idx="61">
                  <c:v>118.41176471</c:v>
                </c:pt>
                <c:pt idx="62">
                  <c:v>120.35294118</c:v>
                </c:pt>
                <c:pt idx="63">
                  <c:v>122.29411765</c:v>
                </c:pt>
                <c:pt idx="64">
                  <c:v>124.23529412</c:v>
                </c:pt>
                <c:pt idx="65">
                  <c:v>126.17647059</c:v>
                </c:pt>
                <c:pt idx="66">
                  <c:v>128.11764706</c:v>
                </c:pt>
                <c:pt idx="67">
                  <c:v>130.05882353</c:v>
                </c:pt>
                <c:pt idx="68">
                  <c:v>132</c:v>
                </c:pt>
                <c:pt idx="69">
                  <c:v>133.96428571</c:v>
                </c:pt>
                <c:pt idx="70">
                  <c:v>135.92857143</c:v>
                </c:pt>
                <c:pt idx="71">
                  <c:v>137.89285714</c:v>
                </c:pt>
                <c:pt idx="72">
                  <c:v>139.85714286</c:v>
                </c:pt>
                <c:pt idx="73">
                  <c:v>141.82142857</c:v>
                </c:pt>
                <c:pt idx="74">
                  <c:v>143.78571429</c:v>
                </c:pt>
                <c:pt idx="75">
                  <c:v>145.75</c:v>
                </c:pt>
                <c:pt idx="76">
                  <c:v>147.71428571</c:v>
                </c:pt>
                <c:pt idx="77">
                  <c:v>149.67857143</c:v>
                </c:pt>
                <c:pt idx="78">
                  <c:v>151.64285714</c:v>
                </c:pt>
                <c:pt idx="79">
                  <c:v>153.60714286</c:v>
                </c:pt>
                <c:pt idx="80">
                  <c:v>155.57142857</c:v>
                </c:pt>
                <c:pt idx="81">
                  <c:v>157.53571429</c:v>
                </c:pt>
                <c:pt idx="82">
                  <c:v>159.5</c:v>
                </c:pt>
                <c:pt idx="83">
                  <c:v>161.46428571</c:v>
                </c:pt>
                <c:pt idx="84">
                  <c:v>163.42857143</c:v>
                </c:pt>
                <c:pt idx="85">
                  <c:v>165.39285714</c:v>
                </c:pt>
                <c:pt idx="86">
                  <c:v>167.35714286</c:v>
                </c:pt>
                <c:pt idx="87">
                  <c:v>169.32142857</c:v>
                </c:pt>
                <c:pt idx="88">
                  <c:v>171.28571429</c:v>
                </c:pt>
                <c:pt idx="89">
                  <c:v>173.25</c:v>
                </c:pt>
                <c:pt idx="90">
                  <c:v>175.21428571</c:v>
                </c:pt>
                <c:pt idx="91">
                  <c:v>177.17857143</c:v>
                </c:pt>
                <c:pt idx="92">
                  <c:v>179.14285714</c:v>
                </c:pt>
                <c:pt idx="93">
                  <c:v>181.10714286</c:v>
                </c:pt>
                <c:pt idx="94">
                  <c:v>183.07142857</c:v>
                </c:pt>
                <c:pt idx="95">
                  <c:v>185.03571429</c:v>
                </c:pt>
                <c:pt idx="96">
                  <c:v>187</c:v>
                </c:pt>
                <c:pt idx="97">
                  <c:v>188.96428571</c:v>
                </c:pt>
                <c:pt idx="98">
                  <c:v>190.92857143</c:v>
                </c:pt>
                <c:pt idx="99">
                  <c:v>192.89285714</c:v>
                </c:pt>
                <c:pt idx="100">
                  <c:v>194.85714286</c:v>
                </c:pt>
                <c:pt idx="101">
                  <c:v>196.82142857</c:v>
                </c:pt>
                <c:pt idx="102">
                  <c:v>198.78571429</c:v>
                </c:pt>
                <c:pt idx="103">
                  <c:v>200.75</c:v>
                </c:pt>
                <c:pt idx="104">
                  <c:v>202.71428571</c:v>
                </c:pt>
                <c:pt idx="105">
                  <c:v>204.67857143</c:v>
                </c:pt>
                <c:pt idx="106">
                  <c:v>206.64285714</c:v>
                </c:pt>
                <c:pt idx="107">
                  <c:v>208.60714286</c:v>
                </c:pt>
                <c:pt idx="108">
                  <c:v>210.57142857</c:v>
                </c:pt>
                <c:pt idx="109">
                  <c:v>212.53571429</c:v>
                </c:pt>
                <c:pt idx="110">
                  <c:v>214.5</c:v>
                </c:pt>
                <c:pt idx="111">
                  <c:v>216.46428571</c:v>
                </c:pt>
                <c:pt idx="112">
                  <c:v>218.42857143</c:v>
                </c:pt>
                <c:pt idx="113">
                  <c:v>220.39285714</c:v>
                </c:pt>
                <c:pt idx="114">
                  <c:v>222.35714286</c:v>
                </c:pt>
                <c:pt idx="115">
                  <c:v>224.32142857</c:v>
                </c:pt>
                <c:pt idx="116">
                  <c:v>226.28571429</c:v>
                </c:pt>
                <c:pt idx="117">
                  <c:v>228.25</c:v>
                </c:pt>
                <c:pt idx="118">
                  <c:v>230.21428571</c:v>
                </c:pt>
                <c:pt idx="119">
                  <c:v>232.17857143</c:v>
                </c:pt>
                <c:pt idx="120">
                  <c:v>234.14285714</c:v>
                </c:pt>
                <c:pt idx="121">
                  <c:v>236.10714286</c:v>
                </c:pt>
                <c:pt idx="122">
                  <c:v>238.07142857</c:v>
                </c:pt>
                <c:pt idx="123">
                  <c:v>240.03571429</c:v>
                </c:pt>
                <c:pt idx="124">
                  <c:v>242</c:v>
                </c:pt>
                <c:pt idx="125">
                  <c:v>243.96428571</c:v>
                </c:pt>
                <c:pt idx="126">
                  <c:v>245.92857143</c:v>
                </c:pt>
                <c:pt idx="127">
                  <c:v>247.89285714</c:v>
                </c:pt>
                <c:pt idx="128">
                  <c:v>249.85714286</c:v>
                </c:pt>
                <c:pt idx="129">
                  <c:v>251.82142857</c:v>
                </c:pt>
                <c:pt idx="130">
                  <c:v>253.78571429</c:v>
                </c:pt>
                <c:pt idx="131">
                  <c:v>255.75</c:v>
                </c:pt>
                <c:pt idx="132">
                  <c:v>257.71428571</c:v>
                </c:pt>
                <c:pt idx="133">
                  <c:v>259.67857143</c:v>
                </c:pt>
                <c:pt idx="134">
                  <c:v>261.64285714</c:v>
                </c:pt>
                <c:pt idx="135">
                  <c:v>263.60714286</c:v>
                </c:pt>
                <c:pt idx="136">
                  <c:v>265.57142857</c:v>
                </c:pt>
                <c:pt idx="137">
                  <c:v>267.53571429</c:v>
                </c:pt>
                <c:pt idx="138">
                  <c:v>269.5</c:v>
                </c:pt>
                <c:pt idx="139">
                  <c:v>271.46428571</c:v>
                </c:pt>
                <c:pt idx="140">
                  <c:v>273.42857143</c:v>
                </c:pt>
                <c:pt idx="141">
                  <c:v>275.39285714</c:v>
                </c:pt>
                <c:pt idx="142">
                  <c:v>277.35714286</c:v>
                </c:pt>
                <c:pt idx="143">
                  <c:v>279.32142857</c:v>
                </c:pt>
                <c:pt idx="144">
                  <c:v>281.28571429</c:v>
                </c:pt>
                <c:pt idx="145">
                  <c:v>283.25</c:v>
                </c:pt>
                <c:pt idx="146">
                  <c:v>285.21428571</c:v>
                </c:pt>
                <c:pt idx="147">
                  <c:v>287.17857143</c:v>
                </c:pt>
                <c:pt idx="148">
                  <c:v>289.14285714</c:v>
                </c:pt>
                <c:pt idx="149">
                  <c:v>291.10714286</c:v>
                </c:pt>
                <c:pt idx="150">
                  <c:v>293.07142857</c:v>
                </c:pt>
                <c:pt idx="151">
                  <c:v>295.03571429</c:v>
                </c:pt>
                <c:pt idx="152">
                  <c:v>297</c:v>
                </c:pt>
                <c:pt idx="153">
                  <c:v>298.96428571</c:v>
                </c:pt>
                <c:pt idx="154">
                  <c:v>300.92857143</c:v>
                </c:pt>
                <c:pt idx="155">
                  <c:v>302.89285714</c:v>
                </c:pt>
                <c:pt idx="156">
                  <c:v>304.85714286</c:v>
                </c:pt>
                <c:pt idx="157">
                  <c:v>306.82142857</c:v>
                </c:pt>
                <c:pt idx="158">
                  <c:v>308.78571429</c:v>
                </c:pt>
                <c:pt idx="159">
                  <c:v>310.75</c:v>
                </c:pt>
                <c:pt idx="160">
                  <c:v>312.71428571</c:v>
                </c:pt>
                <c:pt idx="161">
                  <c:v>314.67857143</c:v>
                </c:pt>
                <c:pt idx="162">
                  <c:v>316.64285714</c:v>
                </c:pt>
                <c:pt idx="163">
                  <c:v>318.60714286</c:v>
                </c:pt>
                <c:pt idx="164">
                  <c:v>320.57142857</c:v>
                </c:pt>
                <c:pt idx="165">
                  <c:v>322.53571429</c:v>
                </c:pt>
                <c:pt idx="166">
                  <c:v>324.5</c:v>
                </c:pt>
                <c:pt idx="167">
                  <c:v>326.46428571</c:v>
                </c:pt>
                <c:pt idx="168">
                  <c:v>328.42857143</c:v>
                </c:pt>
                <c:pt idx="169">
                  <c:v>330.39285714</c:v>
                </c:pt>
                <c:pt idx="170">
                  <c:v>332.35714286</c:v>
                </c:pt>
                <c:pt idx="171">
                  <c:v>334.32142857</c:v>
                </c:pt>
                <c:pt idx="172">
                  <c:v>336.28571429</c:v>
                </c:pt>
                <c:pt idx="173">
                  <c:v>338.25</c:v>
                </c:pt>
                <c:pt idx="174">
                  <c:v>340.21428571</c:v>
                </c:pt>
                <c:pt idx="175">
                  <c:v>342.17857143</c:v>
                </c:pt>
                <c:pt idx="176">
                  <c:v>344.14285714</c:v>
                </c:pt>
                <c:pt idx="177">
                  <c:v>346.10714286</c:v>
                </c:pt>
                <c:pt idx="178">
                  <c:v>348.07142857</c:v>
                </c:pt>
                <c:pt idx="179">
                  <c:v>350.03571429</c:v>
                </c:pt>
                <c:pt idx="180">
                  <c:v>352</c:v>
                </c:pt>
                <c:pt idx="181">
                  <c:v>353.94117647</c:v>
                </c:pt>
                <c:pt idx="182">
                  <c:v>355.88235294</c:v>
                </c:pt>
                <c:pt idx="183">
                  <c:v>357.82352941</c:v>
                </c:pt>
                <c:pt idx="184">
                  <c:v>359.76470588</c:v>
                </c:pt>
                <c:pt idx="185">
                  <c:v>361.70588235</c:v>
                </c:pt>
                <c:pt idx="186">
                  <c:v>363.64705882</c:v>
                </c:pt>
                <c:pt idx="187">
                  <c:v>365.58823529</c:v>
                </c:pt>
                <c:pt idx="188">
                  <c:v>367.52941176</c:v>
                </c:pt>
                <c:pt idx="189">
                  <c:v>369.47058824</c:v>
                </c:pt>
                <c:pt idx="190">
                  <c:v>371.41176471</c:v>
                </c:pt>
                <c:pt idx="191">
                  <c:v>373.35294118</c:v>
                </c:pt>
                <c:pt idx="192">
                  <c:v>375.29411765</c:v>
                </c:pt>
                <c:pt idx="193">
                  <c:v>377.23529412</c:v>
                </c:pt>
                <c:pt idx="194">
                  <c:v>379.17647059</c:v>
                </c:pt>
                <c:pt idx="195">
                  <c:v>381.11764706</c:v>
                </c:pt>
                <c:pt idx="196">
                  <c:v>383.05882353</c:v>
                </c:pt>
                <c:pt idx="197">
                  <c:v>385</c:v>
                </c:pt>
                <c:pt idx="198">
                  <c:v>386.94117647</c:v>
                </c:pt>
                <c:pt idx="199">
                  <c:v>388.88235294</c:v>
                </c:pt>
                <c:pt idx="200">
                  <c:v>390.82352941</c:v>
                </c:pt>
                <c:pt idx="201">
                  <c:v>392.76470588</c:v>
                </c:pt>
                <c:pt idx="202">
                  <c:v>394.70588235</c:v>
                </c:pt>
                <c:pt idx="203">
                  <c:v>396.64705882</c:v>
                </c:pt>
                <c:pt idx="204">
                  <c:v>398.58823529</c:v>
                </c:pt>
                <c:pt idx="205">
                  <c:v>400.52941176</c:v>
                </c:pt>
                <c:pt idx="206">
                  <c:v>402.47058824</c:v>
                </c:pt>
                <c:pt idx="207">
                  <c:v>404.41176471</c:v>
                </c:pt>
                <c:pt idx="208">
                  <c:v>406.35294118</c:v>
                </c:pt>
                <c:pt idx="209">
                  <c:v>408.29411765</c:v>
                </c:pt>
                <c:pt idx="210">
                  <c:v>410.23529412</c:v>
                </c:pt>
                <c:pt idx="211">
                  <c:v>412.17647059</c:v>
                </c:pt>
                <c:pt idx="212">
                  <c:v>414.11764706</c:v>
                </c:pt>
                <c:pt idx="213">
                  <c:v>416.05882353</c:v>
                </c:pt>
                <c:pt idx="214">
                  <c:v>418</c:v>
                </c:pt>
                <c:pt idx="215">
                  <c:v>419.94117647</c:v>
                </c:pt>
                <c:pt idx="216">
                  <c:v>421.88235294</c:v>
                </c:pt>
                <c:pt idx="217">
                  <c:v>423.82352941</c:v>
                </c:pt>
                <c:pt idx="218">
                  <c:v>425.76470588</c:v>
                </c:pt>
                <c:pt idx="219">
                  <c:v>427.70588235</c:v>
                </c:pt>
                <c:pt idx="220">
                  <c:v>429.64705882</c:v>
                </c:pt>
                <c:pt idx="221">
                  <c:v>431.58823529</c:v>
                </c:pt>
                <c:pt idx="222">
                  <c:v>433.52941176</c:v>
                </c:pt>
                <c:pt idx="223">
                  <c:v>435.47058824</c:v>
                </c:pt>
                <c:pt idx="224">
                  <c:v>437.41176471</c:v>
                </c:pt>
                <c:pt idx="225">
                  <c:v>439.35294118</c:v>
                </c:pt>
                <c:pt idx="226">
                  <c:v>441.29411765</c:v>
                </c:pt>
                <c:pt idx="227">
                  <c:v>443.23529412</c:v>
                </c:pt>
                <c:pt idx="228">
                  <c:v>445.17647059</c:v>
                </c:pt>
                <c:pt idx="229">
                  <c:v>447.11764706</c:v>
                </c:pt>
                <c:pt idx="230">
                  <c:v>449.05882353</c:v>
                </c:pt>
                <c:pt idx="231">
                  <c:v>451</c:v>
                </c:pt>
                <c:pt idx="232">
                  <c:v>452.94117647</c:v>
                </c:pt>
                <c:pt idx="233">
                  <c:v>454.88235294</c:v>
                </c:pt>
                <c:pt idx="234">
                  <c:v>456.82352941</c:v>
                </c:pt>
                <c:pt idx="235">
                  <c:v>458.76470588</c:v>
                </c:pt>
                <c:pt idx="236">
                  <c:v>460.70588235</c:v>
                </c:pt>
                <c:pt idx="237">
                  <c:v>462.64705882</c:v>
                </c:pt>
                <c:pt idx="238">
                  <c:v>464.58823529</c:v>
                </c:pt>
                <c:pt idx="239">
                  <c:v>466.52941176</c:v>
                </c:pt>
                <c:pt idx="240">
                  <c:v>468.47058824</c:v>
                </c:pt>
                <c:pt idx="241">
                  <c:v>470.41176471</c:v>
                </c:pt>
                <c:pt idx="242">
                  <c:v>472.35294118</c:v>
                </c:pt>
                <c:pt idx="243">
                  <c:v>474.29411765</c:v>
                </c:pt>
                <c:pt idx="244">
                  <c:v>476.23529412</c:v>
                </c:pt>
                <c:pt idx="245">
                  <c:v>478.17647059</c:v>
                </c:pt>
                <c:pt idx="246">
                  <c:v>480.11764706</c:v>
                </c:pt>
                <c:pt idx="247">
                  <c:v>482.05882353</c:v>
                </c:pt>
                <c:pt idx="248">
                  <c:v>484</c:v>
                </c:pt>
              </c:numCache>
            </c:numRef>
          </c:xVal>
          <c:yVal>
            <c:numRef>
              <c:f>Sheet1!$B$504:$B$752</c:f>
              <c:numCache>
                <c:formatCode>General</c:formatCode>
                <c:ptCount val="249"/>
                <c:pt idx="0">
                  <c:v>1171.41409091</c:v>
                </c:pt>
                <c:pt idx="1">
                  <c:v>1096.06874024</c:v>
                </c:pt>
                <c:pt idx="2">
                  <c:v>1009.83016247</c:v>
                </c:pt>
                <c:pt idx="3">
                  <c:v>1005.92230997</c:v>
                </c:pt>
                <c:pt idx="4">
                  <c:v>1002.06101916</c:v>
                </c:pt>
                <c:pt idx="5">
                  <c:v>998.23598915</c:v>
                </c:pt>
                <c:pt idx="6">
                  <c:v>994.44076478</c:v>
                </c:pt>
                <c:pt idx="7">
                  <c:v>990.6715265</c:v>
                </c:pt>
                <c:pt idx="8">
                  <c:v>986.92570759</c:v>
                </c:pt>
                <c:pt idx="9">
                  <c:v>983.20145733</c:v>
                </c:pt>
                <c:pt idx="10">
                  <c:v>979.49737511</c:v>
                </c:pt>
                <c:pt idx="11">
                  <c:v>975.8123622000001</c:v>
                </c:pt>
                <c:pt idx="12">
                  <c:v>972.14553218</c:v>
                </c:pt>
                <c:pt idx="13">
                  <c:v>968.49615362</c:v>
                </c:pt>
                <c:pt idx="14">
                  <c:v>964.86361169</c:v>
                </c:pt>
                <c:pt idx="15">
                  <c:v>961.24738138</c:v>
                </c:pt>
                <c:pt idx="16">
                  <c:v>957.6470084</c:v>
                </c:pt>
                <c:pt idx="17">
                  <c:v>954.06209506</c:v>
                </c:pt>
                <c:pt idx="18">
                  <c:v>950.49228968</c:v>
                </c:pt>
                <c:pt idx="19">
                  <c:v>946.9372785</c:v>
                </c:pt>
                <c:pt idx="20">
                  <c:v>943.3967793100001</c:v>
                </c:pt>
                <c:pt idx="21">
                  <c:v>939.87053654</c:v>
                </c:pt>
                <c:pt idx="22">
                  <c:v>936.35831721</c:v>
                </c:pt>
                <c:pt idx="23">
                  <c:v>932.85990769</c:v>
                </c:pt>
                <c:pt idx="24">
                  <c:v>929.37511108</c:v>
                </c:pt>
                <c:pt idx="25">
                  <c:v>925.90374502</c:v>
                </c:pt>
                <c:pt idx="26">
                  <c:v>922.44563985</c:v>
                </c:pt>
                <c:pt idx="27">
                  <c:v>919.0006370999999</c:v>
                </c:pt>
                <c:pt idx="28">
                  <c:v>917.30127653</c:v>
                </c:pt>
                <c:pt idx="29">
                  <c:v>920.73682316</c:v>
                </c:pt>
                <c:pt idx="30">
                  <c:v>924.18132967</c:v>
                </c:pt>
                <c:pt idx="31">
                  <c:v>927.63488679</c:v>
                </c:pt>
                <c:pt idx="32">
                  <c:v>947.98041304</c:v>
                </c:pt>
                <c:pt idx="33">
                  <c:v>1053.05245636</c:v>
                </c:pt>
                <c:pt idx="34">
                  <c:v>1171.41409091</c:v>
                </c:pt>
                <c:pt idx="35">
                  <c:v>1165.85819318</c:v>
                </c:pt>
                <c:pt idx="36">
                  <c:v>1054.16803809</c:v>
                </c:pt>
                <c:pt idx="37">
                  <c:v>1028.42667108</c:v>
                </c:pt>
                <c:pt idx="38">
                  <c:v>1050.66989462</c:v>
                </c:pt>
                <c:pt idx="39">
                  <c:v>1054.22607635</c:v>
                </c:pt>
                <c:pt idx="40">
                  <c:v>1057.79260249</c:v>
                </c:pt>
                <c:pt idx="41">
                  <c:v>1061.36950338</c:v>
                </c:pt>
                <c:pt idx="42">
                  <c:v>1064.95680949</c:v>
                </c:pt>
                <c:pt idx="43">
                  <c:v>1068.55455136</c:v>
                </c:pt>
                <c:pt idx="44">
                  <c:v>1072.16275966</c:v>
                </c:pt>
                <c:pt idx="45">
                  <c:v>1075.78146514</c:v>
                </c:pt>
                <c:pt idx="46">
                  <c:v>1079.41069869</c:v>
                </c:pt>
                <c:pt idx="47">
                  <c:v>1083.05049127</c:v>
                </c:pt>
                <c:pt idx="48">
                  <c:v>1086.70087398</c:v>
                </c:pt>
                <c:pt idx="49">
                  <c:v>1090.361878</c:v>
                </c:pt>
                <c:pt idx="50">
                  <c:v>1094.03353463</c:v>
                </c:pt>
                <c:pt idx="51">
                  <c:v>1097.71587528</c:v>
                </c:pt>
                <c:pt idx="52">
                  <c:v>1101.40893147</c:v>
                </c:pt>
                <c:pt idx="53">
                  <c:v>1105.11273479</c:v>
                </c:pt>
                <c:pt idx="54">
                  <c:v>1108.82731699</c:v>
                </c:pt>
                <c:pt idx="55">
                  <c:v>1112.55270989</c:v>
                </c:pt>
                <c:pt idx="56">
                  <c:v>1116.28894542</c:v>
                </c:pt>
                <c:pt idx="57">
                  <c:v>1120.03605562</c:v>
                </c:pt>
                <c:pt idx="58">
                  <c:v>1123.79407263</c:v>
                </c:pt>
                <c:pt idx="59">
                  <c:v>1127.56302869</c:v>
                </c:pt>
                <c:pt idx="60">
                  <c:v>1131.34295614</c:v>
                </c:pt>
                <c:pt idx="61">
                  <c:v>1135.13388744</c:v>
                </c:pt>
                <c:pt idx="62">
                  <c:v>1138.93585513</c:v>
                </c:pt>
                <c:pt idx="63">
                  <c:v>1142.74889186</c:v>
                </c:pt>
                <c:pt idx="64">
                  <c:v>1146.57303038</c:v>
                </c:pt>
                <c:pt idx="65">
                  <c:v>1150.40830353</c:v>
                </c:pt>
                <c:pt idx="66">
                  <c:v>1154.82664835</c:v>
                </c:pt>
                <c:pt idx="67">
                  <c:v>1162.70615637</c:v>
                </c:pt>
                <c:pt idx="68">
                  <c:v>1171.41409091</c:v>
                </c:pt>
                <c:pt idx="69">
                  <c:v>1162.53107591</c:v>
                </c:pt>
                <c:pt idx="70">
                  <c:v>1154.64221486</c:v>
                </c:pt>
                <c:pt idx="71">
                  <c:v>1150.18316245</c:v>
                </c:pt>
                <c:pt idx="72">
                  <c:v>1146.30179243</c:v>
                </c:pt>
                <c:pt idx="73">
                  <c:v>1142.43180945</c:v>
                </c:pt>
                <c:pt idx="74">
                  <c:v>1138.57317896</c:v>
                </c:pt>
                <c:pt idx="75">
                  <c:v>1134.7258665</c:v>
                </c:pt>
                <c:pt idx="76">
                  <c:v>1130.88983773</c:v>
                </c:pt>
                <c:pt idx="77">
                  <c:v>1127.06505842</c:v>
                </c:pt>
                <c:pt idx="78">
                  <c:v>1123.25149448</c:v>
                </c:pt>
                <c:pt idx="79">
                  <c:v>1119.44911193</c:v>
                </c:pt>
                <c:pt idx="80">
                  <c:v>1115.6578769</c:v>
                </c:pt>
                <c:pt idx="81">
                  <c:v>1111.87775568</c:v>
                </c:pt>
                <c:pt idx="82">
                  <c:v>1108.10871467</c:v>
                </c:pt>
                <c:pt idx="83">
                  <c:v>1104.35072041</c:v>
                </c:pt>
                <c:pt idx="84">
                  <c:v>1100.60373957</c:v>
                </c:pt>
                <c:pt idx="85">
                  <c:v>1096.86773897</c:v>
                </c:pt>
                <c:pt idx="86">
                  <c:v>1093.14268557</c:v>
                </c:pt>
                <c:pt idx="87">
                  <c:v>1089.42854646</c:v>
                </c:pt>
                <c:pt idx="88">
                  <c:v>1085.72528888</c:v>
                </c:pt>
                <c:pt idx="89">
                  <c:v>1082.03288021</c:v>
                </c:pt>
                <c:pt idx="90">
                  <c:v>1078.35128799</c:v>
                </c:pt>
                <c:pt idx="91">
                  <c:v>1074.68047989</c:v>
                </c:pt>
                <c:pt idx="92">
                  <c:v>1071.02042372</c:v>
                </c:pt>
                <c:pt idx="93">
                  <c:v>1067.37108744</c:v>
                </c:pt>
                <c:pt idx="94">
                  <c:v>1063.73243914</c:v>
                </c:pt>
                <c:pt idx="95">
                  <c:v>1041.9950653</c:v>
                </c:pt>
                <c:pt idx="96">
                  <c:v>944.52232169</c:v>
                </c:pt>
                <c:pt idx="97">
                  <c:v>852.02189098</c:v>
                </c:pt>
                <c:pt idx="98">
                  <c:v>848.64626787</c:v>
                </c:pt>
                <c:pt idx="99">
                  <c:v>947.21966843</c:v>
                </c:pt>
                <c:pt idx="100">
                  <c:v>1048.87710778</c:v>
                </c:pt>
                <c:pt idx="101">
                  <c:v>1070.59080402</c:v>
                </c:pt>
                <c:pt idx="102">
                  <c:v>1074.6999709</c:v>
                </c:pt>
                <c:pt idx="103">
                  <c:v>1078.82706223</c:v>
                </c:pt>
                <c:pt idx="104">
                  <c:v>1082.97240575</c:v>
                </c:pt>
                <c:pt idx="105">
                  <c:v>1087.13635977</c:v>
                </c:pt>
                <c:pt idx="106">
                  <c:v>1091.3193184</c:v>
                </c:pt>
                <c:pt idx="107">
                  <c:v>1095.52171781</c:v>
                </c:pt>
                <c:pt idx="108">
                  <c:v>1099.74404417</c:v>
                </c:pt>
                <c:pt idx="109">
                  <c:v>1103.98684369</c:v>
                </c:pt>
                <c:pt idx="110">
                  <c:v>1108.25073544</c:v>
                </c:pt>
                <c:pt idx="111">
                  <c:v>1112.5364282</c:v>
                </c:pt>
                <c:pt idx="112">
                  <c:v>1116.84474273</c:v>
                </c:pt>
                <c:pt idx="113">
                  <c:v>1121.17664219</c:v>
                </c:pt>
                <c:pt idx="114">
                  <c:v>1125.53327448</c:v>
                </c:pt>
                <c:pt idx="115">
                  <c:v>1129.91603309</c:v>
                </c:pt>
                <c:pt idx="116">
                  <c:v>1134.326648</c:v>
                </c:pt>
                <c:pt idx="117">
                  <c:v>1138.76732746</c:v>
                </c:pt>
                <c:pt idx="118">
                  <c:v>1143.2409929</c:v>
                </c:pt>
                <c:pt idx="119">
                  <c:v>1147.75170007</c:v>
                </c:pt>
                <c:pt idx="120">
                  <c:v>1152.30548916</c:v>
                </c:pt>
                <c:pt idx="121">
                  <c:v>1156.91257442</c:v>
                </c:pt>
                <c:pt idx="122">
                  <c:v>1161.59425332</c:v>
                </c:pt>
                <c:pt idx="123">
                  <c:v>1166.40030318</c:v>
                </c:pt>
                <c:pt idx="124">
                  <c:v>1171.41409091</c:v>
                </c:pt>
                <c:pt idx="125">
                  <c:v>1166.40030318</c:v>
                </c:pt>
                <c:pt idx="126">
                  <c:v>1161.59425332</c:v>
                </c:pt>
                <c:pt idx="127">
                  <c:v>1156.91257442</c:v>
                </c:pt>
                <c:pt idx="128">
                  <c:v>1152.30548916</c:v>
                </c:pt>
                <c:pt idx="129">
                  <c:v>1147.75170007</c:v>
                </c:pt>
                <c:pt idx="130">
                  <c:v>1143.2409929</c:v>
                </c:pt>
                <c:pt idx="131">
                  <c:v>1138.76732746</c:v>
                </c:pt>
                <c:pt idx="132">
                  <c:v>1134.326648</c:v>
                </c:pt>
                <c:pt idx="133">
                  <c:v>1129.91603309</c:v>
                </c:pt>
                <c:pt idx="134">
                  <c:v>1125.53327448</c:v>
                </c:pt>
                <c:pt idx="135">
                  <c:v>1121.17664219</c:v>
                </c:pt>
                <c:pt idx="136">
                  <c:v>1116.84474273</c:v>
                </c:pt>
                <c:pt idx="137">
                  <c:v>1112.5364282</c:v>
                </c:pt>
                <c:pt idx="138">
                  <c:v>1108.25073544</c:v>
                </c:pt>
                <c:pt idx="139">
                  <c:v>1103.98684369</c:v>
                </c:pt>
                <c:pt idx="140">
                  <c:v>1099.74404417</c:v>
                </c:pt>
                <c:pt idx="141">
                  <c:v>1095.52171781</c:v>
                </c:pt>
                <c:pt idx="142">
                  <c:v>1091.3193184</c:v>
                </c:pt>
                <c:pt idx="143">
                  <c:v>1087.13635977</c:v>
                </c:pt>
                <c:pt idx="144">
                  <c:v>1082.97240575</c:v>
                </c:pt>
                <c:pt idx="145">
                  <c:v>1078.82706223</c:v>
                </c:pt>
                <c:pt idx="146">
                  <c:v>1074.6999709</c:v>
                </c:pt>
                <c:pt idx="147">
                  <c:v>1070.59080402</c:v>
                </c:pt>
                <c:pt idx="148">
                  <c:v>1048.87710778</c:v>
                </c:pt>
                <c:pt idx="149">
                  <c:v>947.21966843</c:v>
                </c:pt>
                <c:pt idx="150">
                  <c:v>848.64626787</c:v>
                </c:pt>
                <c:pt idx="151">
                  <c:v>852.02189098</c:v>
                </c:pt>
                <c:pt idx="152">
                  <c:v>944.52232169</c:v>
                </c:pt>
                <c:pt idx="153">
                  <c:v>1041.9950653</c:v>
                </c:pt>
                <c:pt idx="154">
                  <c:v>1063.73243914</c:v>
                </c:pt>
                <c:pt idx="155">
                  <c:v>1067.37108744</c:v>
                </c:pt>
                <c:pt idx="156">
                  <c:v>1071.02042372</c:v>
                </c:pt>
                <c:pt idx="157">
                  <c:v>1074.68047989</c:v>
                </c:pt>
                <c:pt idx="158">
                  <c:v>1078.35128799</c:v>
                </c:pt>
                <c:pt idx="159">
                  <c:v>1082.03288021</c:v>
                </c:pt>
                <c:pt idx="160">
                  <c:v>1085.72528888</c:v>
                </c:pt>
                <c:pt idx="161">
                  <c:v>1089.42854646</c:v>
                </c:pt>
                <c:pt idx="162">
                  <c:v>1093.14268557</c:v>
                </c:pt>
                <c:pt idx="163">
                  <c:v>1096.86773897</c:v>
                </c:pt>
                <c:pt idx="164">
                  <c:v>1100.60373957</c:v>
                </c:pt>
                <c:pt idx="165">
                  <c:v>1104.35072041</c:v>
                </c:pt>
                <c:pt idx="166">
                  <c:v>1108.10871467</c:v>
                </c:pt>
                <c:pt idx="167">
                  <c:v>1111.87775568</c:v>
                </c:pt>
                <c:pt idx="168">
                  <c:v>1115.6578769</c:v>
                </c:pt>
                <c:pt idx="169">
                  <c:v>1119.44911193</c:v>
                </c:pt>
                <c:pt idx="170">
                  <c:v>1123.25149448</c:v>
                </c:pt>
                <c:pt idx="171">
                  <c:v>1127.06505842</c:v>
                </c:pt>
                <c:pt idx="172">
                  <c:v>1130.88983773</c:v>
                </c:pt>
                <c:pt idx="173">
                  <c:v>1134.7258665</c:v>
                </c:pt>
                <c:pt idx="174">
                  <c:v>1138.57317896</c:v>
                </c:pt>
                <c:pt idx="175">
                  <c:v>1142.43180945</c:v>
                </c:pt>
                <c:pt idx="176">
                  <c:v>1146.30179243</c:v>
                </c:pt>
                <c:pt idx="177">
                  <c:v>1150.18316245</c:v>
                </c:pt>
                <c:pt idx="178">
                  <c:v>1154.64221486</c:v>
                </c:pt>
                <c:pt idx="179">
                  <c:v>1162.53107591</c:v>
                </c:pt>
                <c:pt idx="180">
                  <c:v>1171.41409091</c:v>
                </c:pt>
                <c:pt idx="181">
                  <c:v>1162.70615637</c:v>
                </c:pt>
                <c:pt idx="182">
                  <c:v>1154.82664835</c:v>
                </c:pt>
                <c:pt idx="183">
                  <c:v>1150.40830353</c:v>
                </c:pt>
                <c:pt idx="184">
                  <c:v>1146.57303038</c:v>
                </c:pt>
                <c:pt idx="185">
                  <c:v>1142.74889186</c:v>
                </c:pt>
                <c:pt idx="186">
                  <c:v>1138.93585513</c:v>
                </c:pt>
                <c:pt idx="187">
                  <c:v>1135.13388744</c:v>
                </c:pt>
                <c:pt idx="188">
                  <c:v>1131.34295614</c:v>
                </c:pt>
                <c:pt idx="189">
                  <c:v>1127.56302869</c:v>
                </c:pt>
                <c:pt idx="190">
                  <c:v>1123.79407263</c:v>
                </c:pt>
                <c:pt idx="191">
                  <c:v>1120.03605562</c:v>
                </c:pt>
                <c:pt idx="192">
                  <c:v>1116.28894542</c:v>
                </c:pt>
                <c:pt idx="193">
                  <c:v>1112.55270989</c:v>
                </c:pt>
                <c:pt idx="194">
                  <c:v>1108.82731699</c:v>
                </c:pt>
                <c:pt idx="195">
                  <c:v>1105.11273479</c:v>
                </c:pt>
                <c:pt idx="196">
                  <c:v>1101.40893147</c:v>
                </c:pt>
                <c:pt idx="197">
                  <c:v>1097.71587528</c:v>
                </c:pt>
                <c:pt idx="198">
                  <c:v>1094.03353463</c:v>
                </c:pt>
                <c:pt idx="199">
                  <c:v>1090.361878</c:v>
                </c:pt>
                <c:pt idx="200">
                  <c:v>1086.70087398</c:v>
                </c:pt>
                <c:pt idx="201">
                  <c:v>1083.05049127</c:v>
                </c:pt>
                <c:pt idx="202">
                  <c:v>1079.41069869</c:v>
                </c:pt>
                <c:pt idx="203">
                  <c:v>1075.78146514</c:v>
                </c:pt>
                <c:pt idx="204">
                  <c:v>1072.16275966</c:v>
                </c:pt>
                <c:pt idx="205">
                  <c:v>1068.55455136</c:v>
                </c:pt>
                <c:pt idx="206">
                  <c:v>1064.95680949</c:v>
                </c:pt>
                <c:pt idx="207">
                  <c:v>1061.36950338</c:v>
                </c:pt>
                <c:pt idx="208">
                  <c:v>1057.79260249</c:v>
                </c:pt>
                <c:pt idx="209">
                  <c:v>1054.22607635</c:v>
                </c:pt>
                <c:pt idx="210">
                  <c:v>1050.66989462</c:v>
                </c:pt>
                <c:pt idx="211">
                  <c:v>1028.42667108</c:v>
                </c:pt>
                <c:pt idx="212">
                  <c:v>1054.16803809</c:v>
                </c:pt>
                <c:pt idx="213">
                  <c:v>1165.85819318</c:v>
                </c:pt>
                <c:pt idx="214">
                  <c:v>1171.41409091</c:v>
                </c:pt>
                <c:pt idx="215">
                  <c:v>1053.05245636</c:v>
                </c:pt>
                <c:pt idx="216">
                  <c:v>947.98041304</c:v>
                </c:pt>
                <c:pt idx="217">
                  <c:v>927.63488679</c:v>
                </c:pt>
                <c:pt idx="218">
                  <c:v>924.18132967</c:v>
                </c:pt>
                <c:pt idx="219">
                  <c:v>920.73682316</c:v>
                </c:pt>
                <c:pt idx="220">
                  <c:v>917.30127653</c:v>
                </c:pt>
                <c:pt idx="221">
                  <c:v>919.0006370999999</c:v>
                </c:pt>
                <c:pt idx="222">
                  <c:v>922.44563985</c:v>
                </c:pt>
                <c:pt idx="223">
                  <c:v>925.90374502</c:v>
                </c:pt>
                <c:pt idx="224">
                  <c:v>929.37511108</c:v>
                </c:pt>
                <c:pt idx="225">
                  <c:v>932.85990769</c:v>
                </c:pt>
                <c:pt idx="226">
                  <c:v>936.35831721</c:v>
                </c:pt>
                <c:pt idx="227">
                  <c:v>939.87053654</c:v>
                </c:pt>
                <c:pt idx="228">
                  <c:v>943.3967793100001</c:v>
                </c:pt>
                <c:pt idx="229">
                  <c:v>946.9372785</c:v>
                </c:pt>
                <c:pt idx="230">
                  <c:v>950.49228968</c:v>
                </c:pt>
                <c:pt idx="231">
                  <c:v>954.06209506</c:v>
                </c:pt>
                <c:pt idx="232">
                  <c:v>957.6470084</c:v>
                </c:pt>
                <c:pt idx="233">
                  <c:v>961.24738138</c:v>
                </c:pt>
                <c:pt idx="234">
                  <c:v>964.86361169</c:v>
                </c:pt>
                <c:pt idx="235">
                  <c:v>968.49615362</c:v>
                </c:pt>
                <c:pt idx="236">
                  <c:v>972.14553218</c:v>
                </c:pt>
                <c:pt idx="237">
                  <c:v>975.8123622000001</c:v>
                </c:pt>
                <c:pt idx="238">
                  <c:v>979.49737511</c:v>
                </c:pt>
                <c:pt idx="239">
                  <c:v>983.20145733</c:v>
                </c:pt>
                <c:pt idx="240">
                  <c:v>986.92570759</c:v>
                </c:pt>
                <c:pt idx="241">
                  <c:v>990.6715265</c:v>
                </c:pt>
                <c:pt idx="242">
                  <c:v>994.44076478</c:v>
                </c:pt>
                <c:pt idx="243">
                  <c:v>998.23598915</c:v>
                </c:pt>
                <c:pt idx="244">
                  <c:v>1002.06101916</c:v>
                </c:pt>
                <c:pt idx="245">
                  <c:v>1005.92230997</c:v>
                </c:pt>
                <c:pt idx="246">
                  <c:v>1009.83016247</c:v>
                </c:pt>
                <c:pt idx="247">
                  <c:v>1096.06874024</c:v>
                </c:pt>
                <c:pt idx="248">
                  <c:v>1171.41409091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</c:scaling>
        <c:delete val="0"/>
        <c:axPos val="b"/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纵向坐标 x / 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5323384"/>
        <c:crosses val="autoZero"/>
        <c:crossBetween val="midCat"/>
      </c:valAx>
      <c:valAx>
        <c:axId val="2165323384"/>
        <c:scaling>
          <c:orientation val="minMax"/>
        </c:scaling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钢束应力 / MPa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6026424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上缘</c:v>
                </c:pt>
              </c:strCache>
            </c:strRef>
          </c:tx>
          <c:spPr>
            <a:ln w="21590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xVal>
          <c:yVal>
            <c:numRef>
              <c:f>Sheet1!$B$2:$B$25</c:f>
              <c:numCache>
                <c:formatCode>General</c:formatCode>
                <c:ptCount val="24"/>
                <c:pt idx="0">
                  <c:v>0.12023792</c:v>
                </c:pt>
                <c:pt idx="1">
                  <c:v>0.03281964</c:v>
                </c:pt>
                <c:pt idx="2">
                  <c:v>0.02786883</c:v>
                </c:pt>
                <c:pt idx="3">
                  <c:v>0.12693645</c:v>
                </c:pt>
                <c:pt idx="4">
                  <c:v>0.08311942</c:v>
                </c:pt>
                <c:pt idx="5">
                  <c:v>0.17968944</c:v>
                </c:pt>
                <c:pt idx="6">
                  <c:v>0.1655605</c:v>
                </c:pt>
                <c:pt idx="7">
                  <c:v>0.0538976</c:v>
                </c:pt>
                <c:pt idx="8">
                  <c:v>0.12222424</c:v>
                </c:pt>
                <c:pt idx="9">
                  <c:v>0.11402804</c:v>
                </c:pt>
                <c:pt idx="10">
                  <c:v>0.03734159</c:v>
                </c:pt>
                <c:pt idx="11">
                  <c:v>0.16481965</c:v>
                </c:pt>
                <c:pt idx="12">
                  <c:v>0.23531182</c:v>
                </c:pt>
                <c:pt idx="13">
                  <c:v>0.25240649</c:v>
                </c:pt>
                <c:pt idx="14">
                  <c:v>0.21830218</c:v>
                </c:pt>
                <c:pt idx="15">
                  <c:v>0.13382404</c:v>
                </c:pt>
                <c:pt idx="16">
                  <c:v>0.26458066</c:v>
                </c:pt>
                <c:pt idx="17">
                  <c:v>0.07626831000000001</c:v>
                </c:pt>
                <c:pt idx="18">
                  <c:v>0.09773585</c:v>
                </c:pt>
                <c:pt idx="19">
                  <c:v>0.05767712</c:v>
                </c:pt>
                <c:pt idx="20">
                  <c:v>0.21514869</c:v>
                </c:pt>
                <c:pt idx="21">
                  <c:v>0.02801713</c:v>
                </c:pt>
                <c:pt idx="22">
                  <c:v>6.28230628</c:v>
                </c:pt>
                <c:pt idx="23">
                  <c:v>0.7842414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Sheet1!$B$27</c:f>
              <c:strCache>
                <c:ptCount val="1"/>
                <c:pt idx="0">
                  <c:v>下缘</c:v>
                </c:pt>
              </c:strCache>
            </c:strRef>
          </c:tx>
          <c:spPr>
            <a:ln w="21590">
              <a:solidFill>
                <a:srgbClr val="9E2A2B"/>
              </a:solidFill>
            </a:ln>
          </c:spPr>
          <c:marker>
            <c:symbol val="none"/>
          </c:marker>
          <c:xVal>
            <c:numRef>
              <c:f>Sheet1!$A$28:$A$51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xVal>
          <c:yVal>
            <c:numRef>
              <c:f>Sheet1!$B$28:$B$51</c:f>
              <c:numCache>
                <c:formatCode>General</c:formatCode>
                <c:ptCount val="24"/>
                <c:pt idx="0">
                  <c:v>0.04725447</c:v>
                </c:pt>
                <c:pt idx="1">
                  <c:v>0.28499955</c:v>
                </c:pt>
                <c:pt idx="2">
                  <c:v>0.6046473</c:v>
                </c:pt>
                <c:pt idx="3">
                  <c:v>0.9864282599999999</c:v>
                </c:pt>
                <c:pt idx="4">
                  <c:v>1.49928251</c:v>
                </c:pt>
                <c:pt idx="5">
                  <c:v>2.0409077</c:v>
                </c:pt>
                <c:pt idx="6">
                  <c:v>2.68408109</c:v>
                </c:pt>
                <c:pt idx="7">
                  <c:v>3.41672595</c:v>
                </c:pt>
                <c:pt idx="8">
                  <c:v>4.14181293</c:v>
                </c:pt>
                <c:pt idx="9">
                  <c:v>4.93709709</c:v>
                </c:pt>
                <c:pt idx="10">
                  <c:v>5.79520987</c:v>
                </c:pt>
                <c:pt idx="11">
                  <c:v>6.62358818</c:v>
                </c:pt>
                <c:pt idx="12">
                  <c:v>7.50424174</c:v>
                </c:pt>
                <c:pt idx="13">
                  <c:v>8.43387877</c:v>
                </c:pt>
                <c:pt idx="14">
                  <c:v>9.410482500000001</c:v>
                </c:pt>
                <c:pt idx="15">
                  <c:v>10.43329597</c:v>
                </c:pt>
                <c:pt idx="16">
                  <c:v>11.41621985</c:v>
                </c:pt>
                <c:pt idx="17">
                  <c:v>12.53428424</c:v>
                </c:pt>
                <c:pt idx="18">
                  <c:v>13.61746298</c:v>
                </c:pt>
                <c:pt idx="19">
                  <c:v>14.75708201</c:v>
                </c:pt>
                <c:pt idx="20">
                  <c:v>15.87305238</c:v>
                </c:pt>
                <c:pt idx="21">
                  <c:v>17.14758668</c:v>
                </c:pt>
                <c:pt idx="22">
                  <c:v>11.56785201</c:v>
                </c:pt>
                <c:pt idx="23">
                  <c:v>15.95399326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</c:scaling>
        <c:delete val="0"/>
        <c:axPos val="b"/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施工阶段序号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5323384"/>
        <c:crosses val="autoZero"/>
        <c:crossBetween val="midCat"/>
      </c:valAx>
      <c:valAx>
        <c:axId val="2165323384"/>
        <c:scaling>
          <c:orientation val="minMax"/>
        </c:scaling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截面应力 / MPa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166026424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利用率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正弯矩抗弯</c:v>
                </c:pt>
                <c:pt idx="1">
                  <c:v>负弯矩抗弯</c:v>
                </c:pt>
                <c:pt idx="2">
                  <c:v>斜截面抗剪</c:v>
                </c:pt>
                <c:pt idx="3">
                  <c:v>腹板尺寸上限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1.03389611</c:v>
                </c:pt>
                <c:pt idx="1">
                  <c:v>0.9992874</c:v>
                </c:pt>
                <c:pt idx="2">
                  <c:v>1.24781775</c:v>
                </c:pt>
                <c:pt idx="3">
                  <c:v>0.92916878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限值</c:v>
                </c:pt>
              </c:strCache>
            </c:strRef>
          </c:tx>
          <c:spPr>
            <a:solidFill>
              <a:srgbClr val="9E2A2B"/>
            </a:solidFill>
            <a:ln>
              <a:solidFill>
                <a:srgbClr val="9E2A2B"/>
              </a:solidFill>
            </a:ln>
          </c:spPr>
          <c:cat>
            <c:strRef>
              <c:f>Sheet1!$A$2:$A$5</c:f>
              <c:strCache>
                <c:ptCount val="4"/>
                <c:pt idx="0">
                  <c:v>正弯矩抗弯</c:v>
                </c:pt>
                <c:pt idx="1">
                  <c:v>负弯矩抗弯</c:v>
                </c:pt>
                <c:pt idx="2">
                  <c:v>斜截面抗剪</c:v>
                </c:pt>
                <c:pt idx="3">
                  <c:v>腹板尺寸上限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SimSun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利用率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弯矩变化率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Sheet1!$A$2:$A$4</c:f>
              <c:strCache>
                <c:ptCount val="3"/>
                <c:pt idx="0">
                  <c:v>基准参数</c:v>
                </c:pt>
                <c:pt idx="1">
                  <c:v>恒载增加5%</c:v>
                </c:pt>
                <c:pt idx="2">
                  <c:v>汽车荷载增加5%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4.70424367</c:v>
                </c:pt>
                <c:pt idx="2">
                  <c:v>0.29575633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剪力变化率</c:v>
                </c:pt>
              </c:strCache>
            </c:strRef>
          </c:tx>
          <c:spPr>
            <a:solidFill>
              <a:srgbClr val="9E2A2B"/>
            </a:solidFill>
            <a:ln>
              <a:solidFill>
                <a:srgbClr val="9E2A2B"/>
              </a:solidFill>
            </a:ln>
          </c:spPr>
          <c:cat>
            <c:strRef>
              <c:f>Sheet1!$A$2:$A$4</c:f>
              <c:strCache>
                <c:ptCount val="3"/>
                <c:pt idx="0">
                  <c:v>基准参数</c:v>
                </c:pt>
                <c:pt idx="1">
                  <c:v>恒载增加5%</c:v>
                </c:pt>
                <c:pt idx="2">
                  <c:v>汽车荷载增加5%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4.72443683</c:v>
                </c:pt>
                <c:pt idx="2">
                  <c:v>0.27556317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SimSun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title>
          <c:tx>
            <c:rich>
              <a:bodyPr wrap="square" lIns="36576" rIns="36576" tIns="18288" bIns="18288"/>
              <a:lstStyle/>
              <a:p>
                <a:pPr algn="l">
                  <a:lnSpc>
                    <a:spcPct val="105000"/>
                  </a:lnSpc>
                  <a:spcAft>
                    <a:spcPts val="300"/>
                  </a:spcAft>
                </a:pPr>
                <a:r>
                  <a:rPr sz="1050" b="0">
                    <a:solidFill>
                      <a:srgbClr val="595959"/>
                    </a:solidFill>
                    <a:latin typeface="Times New Roman"/>
                    <a:ea typeface="SimSun"/>
                    <a:cs typeface="Times New Roman"/>
                  </a:rPr>
                  <a:t>相对基准变化 / 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9525">
            <a:solidFill>
              <a:srgbClr val="9DA9BC"/>
            </a:solidFill>
          </a:ln>
        </c:spPr>
        <c:txPr>
          <a:bodyPr/>
          <a:lstStyle/>
          <a:p>
            <a:pPr>
              <a:defRPr sz="1050">
                <a:latin typeface="Times New Roman"/>
              </a:defRPr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50">
              <a:latin typeface="SimSu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数据来源：计算书封面、第1章；设计结果JSON</a:t>
            </a:r>
          </a:p>
          <a:p>
            <a:r>
              <a:t>讲解重点：说明方案对象、课程范围和汇报结构。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数据来源：计算书第1章、9.5节</a:t>
            </a:r>
          </a:p>
          <a:p>
            <a:r>
              <a:t>讲解重点：先说明任务边界，再解释OUT_OF_COURSE_SCOPE不等同于计算失败。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数据来源：计算书第1章，表1-1、表1-2</a:t>
            </a:r>
          </a:p>
          <a:p>
            <a:r>
              <a:t>讲解重点：讲清模型自由度、材料、规范来源与重要性系数。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数据来源：计算书第1章、第2章；总体布置图</a:t>
            </a:r>
          </a:p>
          <a:p>
            <a:r>
              <a:t>讲解重点：指出自动边跨逻辑和实际横断面布置。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数据来源：计算书第2章；表2-1</a:t>
            </a:r>
          </a:p>
          <a:p>
            <a:r>
              <a:t>讲解重点：说明跨中与墩顶的变高关系及倒角参数。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数据来源：计算书第2章，表2-2</a:t>
            </a:r>
          </a:p>
          <a:p>
            <a:r>
              <a:t>讲解重点：说明所有刚度、自重和应力均来自同一多边形积分。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数据来源：计算书第3章，表3-1、表3-2</a:t>
            </a:r>
          </a:p>
          <a:p>
            <a:r>
              <a:t>讲解重点：区分一期和二期恒载并指出单位。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数据来源：计算书第3章，表3-3、表3-4；第5章，表5-7</a:t>
            </a:r>
          </a:p>
          <a:p>
            <a:r>
              <a:t>讲解重点：说明平衡误差和支点负弯矩特征。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数据来源：计算书第4章，表4-1；JTG D60—2015</a:t>
            </a:r>
          </a:p>
          <a:p>
            <a:r>
              <a:t>讲解重点：说明Pk随跨径取值、实际车道系数以及冲击系数。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数据来源：计算书第4章，表4-2；表4-3</a:t>
            </a:r>
          </a:p>
          <a:p>
            <a:r>
              <a:t>讲解重点：说明车道中心、横向倍率和包络过程。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数据来源：计算书第4章，表4-3</a:t>
            </a:r>
          </a:p>
          <a:p>
            <a:r>
              <a:t>讲解重点：读取汽车弯矩与剪力控制值，强调极值不可直接相加。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数据来源：计算书第5章，表5-1</a:t>
            </a:r>
          </a:p>
          <a:p>
            <a:r>
              <a:t>讲解重点：逐项解释组合用途，避免把不同极限状态混用。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数据来源：计算书第5章，图5-1；表5-4、表5-6</a:t>
            </a:r>
          </a:p>
          <a:p>
            <a:r>
              <a:t>讲解重点：先读控制值，再说明正负弯矩与剪力包络的关系。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数据来源：计算书第5章，表5-2、表5-7、表5-8</a:t>
            </a:r>
          </a:p>
          <a:p>
            <a:r>
              <a:t>讲解重点：指出控制位置并区分反力包络极值。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数据来源：计算书第6章，表6-1</a:t>
            </a:r>
          </a:p>
          <a:p>
            <a:r>
              <a:t>讲解重点：说明这是全桥纵向等效钢束组，不替代局部锚固构造。</a:t>
            </a:r>
          </a:p>
          <a:p>
            <a:r>
              <a:t>端部配束来源：prestress.end_anchor_rule；模式=auto_kern（自动截面核心范围）。实际端部值：x=0.000 m：e=1.7622 m，核心范围[-1.5095, 1.7622] m；x=484.000 m：e=1.7622 m，核心范围[-1.5095, 1.7622] m。边界按实际端截面 -W_b/A ≤ e_end ≤ W_t/A 计算；应力验算限值保持原值，显式输入按真实结果判定，不替代局部锚固区设计。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数据来源：计算书第6章，表6-2、表6-3，图6-1</a:t>
            </a:r>
          </a:p>
          <a:p>
            <a:r>
              <a:t>讲解重点：指出平均总损失率、长期有效力范围和应力曲线。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数据来源：计算书第7章，7.1节；表7-1</a:t>
            </a:r>
          </a:p>
          <a:p>
            <a:r>
              <a:t>讲解重点：说明双主墩分别建模与逐阶段控制逻辑，说明双主墩逐阶段计算。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数据来源：计算书第7章，表7-1、表7-2，图7-1</a:t>
            </a:r>
          </a:p>
          <a:p>
            <a:r>
              <a:t>讲解重点：说明控制主墩、控制阶段、最大应力和限值。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数据来源：计算书第8章，表8-1、表8-2</a:t>
            </a:r>
          </a:p>
          <a:p>
            <a:r>
              <a:t>讲解重点：说明钢筋结果是课程设计初配并指出全桥统一配置假设。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数据来源：计算书第8章，表8-3，图8-1</a:t>
            </a:r>
          </a:p>
          <a:p>
            <a:r>
              <a:t>讲解重点：展示需求、承载力、利用率和判定。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数据来源：计算书第9章，表9-1、表9-2、表9-3</a:t>
            </a:r>
          </a:p>
          <a:p>
            <a:r>
              <a:t>讲解重点：说明最大拉应力、压应力、挠度和建议预拱度。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数据来源：计算书第9章表9-4；第10章表10-1、表10-2</a:t>
            </a:r>
          </a:p>
          <a:p>
            <a:r>
              <a:t>讲解重点：讲清可追溯记录和恒载/汽车荷载敏感性。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数据来源：计算书第9.4、9.5节及第10章</a:t>
            </a:r>
          </a:p>
          <a:p>
            <a:r>
              <a:t>讲解重点：用三句话收束：做了什么、结论是什么、哪些内容不在本次范围。</a:t>
            </a:r>
          </a:p>
          <a:p>
            <a:r>
              <a:t>独立复核来源：计算书第11章；复核报告JSON；run_id=8fc2b4a89b9a439e8d8beae4665ff5d0。存在偏差或方案不满足限值，需检查；仅覆盖课程纵向模型。简化损失和静定悬臂不等同于全历史工程复核。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三车道单幅变截面连续箱梁课程设计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本方案按 132+220+132 m 单幅3车道纵向平面梁进行课程范围验算。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36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132 + 220 + 132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88920"/>
            <a:ext cx="96012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单幅三车道、单箱单室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单幅宽 12.50 m｜总宽 12.50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041648"/>
            <a:ext cx="8138160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课程设计状态：COURSE_SCOPE_FAILED｜具名验算 2/6 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56048"/>
            <a:ext cx="850392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BridgeGenerator V0.13｜计算书、DWG 与 PPT 同源生成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设计任务与计算边界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成果面向课程设计，结论仅覆盖纵向平面梁与列明的六项验算。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2/23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表1-1 设计任务与边界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409176"/>
              </a:tblGrid>
              <a:tr h="6675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类别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本版内容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675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已计算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恒载、汽车荷载、组合包络、预应力、双主墩施工阶段、承载能力与正常使用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结构对象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单幅三车道、单箱单室；纵向平面梁模型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未列数值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横向板壳、空间扭转、局部锚固区、风、地震、下部结构与基础承载力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结果含义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COURSE_SCOPE_FAILED：具名验算 2/6 通过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23036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▍边界  范围外项目保留 OUT_OF_COURSE_SCOPE 标记，不补造工程复核数据。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设计依据与计算模型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全桥作用效应采用变 EI 连续梁有限元，荷载、组合和验算使用同一份离散模型。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3/23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表1-2 主要依据与模型参数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749039"/>
                <a:gridCol w="5248656"/>
              </a:tblGrid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项目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采用值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来源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结构模型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Euler-Bernoulli 变 EI 连续梁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程序计算模型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混凝土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C50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JTG 3362—2018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汽车荷载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公路-I级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JTG D60—2015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结构重要性系数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1.10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基本组合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纵向网格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最大 0.50 m，并强制包含跨中及四分点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程序离散规则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431536"/>
            <a:ext cx="106984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▍一致性  截面多边形同时用于面积、惯性矩、自重和 DWG 轮廓。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跨径、桥宽与结构布置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自动边跨按主跨比例匹配；单幅三车道、单箱单室。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4/23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816352"/>
            <a:ext cx="10561320" cy="0"/>
          </a:xfrm>
          <a:prstGeom prst="line">
            <a:avLst/>
          </a:prstGeom>
          <a:ln w="254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" y="2816352"/>
            <a:ext cx="0" cy="9144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3730752"/>
            <a:ext cx="274320" cy="164592"/>
          </a:xfrm>
          <a:prstGeom prst="rect">
            <a:avLst/>
          </a:prstGeom>
          <a:solidFill>
            <a:srgbClr val="EEF1F5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050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816352"/>
            <a:ext cx="0" cy="9144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520440" y="3730752"/>
            <a:ext cx="274320" cy="164592"/>
          </a:xfrm>
          <a:prstGeom prst="rect">
            <a:avLst/>
          </a:prstGeom>
          <a:solidFill>
            <a:srgbClr val="EEF1F5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40050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P1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2816352"/>
            <a:ext cx="0" cy="9144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321040" y="3730752"/>
            <a:ext cx="274320" cy="164592"/>
          </a:xfrm>
          <a:prstGeom prst="rect">
            <a:avLst/>
          </a:prstGeom>
          <a:solidFill>
            <a:srgbClr val="EEF1F5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0050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P2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338560" y="2816352"/>
            <a:ext cx="0" cy="9144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1201400" y="3730752"/>
            <a:ext cx="274320" cy="164592"/>
          </a:xfrm>
          <a:prstGeom prst="rect">
            <a:avLst/>
          </a:prstGeom>
          <a:solidFill>
            <a:srgbClr val="EEF1F5"/>
          </a:solidFill>
          <a:ln w="1016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09960" y="4005072"/>
            <a:ext cx="457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2331720"/>
            <a:ext cx="2880360" cy="0"/>
          </a:xfrm>
          <a:prstGeom prst="line">
            <a:avLst/>
          </a:prstGeom>
          <a:ln w="1016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23060" y="2066543"/>
            <a:ext cx="11887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132 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0" y="2331720"/>
            <a:ext cx="4800600" cy="0"/>
          </a:xfrm>
          <a:prstGeom prst="line">
            <a:avLst/>
          </a:prstGeom>
          <a:ln w="1016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63540" y="2066543"/>
            <a:ext cx="11887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220 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58200" y="2331720"/>
            <a:ext cx="2880360" cy="0"/>
          </a:xfrm>
          <a:prstGeom prst="line">
            <a:avLst/>
          </a:prstGeom>
          <a:ln w="1016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04019" y="2066543"/>
            <a:ext cx="11887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132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166420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▍布置  主跨 220 m；边跨比 0.600 / 0.600；总长 484.0 m。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663440"/>
            <a:ext cx="106984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▍横断面  单幅 12.50 m，幅数 1，两幅净距 0.00 m，总宽 12.50 m。本幅3条车道使用同一主梁，单幅不计两幅净距。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833872"/>
            <a:ext cx="106984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图2-1 连续梁总体布置示意（PowerPoint 原生可编辑）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变截面箱梁几何设计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梁高与底板、腹板厚度沿纵向联动，截面包含顶板加腋和底板倒角。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5/23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828800"/>
            <a:ext cx="3370896" cy="67417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93856" y="1896217"/>
            <a:ext cx="0" cy="53935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654512" y="1950152"/>
            <a:ext cx="539344" cy="113262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4512" y="2063414"/>
            <a:ext cx="0" cy="3240105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362303" y="5303519"/>
            <a:ext cx="2292209" cy="0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62303" y="2017570"/>
            <a:ext cx="0" cy="3285949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22960" y="1882734"/>
            <a:ext cx="539343" cy="134836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22960" y="1828800"/>
            <a:ext cx="0" cy="53934"/>
          </a:xfrm>
          <a:prstGeom prst="line">
            <a:avLst/>
          </a:prstGeom>
          <a:ln w="2286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876" y="1945406"/>
            <a:ext cx="221131" cy="79175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34007" y="1945406"/>
            <a:ext cx="1148801" cy="22976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82808" y="1968382"/>
            <a:ext cx="221131" cy="88020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03939" y="2056402"/>
            <a:ext cx="0" cy="2896544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109776" y="4952946"/>
            <a:ext cx="194163" cy="97082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907040" y="5050028"/>
            <a:ext cx="1202736" cy="0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712876" y="4952946"/>
            <a:ext cx="194164" cy="97082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12876" y="2024581"/>
            <a:ext cx="0" cy="2928365"/>
          </a:xfrm>
          <a:prstGeom prst="line">
            <a:avLst/>
          </a:prstGeom>
          <a:ln w="16510">
            <a:solidFill>
              <a:srgbClr val="9E2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86600" y="1673352"/>
            <a:ext cx="4251960" cy="3566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▍梁高  跨中 6.160 m；墩顶 12.760 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▍变高  指数 1.80；参考跨径 220.0 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▍顶板  350 mm；加腋 820×310 mm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▍底板  330～940 mm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▍倒角  720×360 mm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▍腹板  840～1300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815584"/>
            <a:ext cx="63093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图2-2 墩顶单箱单室截面示意（含顶板加腋与底板倒角）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截面特性与自重基础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截面面积和惯性矩随梁高变化，墩顶刚度显著高于跨中。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6/23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表2-2 主要控制截面特性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25880"/>
                <a:gridCol w="1828800"/>
                <a:gridCol w="1828800"/>
                <a:gridCol w="3328416"/>
              </a:tblGrid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截面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x /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梁高 /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面积 / m²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惯性矩 / m⁴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左边跨跨中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66.00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8.055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23.501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196.774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左主墩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132.00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12.760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43.020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803.146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主跨四分点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187.00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8.055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23.501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196.774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主跨跨中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242.00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6.160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17.220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87.993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右主墩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352.00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12.760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43.020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803.146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650992"/>
            <a:ext cx="106984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▍方法  外轮廓面积减去带倒角箱室面积，形心与惯性矩按多边形精确积分。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恒载组成与计算值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一期恒载由变截面自重形成，二期恒载按铺装、护栏及附属恒载叠加。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7/23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37360"/>
          <a:ext cx="68580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71031"/>
            <a:ext cx="6858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图3-1 单幅二期恒载组成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783080"/>
            <a:ext cx="3474720" cy="3383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▍一期恒载  447.72～1115.76 kN/m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▍铺装厚度  100 mm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▍混凝土重度  26.0 kN/m³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▍铺装重度  24.0 kN/m³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▍单幅总恒载  350352.2 kN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恒载内力与支点反力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恒载总重与支反力满足力平衡，内力用于各组合的永久作用项。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8/23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682496"/>
          <a:ext cx="6903720" cy="42245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80176"/>
            <a:ext cx="69037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图3-2 单幅恒载弯矩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1517904"/>
            <a:ext cx="3840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表5-7 单幅恒载反力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54112" y="1828800"/>
          <a:ext cx="38404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960120"/>
              </a:tblGrid>
              <a:tr h="61264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支点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一期 /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二期 /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合计 /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1264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A0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16207.1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1719.0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17926.1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145271.8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11978.2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157250.0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145271.8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11978.2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157250.0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A3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16207.1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1719.0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9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17926.1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818120" y="5166360"/>
            <a:ext cx="3611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▍平衡误差  7.574e-04 kN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公路Ⅰ级汽车荷载模型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车道荷载含均布荷载、集中荷载和冲击系数，单幅最多同时布置3车道。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9/23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表4-1 单幅汽车荷载参数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5934456"/>
              </a:tblGrid>
              <a:tr h="47434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参数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采用值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说明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47434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均布荷载 qk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10.500 kN/m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沿不利影响线区段布置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集中荷载 Pk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360.000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按主跨跨径计算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基频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0.518 Hz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按成桥模型估计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冲击系数 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0.0500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仅标准及基本组合计入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全车道倍率 nξ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 × 0.78 = 2.34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其他横向工况按实际启用车道数取系数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纵向折减 ξL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0.97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最大计算跨径220 m；JTG D60表4.3.1-6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横向计算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single_box_resultant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逐工况分别求包络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532120"/>
            <a:ext cx="106984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▍纵向布载  正、负影响线区段独立取最不利加载，集中荷载在影响线极值处移动。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横向车道工况与影响线求解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每个横向车道工况单独求纵向效应，最大和最小结果再形成包络。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10/23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表4-2 横向车道工况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691640"/>
                <a:gridCol w="3840480"/>
                <a:gridCol w="2551176"/>
              </a:tblGrid>
              <a:tr h="44005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工况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启用车道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车道中心 /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竖向倍率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车道1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-3.50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1.200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车道2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1.200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车道3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3.50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1.200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车道1＋车道2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1、2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-3.50、0.00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2.000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车道1＋车道3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1、3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-3.50、3.50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2.000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车道2＋车道3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2、3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0.00、3.50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2.000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车道1＋车道2＋车道3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1、2、3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-3.50、0.00、3.50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2.340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440680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▍流程  单位荷载影响线 → 车道工况 → 纵向最不利布载 → 工况间包络。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▍用途  同一汽车包络同时进入弯矩、剪力、反力和位移组合。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汽车荷载内力包络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汽车荷载弯矩和剪力的正负极值对应不同布载位置，必须分别保留。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11/23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19072"/>
          <a:ext cx="10863072" cy="43159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108192"/>
            <a:ext cx="1086307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图4-1 单幅汽车荷载弯矩包络（未计冲击）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作用组合与系数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基本、标准、频遇和准永久组合分别服务于承载能力与正常使用验算。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12/23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表5-1 作用组合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645920"/>
                <a:gridCol w="1554480"/>
                <a:gridCol w="1188720"/>
                <a:gridCol w="3831336"/>
              </a:tblGrid>
              <a:tr h="72237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永久作用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汽车作用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冲击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主要用途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72237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承载能力极限状态基本组合的作用效应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1/1.2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计入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承载能力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正常使用极限状态标准组合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计入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正常使用极限状态频遇组合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不计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正常使用极限状态准永久组合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不计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正常使用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504688"/>
            <a:ext cx="10698480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Mᵤ = γ₀·max{γG·MG + γQ·MQ}；标准、频遇与准永久组合按相应汽车作用系数分别计算。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基本组合内力包络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控制负弯矩位于主墩附近，控制正弯矩位于跨内，二者对应不同验算截面。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13/23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19072"/>
          <a:ext cx="10863072" cy="43159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108192"/>
            <a:ext cx="1086307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图5-1 单幅基本组合弯矩包络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控制截面与支反力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P1/P2 主墩负弯矩和剪力控制纵向验算，跨内正弯矩控制下缘受拉方向。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14/23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表5-2 主要控制作用效应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657600"/>
                <a:gridCol w="4379976"/>
              </a:tblGrid>
              <a:tr h="624839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控制量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数值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位置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24839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基本组合负弯矩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-4192.343 MN·m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x=132.00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基本组合正弯矩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1069.240 MN·m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x=242.00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基本组合控制剪力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111.236 MN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x=132.00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恒载反力合计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350352.154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A、P1、P2、A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248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恒载平衡误差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7.574e-04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全桥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预应力材料与钢束初估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钢束数量按频遇组合需求取整并形成平滑包络，截面有效束数随纵向位置变化。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15/23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表6-1 预应力材料及初估配束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940296"/>
              </a:tblGrid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项目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计算采用值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钢绞线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Φ15.2；140.0 mm²/根；fpk=1860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弹性模量 / 张拉控制应力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195000 / 1395.00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每束根数 / 束数 / 总根数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19 / 110 / 2090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总钢束面积 / 张拉力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292600 mm² / 408177.00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最大有效力需求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342736.92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577840"/>
            <a:ext cx="106984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▍取整  钢束以整束数量布置，并保持对称跨径下的纵向包络对称。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预应力损失与有效应力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摩阻、锚缩、弹性压缩、收缩徐变和松弛共同决定长期有效预应力。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16/23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19072"/>
          <a:ext cx="731520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044184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图6-1 单幅钢束应力沿程变化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1783080"/>
            <a:ext cx="3154680" cy="3611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▍摩阻  111.13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▍锚缩  10.64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▍弹性压缩  50.93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▍总损失  330.27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▍平均损失率  23.68%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▍长期有效力  25210～342756 kN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双主墩对称悬臂施工模型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V0.13 分别计算 P1 与 P2 施工序列，并按每阶段绝对最不利结果确定控制主墩。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17/23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表7-1 双主墩施工模型参数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97496"/>
              </a:tblGrid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项目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采用值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计算主墩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P1、P2 分别计算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标准节段长度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5.00 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每端挂篮等效荷载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800.00 kN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悬臂节段阶段数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附加阶段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合龙体系转换、成桥标准组合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控制规则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每阶段比较 P1/P2 上下缘应力绝对值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614416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Mnet = MG,c − Pe；截面应力按根部实际截面特性计算。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施工阶段内力与截面应力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双主墩逐阶段比较后，短暂状况混凝土压应力验算判定为 PASS。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18/23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19072"/>
          <a:ext cx="731520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044184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图7-1 双主墩逐阶段控制截面应力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1847088"/>
            <a:ext cx="3108960" cy="3383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▍控制主墩  P1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▍控制阶段  对称悬臂第22节段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▍最大应力绝对值  17.15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▍压应力限值  25.92 MPa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▍判定  PASS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普通钢筋与箍筋初配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普通钢筋从输入配筋率起步并按抗弯需求迭代，箍筋按抗剪需求取整配置。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19/23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表8-2 普通钢筋与箍筋初配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3922776"/>
              </a:tblGrid>
              <a:tr h="6949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部位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初配结果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计算说明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949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上缘纵筋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106Φ28；As=65270 mm²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负弯矩方向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下缘纵筋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106Φ28；As=65270 mm²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正弯矩方向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双腹板箍筋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4Φ20@80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按抗剪需求取整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钢筋等级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HRB400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5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fsd=330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330952"/>
            <a:ext cx="106984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▍假设  上、下缘纵筋沿全桥统一配置；实际工程仍需分区、构造和锚固设计。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承载能力极限状态验算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正负弯矩抗弯判定 FAIL，斜截面抗剪判定 FAIL，控制结果见最大利用率。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20/23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37360"/>
          <a:ext cx="713232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71031"/>
            <a:ext cx="7132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图8-1 承载能力验算利用率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1828800"/>
            <a:ext cx="3337560" cy="3566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▍正弯矩  1069.24 / 1034.19 MN·m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▍负弯矩  4192.34 / 4195.33 MN·m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▍抗剪  113073.7 / 90617.2 kN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▍判定  FAIL / FAIL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正常使用极限状态验算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抗裂 FAIL，使用阶段压应力 FAIL，活载挠度 PASS；各跨分别验算。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21/23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Times New Roman"/>
                <a:ea typeface="SimSun"/>
                <a:cs typeface="Times New Roman"/>
              </a:rPr>
              <a:t>表9-1～表9-3 正常使用验算摘要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55096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743200"/>
                <a:gridCol w="2560320"/>
                <a:gridCol w="2734056"/>
              </a:tblGrid>
              <a:tr h="637031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验算项目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最大值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限值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1F3864"/>
                          </a:solidFill>
                          <a:latin typeface="Times New Roman"/>
                          <a:ea typeface="SimHei"/>
                          <a:cs typeface="Times New Roman"/>
                        </a:rPr>
                        <a:t>判定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T w="15875">
                      <a:solidFill>
                        <a:srgbClr val="1F3864"/>
                      </a:solidFill>
                      <a:prstDash val="solid"/>
                    </a:lnT>
                    <a:lnB w="10160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  <a:tr h="637031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正截面边缘拉应力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1.953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1.325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FAIL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37031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腹板主拉应力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1.274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1.325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PASS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37031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使用阶段压应力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17.897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16.200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FAIL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37031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活载挠度控制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0.142 利用率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1.000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PASS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37036">
                <a:tc>
                  <a:txBody>
                    <a:bodyPr wrap="square" lIns="36576" rIns="36576" tIns="18288" bIns="18288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施工阶段压应力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17.148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25.920 MPa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18288" bIns="18288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300"/>
                        </a:spcAft>
                      </a:pPr>
                      <a:r>
                        <a:rPr sz="1100" b="0">
                          <a:solidFill>
                            <a:srgbClr val="595959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PASS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B w="15875">
                      <a:solidFill>
                        <a:srgbClr val="1F386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669280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▍位移  标准组合总位移已叠加长期有效预应力反拱。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验算汇总、追溯与敏感性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六项具名验算全部可追溯至输入、公式、中间值和结果，参数扰动另行复算。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22/23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37360"/>
          <a:ext cx="70866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71031"/>
            <a:ext cx="7086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图10-1 参数敏感性复算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1783080"/>
            <a:ext cx="3383280" cy="3840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▍具名验算  2/6 PASS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▍计算记录  19 条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▍追溯索引  30 条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▍外部成果  JSON + CSV + DOCX + PDF + DWG + PPTX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▍数据原则  图表、表格和结论均取自同一设计状态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SimHei"/>
                <a:cs typeface="Times New Roman"/>
              </a:rPr>
              <a:t>结论与局限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04672"/>
            <a:ext cx="11055096" cy="0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本方案完成课程范围内的纵向计算与出图，但不替代空间、局部和下部结构工程设计。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55096" cy="0"/>
          </a:xfrm>
          <a:prstGeom prst="line">
            <a:avLst/>
          </a:prstGeom>
          <a:ln w="7620">
            <a:solidFill>
              <a:srgbClr val="9D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19088"/>
            <a:ext cx="9875520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三车道132+220+132m变截面连续箱梁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19088"/>
            <a:ext cx="1060704" cy="1920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23/23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10698480" cy="3611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▍方案  132+220+132 m 三车道单幅变截面连续箱梁，单幅三车道、单箱单室。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▍计算  恒载、汽车荷载、组合包络、预应力损失与主次效应、P1/P2 双主墩施工阶段、钢筋初配、承载能力和正常使用验算。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▍结果  六项具名验算 2/6 通过；课程状态为 COURSE_SCOPE_FAILED。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595959"/>
                </a:solidFill>
                <a:latin typeface="Times New Roman"/>
                <a:ea typeface="SimSun"/>
                <a:cs typeface="Times New Roman"/>
              </a:rPr>
              <a:t>▍局限  横向板壳、空间扭转、锚固区局部实体、风、地震、下部结构及基础承载力属于课程范围外。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394960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独立复核 NEEDS_REVIEW｜数值 PASS｜固定方案 FAIL｜覆盖 PARTIAL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897880"/>
            <a:ext cx="923544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9E2A2B"/>
                </a:solidFill>
                <a:latin typeface="Times New Roman"/>
                <a:ea typeface="SimHei"/>
                <a:cs typeface="Times New Roman"/>
              </a:rPr>
              <a:t>所有结论均可回溯至计算书表号、设计结果 JSON 与计算追溯 CSV。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三车道132+220+132m变截面连续箱梁课程设计汇报</dc:title>
  <dc:subject>23页学术答辩汇报；数据来自BridgeGenerator V0.13计算结果</dc:subject>
  <dc:creator>BridgeGenerator V0.13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